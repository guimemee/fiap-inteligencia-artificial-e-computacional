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6"/>
  </p:notesMasterIdLst>
  <p:sldIdLst>
    <p:sldId id="256" r:id="rId2"/>
    <p:sldId id="282" r:id="rId3"/>
    <p:sldId id="286" r:id="rId4"/>
    <p:sldId id="28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D4AF6-2537-4444-A030-55EEE1F20479}" v="102" dt="2024-06-07T22:17:02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cario" userId="f7d209c4a899cfcf" providerId="LiveId" clId="{C48D4AF6-2537-4444-A030-55EEE1F20479}"/>
    <pc:docChg chg="undo custSel addSld delSld modSld sldOrd">
      <pc:chgData name="Guilherme Macario" userId="f7d209c4a899cfcf" providerId="LiveId" clId="{C48D4AF6-2537-4444-A030-55EEE1F20479}" dt="2024-06-07T22:17:02.730" v="235"/>
      <pc:docMkLst>
        <pc:docMk/>
      </pc:docMkLst>
      <pc:sldChg chg="addSp delSp modSp mod modTransition modAnim">
        <pc:chgData name="Guilherme Macario" userId="f7d209c4a899cfcf" providerId="LiveId" clId="{C48D4AF6-2537-4444-A030-55EEE1F20479}" dt="2024-06-07T22:11:28.664" v="223"/>
        <pc:sldMkLst>
          <pc:docMk/>
          <pc:sldMk cId="3865097445" sldId="256"/>
        </pc:sldMkLst>
        <pc:spChg chg="mod">
          <ac:chgData name="Guilherme Macario" userId="f7d209c4a899cfcf" providerId="LiveId" clId="{C48D4AF6-2537-4444-A030-55EEE1F20479}" dt="2024-06-07T21:07:29.591" v="5" actId="1076"/>
          <ac:spMkLst>
            <pc:docMk/>
            <pc:sldMk cId="3865097445" sldId="256"/>
            <ac:spMk id="7" creationId="{D1F62844-03D4-40A4-00AC-9B3FD1BAFC3A}"/>
          </ac:spMkLst>
        </pc:spChg>
        <pc:picChg chg="add del mod ord">
          <ac:chgData name="Guilherme Macario" userId="f7d209c4a899cfcf" providerId="LiveId" clId="{C48D4AF6-2537-4444-A030-55EEE1F20479}" dt="2024-06-07T21:08:11.330" v="8"/>
          <ac:picMkLst>
            <pc:docMk/>
            <pc:sldMk cId="3865097445" sldId="256"/>
            <ac:picMk id="5" creationId="{E47C09CF-9FF0-62B7-B93E-4F795BEBCC3D}"/>
          </ac:picMkLst>
        </pc:picChg>
        <pc:picChg chg="del">
          <ac:chgData name="Guilherme Macario" userId="f7d209c4a899cfcf" providerId="LiveId" clId="{C48D4AF6-2537-4444-A030-55EEE1F20479}" dt="2024-06-07T21:08:02.859" v="7"/>
          <ac:picMkLst>
            <pc:docMk/>
            <pc:sldMk cId="3865097445" sldId="256"/>
            <ac:picMk id="14" creationId="{8284A530-896A-5557-65B8-2DED1E53C7CF}"/>
          </ac:picMkLst>
        </pc:picChg>
        <pc:picChg chg="add del mod">
          <ac:chgData name="Guilherme Macario" userId="f7d209c4a899cfcf" providerId="LiveId" clId="{C48D4AF6-2537-4444-A030-55EEE1F20479}" dt="2024-06-07T22:11:28.664" v="223"/>
          <ac:picMkLst>
            <pc:docMk/>
            <pc:sldMk cId="3865097445" sldId="256"/>
            <ac:picMk id="24" creationId="{E970DC09-923A-F150-6C40-3DA8E98EC216}"/>
          </ac:picMkLst>
        </pc:picChg>
        <pc:picChg chg="add mod">
          <ac:chgData name="Guilherme Macario" userId="f7d209c4a899cfcf" providerId="LiveId" clId="{C48D4AF6-2537-4444-A030-55EEE1F20479}" dt="2024-06-07T22:11:28.664" v="223"/>
          <ac:picMkLst>
            <pc:docMk/>
            <pc:sldMk cId="3865097445" sldId="256"/>
            <ac:picMk id="25" creationId="{886AF78B-10F6-F994-8E48-9BCD62A90D32}"/>
          </ac:picMkLst>
        </pc:picChg>
      </pc:sldChg>
      <pc:sldChg chg="addSp delSp modSp mod modTransition modAnim">
        <pc:chgData name="Guilherme Macario" userId="f7d209c4a899cfcf" providerId="LiveId" clId="{C48D4AF6-2537-4444-A030-55EEE1F20479}" dt="2024-06-07T22:12:32.755" v="229"/>
        <pc:sldMkLst>
          <pc:docMk/>
          <pc:sldMk cId="3923225915" sldId="282"/>
        </pc:sldMkLst>
        <pc:spChg chg="mod">
          <ac:chgData name="Guilherme Macario" userId="f7d209c4a899cfcf" providerId="LiveId" clId="{C48D4AF6-2537-4444-A030-55EEE1F20479}" dt="2024-06-07T21:09:39.173" v="44" actId="14100"/>
          <ac:spMkLst>
            <pc:docMk/>
            <pc:sldMk cId="3923225915" sldId="282"/>
            <ac:spMk id="2" creationId="{AA865B38-235C-4251-2C6C-709C6B381787}"/>
          </ac:spMkLst>
        </pc:spChg>
        <pc:spChg chg="add">
          <ac:chgData name="Guilherme Macario" userId="f7d209c4a899cfcf" providerId="LiveId" clId="{C48D4AF6-2537-4444-A030-55EEE1F20479}" dt="2024-06-07T21:11:45.670" v="52"/>
          <ac:spMkLst>
            <pc:docMk/>
            <pc:sldMk cId="3923225915" sldId="282"/>
            <ac:spMk id="6" creationId="{8097BB6B-BD4F-42C1-BCD2-9752072C4F8E}"/>
          </ac:spMkLst>
        </pc:spChg>
        <pc:spChg chg="add del mod">
          <ac:chgData name="Guilherme Macario" userId="f7d209c4a899cfcf" providerId="LiveId" clId="{C48D4AF6-2537-4444-A030-55EEE1F20479}" dt="2024-06-07T21:11:55.341" v="54" actId="478"/>
          <ac:spMkLst>
            <pc:docMk/>
            <pc:sldMk cId="3923225915" sldId="282"/>
            <ac:spMk id="7" creationId="{DBB6479E-1B5B-23E0-136D-FE41424299B4}"/>
          </ac:spMkLst>
        </pc:spChg>
        <pc:spChg chg="del mod">
          <ac:chgData name="Guilherme Macario" userId="f7d209c4a899cfcf" providerId="LiveId" clId="{C48D4AF6-2537-4444-A030-55EEE1F20479}" dt="2024-06-07T21:10:09.981" v="46"/>
          <ac:spMkLst>
            <pc:docMk/>
            <pc:sldMk cId="3923225915" sldId="282"/>
            <ac:spMk id="16" creationId="{271B0DAF-3F9B-07D5-58EE-F8A4293F07FC}"/>
          </ac:spMkLst>
        </pc:spChg>
        <pc:spChg chg="del">
          <ac:chgData name="Guilherme Macario" userId="f7d209c4a899cfcf" providerId="LiveId" clId="{C48D4AF6-2537-4444-A030-55EEE1F20479}" dt="2024-06-07T21:11:55.341" v="54" actId="478"/>
          <ac:spMkLst>
            <pc:docMk/>
            <pc:sldMk cId="3923225915" sldId="282"/>
            <ac:spMk id="17" creationId="{91CF1BC4-254C-43E1-DB9E-4423ACC6D459}"/>
          </ac:spMkLst>
        </pc:spChg>
        <pc:picChg chg="add mod">
          <ac:chgData name="Guilherme Macario" userId="f7d209c4a899cfcf" providerId="LiveId" clId="{C48D4AF6-2537-4444-A030-55EEE1F20479}" dt="2024-06-07T21:10:17.503" v="51" actId="962"/>
          <ac:picMkLst>
            <pc:docMk/>
            <pc:sldMk cId="3923225915" sldId="282"/>
            <ac:picMk id="5" creationId="{8977D610-4C85-6E1D-8A6C-194CF673B642}"/>
          </ac:picMkLst>
        </pc:picChg>
        <pc:picChg chg="add mod">
          <ac:chgData name="Guilherme Macario" userId="f7d209c4a899cfcf" providerId="LiveId" clId="{C48D4AF6-2537-4444-A030-55EEE1F20479}" dt="2024-06-07T21:12:48.807" v="65" actId="962"/>
          <ac:picMkLst>
            <pc:docMk/>
            <pc:sldMk cId="3923225915" sldId="282"/>
            <ac:picMk id="9" creationId="{08029E8A-0D1A-9F03-CDC4-A02C678E5CFA}"/>
          </ac:picMkLst>
        </pc:picChg>
        <pc:picChg chg="add del mod ord">
          <ac:chgData name="Guilherme Macario" userId="f7d209c4a899cfcf" providerId="LiveId" clId="{C48D4AF6-2537-4444-A030-55EEE1F20479}" dt="2024-06-07T21:13:11.991" v="68"/>
          <ac:picMkLst>
            <pc:docMk/>
            <pc:sldMk cId="3923225915" sldId="282"/>
            <ac:picMk id="11" creationId="{E7EE3575-C1F8-3719-0EF7-684873CE8DE8}"/>
          </ac:picMkLst>
        </pc:picChg>
        <pc:picChg chg="add del mod">
          <ac:chgData name="Guilherme Macario" userId="f7d209c4a899cfcf" providerId="LiveId" clId="{C48D4AF6-2537-4444-A030-55EEE1F20479}" dt="2024-06-07T21:13:21.654" v="71"/>
          <ac:picMkLst>
            <pc:docMk/>
            <pc:sldMk cId="3923225915" sldId="282"/>
            <ac:picMk id="14" creationId="{E039B6D1-89BE-3AD8-C8C0-C08590DEB672}"/>
          </ac:picMkLst>
        </pc:picChg>
        <pc:picChg chg="add del mod">
          <ac:chgData name="Guilherme Macario" userId="f7d209c4a899cfcf" providerId="LiveId" clId="{C48D4AF6-2537-4444-A030-55EEE1F20479}" dt="2024-06-07T21:13:41.261" v="74"/>
          <ac:picMkLst>
            <pc:docMk/>
            <pc:sldMk cId="3923225915" sldId="282"/>
            <ac:picMk id="19" creationId="{14CBCDD3-660F-2D72-14E8-654248D95C73}"/>
          </ac:picMkLst>
        </pc:picChg>
        <pc:picChg chg="del">
          <ac:chgData name="Guilherme Macario" userId="f7d209c4a899cfcf" providerId="LiveId" clId="{C48D4AF6-2537-4444-A030-55EEE1F20479}" dt="2024-06-07T21:13:02.077" v="67"/>
          <ac:picMkLst>
            <pc:docMk/>
            <pc:sldMk cId="3923225915" sldId="282"/>
            <ac:picMk id="30" creationId="{690622EA-55F0-DD15-7ED3-810E9334C10D}"/>
          </ac:picMkLst>
        </pc:picChg>
        <pc:picChg chg="add del mod">
          <ac:chgData name="Guilherme Macario" userId="f7d209c4a899cfcf" providerId="LiveId" clId="{C48D4AF6-2537-4444-A030-55EEE1F20479}" dt="2024-06-07T22:12:11.422" v="226"/>
          <ac:picMkLst>
            <pc:docMk/>
            <pc:sldMk cId="3923225915" sldId="282"/>
            <ac:picMk id="31" creationId="{C0C64EE7-65B8-A761-D5C3-7F8EEB44928A}"/>
          </ac:picMkLst>
        </pc:picChg>
        <pc:picChg chg="add del mod">
          <ac:chgData name="Guilherme Macario" userId="f7d209c4a899cfcf" providerId="LiveId" clId="{C48D4AF6-2537-4444-A030-55EEE1F20479}" dt="2024-06-07T22:12:13.275" v="228"/>
          <ac:picMkLst>
            <pc:docMk/>
            <pc:sldMk cId="3923225915" sldId="282"/>
            <ac:picMk id="32" creationId="{E9D7DD91-4CEF-8F01-BCE5-276D49BBE37A}"/>
          </ac:picMkLst>
        </pc:picChg>
        <pc:picChg chg="add del mod ord">
          <ac:chgData name="Guilherme Macario" userId="f7d209c4a899cfcf" providerId="LiveId" clId="{C48D4AF6-2537-4444-A030-55EEE1F20479}" dt="2024-06-07T22:12:32.755" v="229"/>
          <ac:picMkLst>
            <pc:docMk/>
            <pc:sldMk cId="3923225915" sldId="282"/>
            <ac:picMk id="35" creationId="{AA52B634-D5D5-05DD-E7A5-D2D8565B6F6F}"/>
          </ac:picMkLst>
        </pc:picChg>
        <pc:picChg chg="add mod">
          <ac:chgData name="Guilherme Macario" userId="f7d209c4a899cfcf" providerId="LiveId" clId="{C48D4AF6-2537-4444-A030-55EEE1F20479}" dt="2024-06-07T22:12:32.755" v="229"/>
          <ac:picMkLst>
            <pc:docMk/>
            <pc:sldMk cId="3923225915" sldId="282"/>
            <ac:picMk id="36" creationId="{E49DAD59-CE18-D26D-5838-11405F9595A2}"/>
          </ac:picMkLst>
        </pc:picChg>
      </pc:sldChg>
      <pc:sldChg chg="addSp delSp modSp mod ord modTransition modAnim">
        <pc:chgData name="Guilherme Macario" userId="f7d209c4a899cfcf" providerId="LiveId" clId="{C48D4AF6-2537-4444-A030-55EEE1F20479}" dt="2024-06-07T22:17:02.730" v="235"/>
        <pc:sldMkLst>
          <pc:docMk/>
          <pc:sldMk cId="4194041164" sldId="286"/>
        </pc:sldMkLst>
        <pc:spChg chg="add del mod">
          <ac:chgData name="Guilherme Macario" userId="f7d209c4a899cfcf" providerId="LiveId" clId="{C48D4AF6-2537-4444-A030-55EEE1F20479}" dt="2024-06-07T21:20:33.590" v="126" actId="478"/>
          <ac:spMkLst>
            <pc:docMk/>
            <pc:sldMk cId="4194041164" sldId="286"/>
            <ac:spMk id="4" creationId="{3DB5235E-414A-630C-AC23-76B96AE98CEF}"/>
          </ac:spMkLst>
        </pc:spChg>
        <pc:spChg chg="del">
          <ac:chgData name="Guilherme Macario" userId="f7d209c4a899cfcf" providerId="LiveId" clId="{C48D4AF6-2537-4444-A030-55EEE1F20479}" dt="2024-06-07T21:20:30.254" v="125" actId="478"/>
          <ac:spMkLst>
            <pc:docMk/>
            <pc:sldMk cId="4194041164" sldId="286"/>
            <ac:spMk id="15" creationId="{8A029CF2-7BC6-95ED-5891-2FBE45156FD9}"/>
          </ac:spMkLst>
        </pc:spChg>
        <pc:graphicFrameChg chg="del mod">
          <ac:chgData name="Guilherme Macario" userId="f7d209c4a899cfcf" providerId="LiveId" clId="{C48D4AF6-2537-4444-A030-55EEE1F20479}" dt="2024-06-07T21:20:20.443" v="121" actId="478"/>
          <ac:graphicFrameMkLst>
            <pc:docMk/>
            <pc:sldMk cId="4194041164" sldId="286"/>
            <ac:graphicFrameMk id="6" creationId="{8788CC84-69E0-E560-04C1-FB515B472669}"/>
          </ac:graphicFrameMkLst>
        </pc:graphicFrameChg>
        <pc:graphicFrameChg chg="del mod">
          <ac:chgData name="Guilherme Macario" userId="f7d209c4a899cfcf" providerId="LiveId" clId="{C48D4AF6-2537-4444-A030-55EEE1F20479}" dt="2024-06-07T21:20:24.997" v="123" actId="478"/>
          <ac:graphicFrameMkLst>
            <pc:docMk/>
            <pc:sldMk cId="4194041164" sldId="286"/>
            <ac:graphicFrameMk id="24" creationId="{1D469B93-0DF9-F699-81E1-C80E40C4126A}"/>
          </ac:graphicFrameMkLst>
        </pc:graphicFrameChg>
        <pc:picChg chg="add mod">
          <ac:chgData name="Guilherme Macario" userId="f7d209c4a899cfcf" providerId="LiveId" clId="{C48D4AF6-2537-4444-A030-55EEE1F20479}" dt="2024-06-07T21:20:36.101" v="127" actId="1076"/>
          <ac:picMkLst>
            <pc:docMk/>
            <pc:sldMk cId="4194041164" sldId="286"/>
            <ac:picMk id="2" creationId="{7135E528-9C3B-25F8-8EEE-5ED7AE679ED0}"/>
          </ac:picMkLst>
        </pc:picChg>
        <pc:picChg chg="add mod">
          <ac:chgData name="Guilherme Macario" userId="f7d209c4a899cfcf" providerId="LiveId" clId="{C48D4AF6-2537-4444-A030-55EEE1F20479}" dt="2024-06-07T21:23:02.134" v="136" actId="1076"/>
          <ac:picMkLst>
            <pc:docMk/>
            <pc:sldMk cId="4194041164" sldId="286"/>
            <ac:picMk id="5" creationId="{56B94273-526D-9EEC-47D5-B7E776425BD1}"/>
          </ac:picMkLst>
        </pc:picChg>
        <pc:picChg chg="add del mod ord">
          <ac:chgData name="Guilherme Macario" userId="f7d209c4a899cfcf" providerId="LiveId" clId="{C48D4AF6-2537-4444-A030-55EEE1F20479}" dt="2024-06-07T21:33:20.511" v="183"/>
          <ac:picMkLst>
            <pc:docMk/>
            <pc:sldMk cId="4194041164" sldId="286"/>
            <ac:picMk id="8" creationId="{8EC15955-DE4E-2EE5-9374-C923FABB16C6}"/>
          </ac:picMkLst>
        </pc:picChg>
        <pc:picChg chg="del">
          <ac:chgData name="Guilherme Macario" userId="f7d209c4a899cfcf" providerId="LiveId" clId="{C48D4AF6-2537-4444-A030-55EEE1F20479}" dt="2024-06-07T21:29:04.174" v="182"/>
          <ac:picMkLst>
            <pc:docMk/>
            <pc:sldMk cId="4194041164" sldId="286"/>
            <ac:picMk id="13" creationId="{790114D9-C9AF-2A95-60F7-18E9BD30065E}"/>
          </ac:picMkLst>
        </pc:picChg>
        <pc:picChg chg="add del mod">
          <ac:chgData name="Guilherme Macario" userId="f7d209c4a899cfcf" providerId="LiveId" clId="{C48D4AF6-2537-4444-A030-55EEE1F20479}" dt="2024-06-07T22:14:15.674" v="232"/>
          <ac:picMkLst>
            <pc:docMk/>
            <pc:sldMk cId="4194041164" sldId="286"/>
            <ac:picMk id="22" creationId="{DFA424DD-FBEC-A47B-5C30-FC5FB7CEA685}"/>
          </ac:picMkLst>
        </pc:picChg>
        <pc:picChg chg="add del mod">
          <ac:chgData name="Guilherme Macario" userId="f7d209c4a899cfcf" providerId="LiveId" clId="{C48D4AF6-2537-4444-A030-55EEE1F20479}" dt="2024-06-07T22:14:24.688" v="234"/>
          <ac:picMkLst>
            <pc:docMk/>
            <pc:sldMk cId="4194041164" sldId="286"/>
            <ac:picMk id="23" creationId="{6362C0B1-5827-4FD6-1E07-34B5498EF50E}"/>
          </ac:picMkLst>
        </pc:picChg>
        <pc:picChg chg="add del mod ord">
          <ac:chgData name="Guilherme Macario" userId="f7d209c4a899cfcf" providerId="LiveId" clId="{C48D4AF6-2537-4444-A030-55EEE1F20479}" dt="2024-06-07T22:17:02.730" v="235"/>
          <ac:picMkLst>
            <pc:docMk/>
            <pc:sldMk cId="4194041164" sldId="286"/>
            <ac:picMk id="27" creationId="{6621765C-7926-5C01-FE2E-014376C4D9ED}"/>
          </ac:picMkLst>
        </pc:picChg>
        <pc:picChg chg="add mod">
          <ac:chgData name="Guilherme Macario" userId="f7d209c4a899cfcf" providerId="LiveId" clId="{C48D4AF6-2537-4444-A030-55EEE1F20479}" dt="2024-06-07T22:17:02.730" v="235"/>
          <ac:picMkLst>
            <pc:docMk/>
            <pc:sldMk cId="4194041164" sldId="286"/>
            <ac:picMk id="28" creationId="{381653A0-A232-4C0D-1EFF-C1476BB8ABEA}"/>
          </ac:picMkLst>
        </pc:picChg>
      </pc:sldChg>
      <pc:sldChg chg="del">
        <pc:chgData name="Guilherme Macario" userId="f7d209c4a899cfcf" providerId="LiveId" clId="{C48D4AF6-2537-4444-A030-55EEE1F20479}" dt="2024-06-07T21:24:35.465" v="144" actId="47"/>
        <pc:sldMkLst>
          <pc:docMk/>
          <pc:sldMk cId="114280100" sldId="287"/>
        </pc:sldMkLst>
      </pc:sldChg>
      <pc:sldChg chg="addSp delSp modSp mod modTransition modAnim">
        <pc:chgData name="Guilherme Macario" userId="f7d209c4a899cfcf" providerId="LiveId" clId="{C48D4AF6-2537-4444-A030-55EEE1F20479}" dt="2024-06-07T21:51:55.196" v="220"/>
        <pc:sldMkLst>
          <pc:docMk/>
          <pc:sldMk cId="439215134" sldId="288"/>
        </pc:sldMkLst>
        <pc:spChg chg="mod">
          <ac:chgData name="Guilherme Macario" userId="f7d209c4a899cfcf" providerId="LiveId" clId="{C48D4AF6-2537-4444-A030-55EEE1F20479}" dt="2024-06-07T21:26:31.338" v="178" actId="1076"/>
          <ac:spMkLst>
            <pc:docMk/>
            <pc:sldMk cId="439215134" sldId="288"/>
            <ac:spMk id="2" creationId="{7A18C451-32ED-C14E-9820-857E457A1A59}"/>
          </ac:spMkLst>
        </pc:spChg>
        <pc:picChg chg="add del mod">
          <ac:chgData name="Guilherme Macario" userId="f7d209c4a899cfcf" providerId="LiveId" clId="{C48D4AF6-2537-4444-A030-55EEE1F20479}" dt="2024-06-07T21:49:39.943" v="210" actId="478"/>
          <ac:picMkLst>
            <pc:docMk/>
            <pc:sldMk cId="439215134" sldId="288"/>
            <ac:picMk id="4" creationId="{DB2CFDC7-4780-6DAF-CDDE-12481BE289E5}"/>
          </ac:picMkLst>
        </pc:picChg>
        <pc:picChg chg="add del mod">
          <ac:chgData name="Guilherme Macario" userId="f7d209c4a899cfcf" providerId="LiveId" clId="{C48D4AF6-2537-4444-A030-55EEE1F20479}" dt="2024-06-07T21:47:43.526" v="202"/>
          <ac:picMkLst>
            <pc:docMk/>
            <pc:sldMk cId="439215134" sldId="288"/>
            <ac:picMk id="9" creationId="{ED1B8BFA-988A-9580-8399-D7170647EA37}"/>
          </ac:picMkLst>
        </pc:picChg>
        <pc:picChg chg="add del mod">
          <ac:chgData name="Guilherme Macario" userId="f7d209c4a899cfcf" providerId="LiveId" clId="{C48D4AF6-2537-4444-A030-55EEE1F20479}" dt="2024-06-07T21:49:11.344" v="206"/>
          <ac:picMkLst>
            <pc:docMk/>
            <pc:sldMk cId="439215134" sldId="288"/>
            <ac:picMk id="14" creationId="{7A2066B6-542C-4ACC-4D9F-DE9115D1A629}"/>
          </ac:picMkLst>
        </pc:picChg>
        <pc:picChg chg="add del mod">
          <ac:chgData name="Guilherme Macario" userId="f7d209c4a899cfcf" providerId="LiveId" clId="{C48D4AF6-2537-4444-A030-55EEE1F20479}" dt="2024-06-07T21:50:44.032" v="219"/>
          <ac:picMkLst>
            <pc:docMk/>
            <pc:sldMk cId="439215134" sldId="288"/>
            <ac:picMk id="15" creationId="{B75D17EC-21A2-4BF0-CCEF-0E6C8A990350}"/>
          </ac:picMkLst>
        </pc:picChg>
        <pc:picChg chg="add mod">
          <ac:chgData name="Guilherme Macario" userId="f7d209c4a899cfcf" providerId="LiveId" clId="{C48D4AF6-2537-4444-A030-55EEE1F20479}" dt="2024-06-07T21:49:37.995" v="209" actId="1076"/>
          <ac:picMkLst>
            <pc:docMk/>
            <pc:sldMk cId="439215134" sldId="288"/>
            <ac:picMk id="19" creationId="{6D5AA247-6D8E-A65A-8E81-737986870A82}"/>
          </ac:picMkLst>
        </pc:picChg>
        <pc:picChg chg="add del mod">
          <ac:chgData name="Guilherme Macario" userId="f7d209c4a899cfcf" providerId="LiveId" clId="{C48D4AF6-2537-4444-A030-55EEE1F20479}" dt="2024-06-07T21:50:22.379" v="214" actId="478"/>
          <ac:picMkLst>
            <pc:docMk/>
            <pc:sldMk cId="439215134" sldId="288"/>
            <ac:picMk id="21" creationId="{6B3C3236-D531-B4A4-7D70-A732311A2996}"/>
          </ac:picMkLst>
        </pc:picChg>
        <pc:picChg chg="add del mod ord">
          <ac:chgData name="Guilherme Macario" userId="f7d209c4a899cfcf" providerId="LiveId" clId="{C48D4AF6-2537-4444-A030-55EEE1F20479}" dt="2024-06-07T21:51:55.196" v="220"/>
          <ac:picMkLst>
            <pc:docMk/>
            <pc:sldMk cId="439215134" sldId="288"/>
            <ac:picMk id="23" creationId="{98B6467F-E13F-A88B-B6E8-CCC4F94325E6}"/>
          </ac:picMkLst>
        </pc:picChg>
        <pc:picChg chg="add mod">
          <ac:chgData name="Guilherme Macario" userId="f7d209c4a899cfcf" providerId="LiveId" clId="{C48D4AF6-2537-4444-A030-55EEE1F20479}" dt="2024-06-07T21:51:55.196" v="220"/>
          <ac:picMkLst>
            <pc:docMk/>
            <pc:sldMk cId="439215134" sldId="288"/>
            <ac:picMk id="24" creationId="{D99D8E3D-4B54-E611-CB77-47F132B272D9}"/>
          </ac:picMkLst>
        </pc:picChg>
        <pc:picChg chg="add mod">
          <ac:chgData name="Guilherme Macario" userId="f7d209c4a899cfcf" providerId="LiveId" clId="{C48D4AF6-2537-4444-A030-55EEE1F20479}" dt="2024-06-07T21:50:26.749" v="217" actId="1076"/>
          <ac:picMkLst>
            <pc:docMk/>
            <pc:sldMk cId="439215134" sldId="288"/>
            <ac:picMk id="4098" creationId="{24BDB876-7C05-483C-F4C1-ED3CA8F135F6}"/>
          </ac:picMkLst>
        </pc:picChg>
      </pc:sldChg>
      <pc:sldChg chg="addSp delSp modSp add del mod modTransition modAnim">
        <pc:chgData name="Guilherme Macario" userId="f7d209c4a899cfcf" providerId="LiveId" clId="{C48D4AF6-2537-4444-A030-55EEE1F20479}" dt="2024-06-07T21:47:48.400" v="203" actId="47"/>
        <pc:sldMkLst>
          <pc:docMk/>
          <pc:sldMk cId="373337588" sldId="289"/>
        </pc:sldMkLst>
        <pc:spChg chg="del mod">
          <ac:chgData name="Guilherme Macario" userId="f7d209c4a899cfcf" providerId="LiveId" clId="{C48D4AF6-2537-4444-A030-55EEE1F20479}" dt="2024-06-07T21:15:08.699" v="84" actId="478"/>
          <ac:spMkLst>
            <pc:docMk/>
            <pc:sldMk cId="373337588" sldId="289"/>
            <ac:spMk id="2" creationId="{AA865B38-235C-4251-2C6C-709C6B381787}"/>
          </ac:spMkLst>
        </pc:spChg>
        <pc:spChg chg="add del mod">
          <ac:chgData name="Guilherme Macario" userId="f7d209c4a899cfcf" providerId="LiveId" clId="{C48D4AF6-2537-4444-A030-55EEE1F20479}" dt="2024-06-07T21:15:12.076" v="86" actId="478"/>
          <ac:spMkLst>
            <pc:docMk/>
            <pc:sldMk cId="373337588" sldId="289"/>
            <ac:spMk id="7" creationId="{FADCE733-9350-FC86-6773-3BF4974654A5}"/>
          </ac:spMkLst>
        </pc:spChg>
        <pc:graphicFrameChg chg="del">
          <ac:chgData name="Guilherme Macario" userId="f7d209c4a899cfcf" providerId="LiveId" clId="{C48D4AF6-2537-4444-A030-55EEE1F20479}" dt="2024-06-07T21:15:14.595" v="87" actId="478"/>
          <ac:graphicFrameMkLst>
            <pc:docMk/>
            <pc:sldMk cId="373337588" sldId="289"/>
            <ac:graphicFrameMk id="12" creationId="{238837CF-97C0-DEA6-EECB-820D842E9022}"/>
          </ac:graphicFrameMkLst>
        </pc:graphicFrameChg>
        <pc:graphicFrameChg chg="del">
          <ac:chgData name="Guilherme Macario" userId="f7d209c4a899cfcf" providerId="LiveId" clId="{C48D4AF6-2537-4444-A030-55EEE1F20479}" dt="2024-06-07T21:13:50.419" v="77" actId="478"/>
          <ac:graphicFrameMkLst>
            <pc:docMk/>
            <pc:sldMk cId="373337588" sldId="289"/>
            <ac:graphicFrameMk id="13" creationId="{82C27806-0E55-E632-8A2C-00DB1AF161BD}"/>
          </ac:graphicFrameMkLst>
        </pc:graphicFrameChg>
        <pc:picChg chg="add del mod ord">
          <ac:chgData name="Guilherme Macario" userId="f7d209c4a899cfcf" providerId="LiveId" clId="{C48D4AF6-2537-4444-A030-55EEE1F20479}" dt="2024-06-07T21:47:20.980" v="196"/>
          <ac:picMkLst>
            <pc:docMk/>
            <pc:sldMk cId="373337588" sldId="289"/>
            <ac:picMk id="16" creationId="{693B3DE5-4852-906B-917D-1DE8D3C9C814}"/>
          </ac:picMkLst>
        </pc:picChg>
        <pc:picChg chg="del">
          <ac:chgData name="Guilherme Macario" userId="f7d209c4a899cfcf" providerId="LiveId" clId="{C48D4AF6-2537-4444-A030-55EEE1F20479}" dt="2024-06-07T21:13:52.005" v="78" actId="478"/>
          <ac:picMkLst>
            <pc:docMk/>
            <pc:sldMk cId="373337588" sldId="289"/>
            <ac:picMk id="19" creationId="{EC799EAC-C274-371A-9FE3-189D7EE19106}"/>
          </ac:picMkLst>
        </pc:picChg>
        <pc:picChg chg="add del mod">
          <ac:chgData name="Guilherme Macario" userId="f7d209c4a899cfcf" providerId="LiveId" clId="{C48D4AF6-2537-4444-A030-55EEE1F20479}" dt="2024-06-07T21:47:30.126" v="199"/>
          <ac:picMkLst>
            <pc:docMk/>
            <pc:sldMk cId="373337588" sldId="289"/>
            <ac:picMk id="20" creationId="{3DFDE594-B53D-16FE-6935-573A48B8CE64}"/>
          </ac:picMkLst>
        </pc:picChg>
        <pc:picChg chg="del">
          <ac:chgData name="Guilherme Macario" userId="f7d209c4a899cfcf" providerId="LiveId" clId="{C48D4AF6-2537-4444-A030-55EEE1F20479}" dt="2024-06-07T21:46:54.244" v="195"/>
          <ac:picMkLst>
            <pc:docMk/>
            <pc:sldMk cId="373337588" sldId="289"/>
            <ac:picMk id="33" creationId="{DE47B13B-19F4-8F95-4A80-50A227607F19}"/>
          </ac:picMkLst>
        </pc:picChg>
        <pc:picChg chg="add del mod">
          <ac:chgData name="Guilherme Macario" userId="f7d209c4a899cfcf" providerId="LiveId" clId="{C48D4AF6-2537-4444-A030-55EEE1F20479}" dt="2024-06-07T21:24:18.327" v="137" actId="478"/>
          <ac:picMkLst>
            <pc:docMk/>
            <pc:sldMk cId="373337588" sldId="289"/>
            <ac:picMk id="2050" creationId="{DF9DD75F-9F9A-1345-79AD-AD2DC924BE49}"/>
          </ac:picMkLst>
        </pc:picChg>
        <pc:picChg chg="add del mod">
          <ac:chgData name="Guilherme Macario" userId="f7d209c4a899cfcf" providerId="LiveId" clId="{C48D4AF6-2537-4444-A030-55EEE1F20479}" dt="2024-06-07T21:20:42.216" v="128" actId="478"/>
          <ac:picMkLst>
            <pc:docMk/>
            <pc:sldMk cId="373337588" sldId="289"/>
            <ac:picMk id="2052" creationId="{707E95C4-26E5-2A48-50D2-478312F0FD43}"/>
          </ac:picMkLst>
        </pc:picChg>
        <pc:picChg chg="add del mod">
          <ac:chgData name="Guilherme Macario" userId="f7d209c4a899cfcf" providerId="LiveId" clId="{C48D4AF6-2537-4444-A030-55EEE1F20479}" dt="2024-06-07T21:34:04.975" v="184" actId="478"/>
          <ac:picMkLst>
            <pc:docMk/>
            <pc:sldMk cId="373337588" sldId="289"/>
            <ac:picMk id="2054" creationId="{3110534E-B424-1358-04F1-C0CA652136BF}"/>
          </ac:picMkLst>
        </pc:picChg>
        <pc:picChg chg="add del mod">
          <ac:chgData name="Guilherme Macario" userId="f7d209c4a899cfcf" providerId="LiveId" clId="{C48D4AF6-2537-4444-A030-55EEE1F20479}" dt="2024-06-07T21:45:24.554" v="192" actId="478"/>
          <ac:picMkLst>
            <pc:docMk/>
            <pc:sldMk cId="373337588" sldId="289"/>
            <ac:picMk id="2056" creationId="{EFF76E7E-3B33-972B-98A2-96541D5B15F5}"/>
          </ac:picMkLst>
        </pc:picChg>
        <pc:picChg chg="add mod">
          <ac:chgData name="Guilherme Macario" userId="f7d209c4a899cfcf" providerId="LiveId" clId="{C48D4AF6-2537-4444-A030-55EEE1F20479}" dt="2024-06-07T21:45:28.429" v="193" actId="14100"/>
          <ac:picMkLst>
            <pc:docMk/>
            <pc:sldMk cId="373337588" sldId="289"/>
            <ac:picMk id="2058" creationId="{70D30FAF-B0E3-1AB9-B5F8-126422A5632C}"/>
          </ac:picMkLst>
        </pc:picChg>
      </pc:sldChg>
      <pc:sldChg chg="del">
        <pc:chgData name="Guilherme Macario" userId="f7d209c4a899cfcf" providerId="LiveId" clId="{C48D4AF6-2537-4444-A030-55EEE1F20479}" dt="2024-06-07T21:24:33.814" v="143" actId="47"/>
        <pc:sldMkLst>
          <pc:docMk/>
          <pc:sldMk cId="765254804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996800" y="1643405"/>
            <a:ext cx="9912500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INTELIGÊNCIA ARTIFICIAL E COMPUTACIONAL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</p:txBody>
      </p:sp>
      <p:pic>
        <p:nvPicPr>
          <p:cNvPr id="25" name="Áudio 24">
            <a:hlinkClick r:id="" action="ppaction://media"/>
            <a:extLst>
              <a:ext uri="{FF2B5EF4-FFF2-40B4-BE49-F238E27FC236}">
                <a16:creationId xmlns:a16="http://schemas.microsoft.com/office/drawing/2014/main" id="{886AF78B-10F6-F994-8E48-9BCD62A90D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 advTm="5313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6">
            <a:extLst>
              <a:ext uri="{FF2B5EF4-FFF2-40B4-BE49-F238E27FC236}">
                <a16:creationId xmlns:a16="http://schemas.microsoft.com/office/drawing/2014/main" id="{AA865B38-235C-4251-2C6C-709C6B381787}"/>
              </a:ext>
            </a:extLst>
          </p:cNvPr>
          <p:cNvSpPr txBox="1"/>
          <p:nvPr/>
        </p:nvSpPr>
        <p:spPr>
          <a:xfrm>
            <a:off x="1866750" y="814429"/>
            <a:ext cx="830595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Poluição por microplásticos</a:t>
            </a:r>
          </a:p>
        </p:txBody>
      </p:sp>
      <p:pic>
        <p:nvPicPr>
          <p:cNvPr id="5" name="Espaço Reservado para Conteúdo 4" descr="Água do mar">
            <a:extLst>
              <a:ext uri="{FF2B5EF4-FFF2-40B4-BE49-F238E27FC236}">
                <a16:creationId xmlns:a16="http://schemas.microsoft.com/office/drawing/2014/main" id="{8977D610-4C85-6E1D-8A6C-194CF673B6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63" y="2060574"/>
            <a:ext cx="4395787" cy="3139847"/>
          </a:xfrm>
        </p:spPr>
      </p:pic>
      <p:sp>
        <p:nvSpPr>
          <p:cNvPr id="6" name="AutoShape 2" descr="Descartáveis são os principais responsáveis pela poluição plástica dos oceanos">
            <a:extLst>
              <a:ext uri="{FF2B5EF4-FFF2-40B4-BE49-F238E27FC236}">
                <a16:creationId xmlns:a16="http://schemas.microsoft.com/office/drawing/2014/main" id="{8097BB6B-BD4F-42C1-BCD2-9752072C4F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 descr="Gráfico, Gráfico de funil">
            <a:extLst>
              <a:ext uri="{FF2B5EF4-FFF2-40B4-BE49-F238E27FC236}">
                <a16:creationId xmlns:a16="http://schemas.microsoft.com/office/drawing/2014/main" id="{08029E8A-0D1A-9F03-CDC4-A02C678E5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468" y="2066696"/>
            <a:ext cx="4395786" cy="3133725"/>
          </a:xfrm>
          <a:prstGeom prst="rect">
            <a:avLst/>
          </a:prstGeom>
        </p:spPr>
      </p:pic>
      <p:pic>
        <p:nvPicPr>
          <p:cNvPr id="36" name="Áudio 35">
            <a:hlinkClick r:id="" action="ppaction://media"/>
            <a:extLst>
              <a:ext uri="{FF2B5EF4-FFF2-40B4-BE49-F238E27FC236}">
                <a16:creationId xmlns:a16="http://schemas.microsoft.com/office/drawing/2014/main" id="{E49DAD59-CE18-D26D-5838-11405F9595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312"/>
    </mc:Choice>
    <mc:Fallback>
      <p:transition spd="slow" advTm="163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88" x="6189663" y="5359400"/>
          <p14:tracePt t="1290" x="6189663" y="5353050"/>
          <p14:tracePt t="1292" x="6189663" y="5346700"/>
          <p14:tracePt t="1300" x="6184900" y="5313363"/>
          <p14:tracePt t="1314" x="6138863" y="5192713"/>
          <p14:tracePt t="1320" x="6116638" y="5130800"/>
          <p14:tracePt t="1335" x="6081713" y="5011738"/>
          <p14:tracePt t="1342" x="6070600" y="4948238"/>
          <p14:tracePt t="1356" x="6035675" y="4787900"/>
          <p14:tracePt t="1362" x="6013450" y="4697413"/>
          <p14:tracePt t="1369" x="5991225" y="4594225"/>
          <p14:tracePt t="1376" x="5967413" y="4508500"/>
          <p14:tracePt t="1383" x="5956300" y="4424363"/>
          <p14:tracePt t="1390" x="5934075" y="4356100"/>
          <p14:tracePt t="1397" x="5910263" y="4275138"/>
          <p14:tracePt t="1404" x="5894388" y="4224338"/>
          <p14:tracePt t="1411" x="5881688" y="4178300"/>
          <p14:tracePt t="1425" x="5830888" y="4081463"/>
          <p14:tracePt t="1431" x="5797550" y="4024313"/>
          <p14:tracePt t="1439" x="5756275" y="3967163"/>
          <p14:tracePt t="1453" x="5676900" y="3881438"/>
          <p14:tracePt t="1459" x="5643563" y="3848100"/>
          <p14:tracePt t="1467" x="5608638" y="3819525"/>
          <p14:tracePt t="1474" x="5573713" y="3797300"/>
          <p14:tracePt t="1480" x="5540375" y="3768725"/>
          <p14:tracePt t="1487" x="5505450" y="3744913"/>
          <p14:tracePt t="1494" x="5465763" y="3729038"/>
          <p14:tracePt t="1501" x="5443538" y="3711575"/>
          <p14:tracePt t="1508" x="5421313" y="3700463"/>
          <p14:tracePt t="1515" x="5403850" y="3687763"/>
          <p14:tracePt t="1522" x="5380038" y="3676650"/>
          <p14:tracePt t="1529" x="5357813" y="3659188"/>
          <p14:tracePt t="1536" x="5335588" y="3648075"/>
          <p14:tracePt t="1550" x="5283200" y="3625850"/>
          <p14:tracePt t="1557" x="5260975" y="3619500"/>
          <p14:tracePt t="1564" x="5232400" y="3614738"/>
          <p14:tracePt t="1578" x="5170488" y="3603625"/>
          <p14:tracePt t="1584" x="5129213" y="3603625"/>
          <p14:tracePt t="1591" x="5078413" y="3597275"/>
          <p14:tracePt t="1599" x="5021263" y="3597275"/>
          <p14:tracePt t="1612" x="4902200" y="3597275"/>
          <p14:tracePt t="1619" x="4849813" y="3597275"/>
          <p14:tracePt t="1626" x="4794250" y="3597275"/>
          <p14:tracePt t="1633" x="4741863" y="3597275"/>
          <p14:tracePt t="1640" x="4691063" y="3597275"/>
          <p14:tracePt t="1647" x="4651375" y="3597275"/>
          <p14:tracePt t="1654" x="4633913" y="3597275"/>
          <p14:tracePt t="1668" x="4600575" y="3590925"/>
          <p14:tracePt t="2216" x="4605338" y="3590925"/>
          <p14:tracePt t="2219" x="4611688" y="3590925"/>
          <p14:tracePt t="2220" x="4616450" y="3590925"/>
          <p14:tracePt t="2223" x="4627563" y="3590925"/>
          <p14:tracePt t="2230" x="4673600" y="3586163"/>
          <p14:tracePt t="2244" x="4787900" y="3551238"/>
          <p14:tracePt t="2258" x="4930775" y="3500438"/>
          <p14:tracePt t="2272" x="5056188" y="3454400"/>
          <p14:tracePt t="2287" x="5192713" y="3408363"/>
          <p14:tracePt t="2293" x="5289550" y="3392488"/>
          <p14:tracePt t="2307" x="5465763" y="3340100"/>
          <p14:tracePt t="2313" x="5546725" y="3317875"/>
          <p14:tracePt t="2320" x="5614988" y="3300413"/>
          <p14:tracePt t="2327" x="5676900" y="3278188"/>
          <p14:tracePt t="2335" x="5740400" y="3254375"/>
          <p14:tracePt t="2341" x="5784850" y="3238500"/>
          <p14:tracePt t="2348" x="5819775" y="3221038"/>
          <p14:tracePt t="2355" x="5853113" y="3203575"/>
          <p14:tracePt t="2362" x="5888038" y="3192463"/>
          <p14:tracePt t="2369" x="5921375" y="3175000"/>
          <p14:tracePt t="2376" x="5949950" y="3163888"/>
          <p14:tracePt t="2383" x="5978525" y="3157538"/>
          <p14:tracePt t="2390" x="6007100" y="3146425"/>
          <p14:tracePt t="2397" x="6030913" y="3135313"/>
          <p14:tracePt t="2407" x="6059488" y="3128963"/>
          <p14:tracePt t="2414" x="6088063" y="3117850"/>
          <p14:tracePt t="2420" x="6103938" y="3117850"/>
          <p14:tracePt t="2427" x="6121400" y="3113088"/>
          <p14:tracePt t="2433" x="6127750" y="3106738"/>
          <p14:tracePt t="2438" x="6145213" y="3101975"/>
          <p14:tracePt t="2453" x="6161088" y="3095625"/>
          <p14:tracePt t="4115" x="6167438" y="3095625"/>
          <p14:tracePt t="4117" x="6178550" y="3089275"/>
          <p14:tracePt t="4119" x="6184900" y="3084513"/>
          <p14:tracePt t="4126" x="6229350" y="3073400"/>
          <p14:tracePt t="4140" x="6429375" y="2992438"/>
          <p14:tracePt t="4147" x="6572250" y="2947988"/>
          <p14:tracePt t="4154" x="6737350" y="2895600"/>
          <p14:tracePt t="4169" x="7091363" y="2809875"/>
          <p14:tracePt t="4170" x="7199313" y="2776538"/>
          <p14:tracePt t="4171" x="7210425" y="2776538"/>
          <p14:tracePt t="4172" x="7232650" y="2770188"/>
          <p14:tracePt t="4173" x="7261225" y="2765425"/>
          <p14:tracePt t="4177" x="7369175" y="2730500"/>
          <p14:tracePt t="4178" x="7404100" y="2725738"/>
          <p14:tracePt t="4179" x="7426325" y="2719388"/>
          <p14:tracePt t="4180" x="7454900" y="2708275"/>
          <p14:tracePt t="4189" x="7677150" y="2651125"/>
          <p14:tracePt t="4196" x="7848600" y="2600325"/>
          <p14:tracePt t="4202" x="8002588" y="2554288"/>
          <p14:tracePt t="4217" x="8242300" y="2490788"/>
          <p14:tracePt t="4231" x="8447088" y="2422525"/>
          <p14:tracePt t="4237" x="8515350" y="2405063"/>
          <p14:tracePt t="4244" x="8555038" y="2389188"/>
          <p14:tracePt t="4251" x="8583613" y="2382838"/>
          <p14:tracePt t="4265" x="8607425" y="2371725"/>
          <p14:tracePt t="4324" x="8607425" y="2365375"/>
          <p14:tracePt t="4337" x="8601075" y="2360613"/>
          <p14:tracePt t="4344" x="8594725" y="2354263"/>
          <p14:tracePt t="4346" x="8589963" y="2354263"/>
          <p14:tracePt t="4351" x="8583613" y="2354263"/>
          <p14:tracePt t="4352" x="8578850" y="2354263"/>
          <p14:tracePt t="4353" x="8578850" y="2349500"/>
          <p14:tracePt t="4362" x="8566150" y="2343150"/>
          <p14:tracePt t="4376" x="8539163" y="2336800"/>
          <p14:tracePt t="4390" x="8486775" y="2332038"/>
          <p14:tracePt t="4397" x="8453438" y="2332038"/>
          <p14:tracePt t="4405" x="8413750" y="2325688"/>
          <p14:tracePt t="4418" x="8356600" y="2320925"/>
          <p14:tracePt t="4432" x="8293100" y="2314575"/>
          <p14:tracePt t="4446" x="8235950" y="2303463"/>
          <p14:tracePt t="4460" x="8167688" y="2286000"/>
          <p14:tracePt t="4466" x="8134350" y="2274888"/>
          <p14:tracePt t="4474" x="8105775" y="2268538"/>
          <p14:tracePt t="4480" x="8066088" y="2257425"/>
          <p14:tracePt t="4487" x="8031163" y="2251075"/>
          <p14:tracePt t="4494" x="7996238" y="2235200"/>
          <p14:tracePt t="4501" x="7962900" y="2228850"/>
          <p14:tracePt t="4515" x="7894638" y="2206625"/>
          <p14:tracePt t="4529" x="7837488" y="2182813"/>
          <p14:tracePt t="4543" x="7797800" y="2160588"/>
          <p14:tracePt t="4557" x="7780338" y="2149475"/>
          <p14:tracePt t="4571" x="7762875" y="2125663"/>
          <p14:tracePt t="4577" x="7758113" y="2120900"/>
          <p14:tracePt t="4588" x="7758113" y="2114550"/>
          <p14:tracePt t="4589" x="7751763" y="2114550"/>
          <p14:tracePt t="4594" x="7751763" y="2109788"/>
          <p14:tracePt t="4602" x="7751763" y="2103438"/>
          <p14:tracePt t="4608" x="7745413" y="2097088"/>
          <p14:tracePt t="4618" x="7745413" y="2092325"/>
          <p14:tracePt t="4622" x="7740650" y="2092325"/>
          <p14:tracePt t="4633" x="7740650" y="2081213"/>
          <p14:tracePt t="4640" x="7734300" y="2081213"/>
          <p14:tracePt t="4647" x="7734300" y="2074863"/>
          <p14:tracePt t="4662" x="7729538" y="2063750"/>
          <p14:tracePt t="4675" x="7723188" y="2063750"/>
          <p14:tracePt t="4883" x="7723188" y="2070100"/>
          <p14:tracePt t="4894" x="7723188" y="2074863"/>
          <p14:tracePt t="4899" x="7723188" y="2081213"/>
          <p14:tracePt t="4907" x="7729538" y="2085975"/>
          <p14:tracePt t="4910" x="7729538" y="2092325"/>
          <p14:tracePt t="4915" x="7729538" y="2097088"/>
          <p14:tracePt t="4919" x="7729538" y="2103438"/>
          <p14:tracePt t="4925" x="7729538" y="2114550"/>
          <p14:tracePt t="4932" x="7729538" y="2120900"/>
          <p14:tracePt t="4946" x="7729538" y="2138363"/>
          <p14:tracePt t="4958" x="7729538" y="2154238"/>
          <p14:tracePt t="4965" x="7729538" y="2160588"/>
          <p14:tracePt t="4968" x="7729538" y="2166938"/>
          <p14:tracePt t="4975" x="7729538" y="2171700"/>
          <p14:tracePt t="4983" x="7729538" y="2182813"/>
          <p14:tracePt t="4990" x="7729538" y="2200275"/>
          <p14:tracePt t="4996" x="7723188" y="2217738"/>
          <p14:tracePt t="5002" x="7723188" y="2222500"/>
          <p14:tracePt t="5008" x="7712075" y="2239963"/>
          <p14:tracePt t="5015" x="7700963" y="2251075"/>
          <p14:tracePt t="5022" x="7694613" y="2268538"/>
          <p14:tracePt t="5029" x="7683500" y="2279650"/>
          <p14:tracePt t="5036" x="7672388" y="2292350"/>
          <p14:tracePt t="5043" x="7661275" y="2303463"/>
          <p14:tracePt t="5050" x="7648575" y="2314575"/>
          <p14:tracePt t="5057" x="7637463" y="2332038"/>
          <p14:tracePt t="5064" x="7626350" y="2343150"/>
          <p14:tracePt t="5071" x="7608888" y="2365375"/>
          <p14:tracePt t="5085" x="7580313" y="2400300"/>
          <p14:tracePt t="5092" x="7558088" y="2417763"/>
          <p14:tracePt t="5098" x="7540625" y="2428875"/>
          <p14:tracePt t="5106" x="7518400" y="2439988"/>
          <p14:tracePt t="5112" x="7507288" y="2451100"/>
          <p14:tracePt t="5120" x="7494588" y="2462213"/>
          <p14:tracePt t="5126" x="7483475" y="2468563"/>
          <p14:tracePt t="5133" x="7478713" y="2474913"/>
          <p14:tracePt t="5140" x="7472363" y="2474913"/>
          <p14:tracePt t="5283" x="7472363" y="2479675"/>
          <p14:tracePt t="5309" x="7472363" y="2486025"/>
          <p14:tracePt t="5324" x="7472363" y="2490788"/>
          <p14:tracePt t="5350" x="7472363" y="2497138"/>
          <p14:tracePt t="5393" x="7478713" y="2501900"/>
          <p14:tracePt t="5395" x="7478713" y="2508250"/>
          <p14:tracePt t="5401" x="7483475" y="2508250"/>
          <p14:tracePt t="5415" x="7483475" y="2514600"/>
          <p14:tracePt t="5531" x="7489825" y="2514600"/>
          <p14:tracePt t="5534" x="7489825" y="2508250"/>
          <p14:tracePt t="5538" x="7489825" y="2501900"/>
          <p14:tracePt t="5543" x="7494588" y="2497138"/>
          <p14:tracePt t="5557" x="7512050" y="2457450"/>
          <p14:tracePt t="5564" x="7518400" y="2446338"/>
          <p14:tracePt t="5571" x="7523163" y="2422525"/>
          <p14:tracePt t="5585" x="7535863" y="2376488"/>
          <p14:tracePt t="5592" x="7535863" y="2354263"/>
          <p14:tracePt t="5606" x="7535863" y="2314575"/>
          <p14:tracePt t="5613" x="7529513" y="2292350"/>
          <p14:tracePt t="5627" x="7518400" y="2251075"/>
          <p14:tracePt t="5633" x="7507288" y="2235200"/>
          <p14:tracePt t="5640" x="7494588" y="2211388"/>
          <p14:tracePt t="5647" x="7483475" y="2206625"/>
          <p14:tracePt t="5654" x="7472363" y="2189163"/>
          <p14:tracePt t="5661" x="7454900" y="2166938"/>
          <p14:tracePt t="5668" x="7432675" y="2143125"/>
          <p14:tracePt t="5682" x="7404100" y="2114550"/>
          <p14:tracePt t="5689" x="7397750" y="2097088"/>
          <p14:tracePt t="5696" x="7392988" y="2085975"/>
          <p14:tracePt t="5710" x="7392988" y="2063750"/>
          <p14:tracePt t="5717" x="7392988" y="2052638"/>
          <p14:tracePt t="5724" x="7392988" y="2041525"/>
          <p14:tracePt t="5732" x="7392988" y="2028825"/>
          <p14:tracePt t="5738" x="7397750" y="2017713"/>
          <p14:tracePt t="5744" x="7404100" y="2006600"/>
          <p14:tracePt t="5751" x="7415213" y="1995488"/>
          <p14:tracePt t="5758" x="7426325" y="1978025"/>
          <p14:tracePt t="5765" x="7450138" y="1960563"/>
          <p14:tracePt t="5773" x="7467600" y="1955800"/>
          <p14:tracePt t="5779" x="7489825" y="1938338"/>
          <p14:tracePt t="5786" x="7535863" y="1909763"/>
          <p14:tracePt t="5801" x="7626350" y="1858963"/>
          <p14:tracePt t="5807" x="7723188" y="1819275"/>
          <p14:tracePt t="5821" x="7916863" y="1744663"/>
          <p14:tracePt t="5828" x="8048625" y="1709738"/>
          <p14:tracePt t="5837" x="8189913" y="1670050"/>
          <p14:tracePt t="5845" x="8310563" y="1641475"/>
          <p14:tracePt t="5852" x="8464550" y="1612900"/>
          <p14:tracePt t="5858" x="8636000" y="1584325"/>
          <p14:tracePt t="5865" x="8794750" y="1568450"/>
          <p14:tracePt t="5871" x="8999538" y="1544638"/>
          <p14:tracePt t="5878" x="9177338" y="1539875"/>
          <p14:tracePt t="5886" x="9496425" y="1527175"/>
          <p14:tracePt t="5893" x="9791700" y="1527175"/>
          <p14:tracePt t="5900" x="10106025" y="1555750"/>
          <p14:tracePt t="5908" x="10350500" y="1584325"/>
          <p14:tracePt t="5916" x="10641013" y="1636713"/>
          <p14:tracePt t="5924" x="10863263" y="1693863"/>
          <p14:tracePt t="5938" x="11256963" y="1835150"/>
          <p14:tracePt t="5945" x="11371263" y="1898650"/>
          <p14:tracePt t="5952" x="11433175" y="1955800"/>
          <p14:tracePt t="5959" x="11474450" y="2006600"/>
          <p14:tracePt t="5966" x="11496675" y="2063750"/>
          <p14:tracePt t="5974" x="11503025" y="2114550"/>
          <p14:tracePt t="5983" x="11503025" y="2211388"/>
          <p14:tracePt t="5991" x="11503025" y="2268538"/>
          <p14:tracePt t="5999" x="11496675" y="2320925"/>
          <p14:tracePt t="6007" x="11485563" y="2371725"/>
          <p14:tracePt t="6014" x="11479213" y="2411413"/>
          <p14:tracePt t="6023" x="11468100" y="2451100"/>
          <p14:tracePt t="6030" x="11461750" y="2474913"/>
          <p14:tracePt t="6038" x="11450638" y="2486025"/>
          <p14:tracePt t="6047" x="11445875" y="2501900"/>
          <p14:tracePt t="6170" x="11439525" y="2501900"/>
          <p14:tracePt t="6180" x="11433175" y="2501900"/>
          <p14:tracePt t="6184" x="11422063" y="2501900"/>
          <p14:tracePt t="6189" x="11417300" y="2501900"/>
          <p14:tracePt t="6196" x="11399838" y="2501900"/>
          <p14:tracePt t="6210" x="11325225" y="2486025"/>
          <p14:tracePt t="6217" x="11291888" y="2486025"/>
          <p14:tracePt t="6231" x="11182350" y="2462213"/>
          <p14:tracePt t="6237" x="11126788" y="2451100"/>
          <p14:tracePt t="6252" x="10988675" y="2433638"/>
          <p14:tracePt t="6266" x="10858500" y="2428875"/>
          <p14:tracePt t="6272" x="10795000" y="2422525"/>
          <p14:tracePt t="6279" x="10721975" y="2422525"/>
          <p14:tracePt t="6286" x="10641013" y="2422525"/>
          <p14:tracePt t="6300" x="10504488" y="2428875"/>
          <p14:tracePt t="6307" x="10436225" y="2433638"/>
          <p14:tracePt t="6314" x="10385425" y="2439988"/>
          <p14:tracePt t="6328" x="10288588" y="2451100"/>
          <p14:tracePt t="6335" x="10253663" y="2462213"/>
          <p14:tracePt t="6342" x="10220325" y="2462213"/>
          <p14:tracePt t="6350" x="10191750" y="2468563"/>
          <p14:tracePt t="6362" x="10139363" y="2468563"/>
          <p14:tracePt t="6369" x="10117138" y="2468563"/>
          <p14:tracePt t="6377" x="10094913" y="2474913"/>
          <p14:tracePt t="6390" x="10020300" y="2479675"/>
          <p14:tracePt t="6397" x="9985375" y="2479675"/>
          <p14:tracePt t="6404" x="9934575" y="2479675"/>
          <p14:tracePt t="6419" x="9786938" y="2479675"/>
          <p14:tracePt t="6421" x="9729788" y="2479675"/>
          <p14:tracePt t="6422" x="9718675" y="2479675"/>
          <p14:tracePt t="6423" x="9707563" y="2479675"/>
          <p14:tracePt t="6424" x="9690100" y="2479675"/>
          <p14:tracePt t="6439" x="9467850" y="2479675"/>
          <p14:tracePt t="6446" x="9331325" y="2486025"/>
          <p14:tracePt t="6453" x="9193213" y="2486025"/>
          <p14:tracePt t="6467" x="8959850" y="2490788"/>
          <p14:tracePt t="6474" x="8845550" y="2490788"/>
          <p14:tracePt t="6481" x="8748713" y="2490788"/>
          <p14:tracePt t="6487" x="8623300" y="2490788"/>
          <p14:tracePt t="6494" x="8521700" y="2486025"/>
          <p14:tracePt t="6501" x="8413750" y="2486025"/>
          <p14:tracePt t="6508" x="8288338" y="2479675"/>
          <p14:tracePt t="6515" x="8185150" y="2474913"/>
          <p14:tracePt t="6522" x="8093075" y="2474913"/>
          <p14:tracePt t="6529" x="8002588" y="2474913"/>
          <p14:tracePt t="6536" x="7923213" y="2474913"/>
          <p14:tracePt t="6543" x="7854950" y="2474913"/>
          <p14:tracePt t="6551" x="7780338" y="2486025"/>
          <p14:tracePt t="6560" x="7729538" y="2497138"/>
          <p14:tracePt t="6566" x="7700963" y="2508250"/>
          <p14:tracePt t="6572" x="7666038" y="2519363"/>
          <p14:tracePt t="6578" x="7643813" y="2530475"/>
          <p14:tracePt t="6585" x="7615238" y="2536825"/>
          <p14:tracePt t="6592" x="7597775" y="2554288"/>
          <p14:tracePt t="6599" x="7580313" y="2559050"/>
          <p14:tracePt t="6606" x="7564438" y="2571750"/>
          <p14:tracePt t="6620" x="7551738" y="2571750"/>
          <p14:tracePt t="6716" x="7551738" y="2576513"/>
          <p14:tracePt t="6728" x="7558088" y="2576513"/>
          <p14:tracePt t="6733" x="7569200" y="2582863"/>
          <p14:tracePt t="6737" x="7575550" y="2587625"/>
          <p14:tracePt t="6744" x="7591425" y="2600325"/>
          <p14:tracePt t="6758" x="7648575" y="2611438"/>
          <p14:tracePt t="6765" x="7700963" y="2622550"/>
          <p14:tracePt t="6780" x="7815263" y="2633663"/>
          <p14:tracePt t="6787" x="7894638" y="2633663"/>
          <p14:tracePt t="6795" x="7967663" y="2633663"/>
          <p14:tracePt t="6803" x="8042275" y="2633663"/>
          <p14:tracePt t="6810" x="8110538" y="2633663"/>
          <p14:tracePt t="6817" x="8167688" y="2633663"/>
          <p14:tracePt t="6825" x="8235950" y="2633663"/>
          <p14:tracePt t="6834" x="8293100" y="2627313"/>
          <p14:tracePt t="6841" x="8361363" y="2627313"/>
          <p14:tracePt t="6848" x="8418513" y="2627313"/>
          <p14:tracePt t="6855" x="8475663" y="2633663"/>
          <p14:tracePt t="6861" x="8543925" y="2640013"/>
          <p14:tracePt t="6869" x="8618538" y="2644775"/>
          <p14:tracePt t="6877" x="8720138" y="2651125"/>
          <p14:tracePt t="6886" x="8851900" y="2662238"/>
          <p14:tracePt t="6894" x="8970963" y="2673350"/>
          <p14:tracePt t="6901" x="9080500" y="2679700"/>
          <p14:tracePt t="6908" x="9199563" y="2684463"/>
          <p14:tracePt t="6916" x="9302750" y="2684463"/>
          <p14:tracePt t="6922" x="9393238" y="2684463"/>
          <p14:tracePt t="6930" x="9485313" y="2679700"/>
          <p14:tracePt t="6937" x="9553575" y="2662238"/>
          <p14:tracePt t="6944" x="9598025" y="2651125"/>
          <p14:tracePt t="6950" x="9621838" y="2640013"/>
          <p14:tracePt t="6956" x="9644063" y="2627313"/>
          <p14:tracePt t="6963" x="9655175" y="2622550"/>
          <p14:tracePt t="6969" x="9666288" y="2616200"/>
          <p14:tracePt t="6975" x="9666288" y="2611438"/>
          <p14:tracePt t="7094" x="9666288" y="2616200"/>
          <p14:tracePt t="7096" x="9661525" y="2616200"/>
          <p14:tracePt t="7099" x="9655175" y="2616200"/>
          <p14:tracePt t="7105" x="9637713" y="2622550"/>
          <p14:tracePt t="7113" x="9621838" y="2627313"/>
          <p14:tracePt t="7126" x="9553575" y="2644775"/>
          <p14:tracePt t="7133" x="9518650" y="2651125"/>
          <p14:tracePt t="7147" x="9450388" y="2662238"/>
          <p14:tracePt t="7155" x="9415463" y="2668588"/>
          <p14:tracePt t="7161" x="9375775" y="2673350"/>
          <p14:tracePt t="7175" x="9263063" y="2679700"/>
          <p14:tracePt t="7182" x="9188450" y="2684463"/>
          <p14:tracePt t="7189" x="9113838" y="2690813"/>
          <p14:tracePt t="7203" x="8937625" y="2701925"/>
          <p14:tracePt t="7217" x="8772525" y="2719388"/>
          <p14:tracePt t="7224" x="8686800" y="2736850"/>
          <p14:tracePt t="7231" x="8618538" y="2747963"/>
          <p14:tracePt t="7237" x="8550275" y="2759075"/>
          <p14:tracePt t="7244" x="8469313" y="2781300"/>
          <p14:tracePt t="7259" x="8339138" y="2827338"/>
          <p14:tracePt t="7265" x="8281988" y="2851150"/>
          <p14:tracePt t="7279" x="8213725" y="2884488"/>
          <p14:tracePt t="7286" x="8185150" y="2906713"/>
          <p14:tracePt t="7301" x="8134350" y="2941638"/>
          <p14:tracePt t="7307" x="8116888" y="2959100"/>
          <p14:tracePt t="7314" x="8105775" y="2963863"/>
          <p14:tracePt t="7328" x="8099425" y="2970213"/>
          <p14:tracePt t="7366" x="8105775" y="2970213"/>
          <p14:tracePt t="7368" x="8110538" y="2970213"/>
          <p14:tracePt t="7372" x="8121650" y="2970213"/>
          <p14:tracePt t="7376" x="8139113" y="2970213"/>
          <p14:tracePt t="7383" x="8185150" y="2970213"/>
          <p14:tracePt t="7391" x="8264525" y="2963863"/>
          <p14:tracePt t="7400" x="8372475" y="2959100"/>
          <p14:tracePt t="7409" x="8539163" y="2941638"/>
          <p14:tracePt t="7416" x="8669338" y="2930525"/>
          <p14:tracePt t="7424" x="8829675" y="2924175"/>
          <p14:tracePt t="7431" x="8988425" y="2913063"/>
          <p14:tracePt t="7438" x="9153525" y="2906713"/>
          <p14:tracePt t="7444" x="9274175" y="2901950"/>
          <p14:tracePt t="7451" x="9393238" y="2901950"/>
          <p14:tracePt t="7459" x="9485313" y="2895600"/>
          <p14:tracePt t="7466" x="9540875" y="2895600"/>
          <p14:tracePt t="7472" x="9586913" y="2890838"/>
          <p14:tracePt t="7479" x="9604375" y="2890838"/>
          <p14:tracePt t="7486" x="9610725" y="2890838"/>
          <p14:tracePt t="7572" x="9604375" y="2890838"/>
          <p14:tracePt t="7576" x="9598025" y="2890838"/>
          <p14:tracePt t="7583" x="9593263" y="2890838"/>
          <p14:tracePt t="7591" x="9586913" y="2890838"/>
          <p14:tracePt t="7597" x="9582150" y="2890838"/>
          <p14:tracePt t="7602" x="9575800" y="2890838"/>
          <p14:tracePt t="7609" x="9569450" y="2890838"/>
          <p14:tracePt t="7623" x="9564688" y="2890838"/>
          <p14:tracePt t="8469" x="9564688" y="2884488"/>
          <p14:tracePt t="8471" x="9569450" y="2884488"/>
          <p14:tracePt t="8476" x="9575800" y="2878138"/>
          <p14:tracePt t="8481" x="9582150" y="2878138"/>
          <p14:tracePt t="8495" x="9610725" y="2867025"/>
          <p14:tracePt t="8509" x="9655175" y="2855913"/>
          <p14:tracePt t="8515" x="9678988" y="2851150"/>
          <p14:tracePt t="8529" x="9712325" y="2838450"/>
          <p14:tracePt t="8536" x="9729788" y="2833688"/>
          <p14:tracePt t="8543" x="9752013" y="2827338"/>
          <p14:tracePt t="8550" x="9775825" y="2822575"/>
          <p14:tracePt t="8557" x="9798050" y="2816225"/>
          <p14:tracePt t="8564" x="9820275" y="2809875"/>
          <p14:tracePt t="8578" x="9861550" y="2805113"/>
          <p14:tracePt t="8585" x="9883775" y="2805113"/>
          <p14:tracePt t="8592" x="9906000" y="2798763"/>
          <p14:tracePt t="8599" x="9929813" y="2794000"/>
          <p14:tracePt t="8606" x="9945688" y="2794000"/>
          <p14:tracePt t="8612" x="9969500" y="2787650"/>
          <p14:tracePt t="8619" x="9991725" y="2787650"/>
          <p14:tracePt t="8627" x="10009188" y="2787650"/>
          <p14:tracePt t="8633" x="10026650" y="2787650"/>
          <p14:tracePt t="8640" x="10031413" y="2787650"/>
          <p14:tracePt t="8655" x="10055225" y="2787650"/>
          <p14:tracePt t="8669" x="10071100" y="2787650"/>
          <p14:tracePt t="8675" x="10077450" y="2787650"/>
          <p14:tracePt t="8691" x="10083800" y="2787650"/>
          <p14:tracePt t="8809" x="10083800" y="2794000"/>
          <p14:tracePt t="8811" x="10077450" y="2794000"/>
          <p14:tracePt t="8816" x="10071100" y="2798763"/>
          <p14:tracePt t="8817" x="10066338" y="2805113"/>
          <p14:tracePt t="8824" x="10059988" y="2809875"/>
          <p14:tracePt t="8835" x="10031413" y="2822575"/>
          <p14:tracePt t="8842" x="10002838" y="2827338"/>
          <p14:tracePt t="8856" x="9934575" y="2844800"/>
          <p14:tracePt t="8862" x="9888538" y="2844800"/>
          <p14:tracePt t="8877" x="9752013" y="2855913"/>
          <p14:tracePt t="8883" x="9666288" y="2855913"/>
          <p14:tracePt t="8890" x="9575800" y="2855913"/>
          <p14:tracePt t="8904" x="9393238" y="2862263"/>
          <p14:tracePt t="8918" x="9188450" y="2867025"/>
          <p14:tracePt t="8925" x="9096375" y="2867025"/>
          <p14:tracePt t="8932" x="8970963" y="2873375"/>
          <p14:tracePt t="8939" x="8829675" y="2873375"/>
          <p14:tracePt t="8946" x="8737600" y="2873375"/>
          <p14:tracePt t="8954" x="8651875" y="2873375"/>
          <p14:tracePt t="8961" x="8583613" y="2873375"/>
          <p14:tracePt t="8969" x="8504238" y="2878138"/>
          <p14:tracePt t="8976" x="8435975" y="2884488"/>
          <p14:tracePt t="8983" x="8361363" y="2884488"/>
          <p14:tracePt t="8990" x="8293100" y="2890838"/>
          <p14:tracePt t="8998" x="8213725" y="2895600"/>
          <p14:tracePt t="9005" x="8134350" y="2895600"/>
          <p14:tracePt t="9015" x="8020050" y="2901950"/>
          <p14:tracePt t="9021" x="7945438" y="2901950"/>
          <p14:tracePt t="9027" x="7854950" y="2901950"/>
          <p14:tracePt t="9033" x="7769225" y="2901950"/>
          <p14:tracePt t="9039" x="7689850" y="2901950"/>
          <p14:tracePt t="9045" x="7586663" y="2901950"/>
          <p14:tracePt t="9051" x="7507288" y="2901950"/>
          <p14:tracePt t="9057" x="7439025" y="2901950"/>
          <p14:tracePt t="9071" x="7318375" y="2901950"/>
          <p14:tracePt t="9078" x="7289800" y="2901950"/>
          <p14:tracePt t="9085" x="7272338" y="2895600"/>
          <p14:tracePt t="9092" x="7267575" y="2895600"/>
          <p14:tracePt t="9184" x="7267575" y="2890838"/>
          <p14:tracePt t="9193" x="7272338" y="2884488"/>
          <p14:tracePt t="9198" x="7278688" y="2884488"/>
          <p14:tracePt t="9199" x="7285038" y="2884488"/>
          <p14:tracePt t="9200" x="7285038" y="2878138"/>
          <p14:tracePt t="9205" x="7289800" y="2878138"/>
          <p14:tracePt t="9206" x="7289800" y="2873375"/>
          <p14:tracePt t="9207" x="7296150" y="2873375"/>
          <p14:tracePt t="9208" x="7300913" y="2873375"/>
          <p14:tracePt t="9212" x="7307263" y="2867025"/>
          <p14:tracePt t="9213" x="7313613" y="2867025"/>
          <p14:tracePt t="9224" x="7335838" y="2855913"/>
          <p14:tracePt t="9231" x="7353300" y="2851150"/>
          <p14:tracePt t="9245" x="7386638" y="2833688"/>
          <p14:tracePt t="9252" x="7410450" y="2827338"/>
          <p14:tracePt t="9266" x="7454900" y="2816225"/>
          <p14:tracePt t="9272" x="7483475" y="2816225"/>
          <p14:tracePt t="9279" x="7500938" y="2809875"/>
          <p14:tracePt t="9294" x="7551738" y="2805113"/>
          <p14:tracePt t="9301" x="7575550" y="2805113"/>
          <p14:tracePt t="9307" x="7604125" y="2805113"/>
          <p14:tracePt t="9321" x="7661275" y="2805113"/>
          <p14:tracePt t="9328" x="7700963" y="2809875"/>
          <p14:tracePt t="9335" x="7734300" y="2816225"/>
          <p14:tracePt t="9349" x="7848600" y="2827338"/>
          <p14:tracePt t="9356" x="7912100" y="2833688"/>
          <p14:tracePt t="9363" x="7967663" y="2838450"/>
          <p14:tracePt t="9377" x="8077200" y="2844800"/>
          <p14:tracePt t="9383" x="8139113" y="2851150"/>
          <p14:tracePt t="9391" x="8185150" y="2851150"/>
          <p14:tracePt t="9398" x="8235950" y="2851150"/>
          <p14:tracePt t="9406" x="8288338" y="2851150"/>
          <p14:tracePt t="9414" x="8343900" y="2851150"/>
          <p14:tracePt t="9421" x="8378825" y="2851150"/>
          <p14:tracePt t="9429" x="8407400" y="2851150"/>
          <p14:tracePt t="9436" x="8429625" y="2851150"/>
          <p14:tracePt t="9445" x="8453438" y="2851150"/>
          <p14:tracePt t="9452" x="8469313" y="2851150"/>
          <p14:tracePt t="9461" x="8493125" y="2851150"/>
          <p14:tracePt t="9467" x="8510588" y="2851150"/>
          <p14:tracePt t="9475" x="8526463" y="2851150"/>
          <p14:tracePt t="9482" x="8543925" y="2851150"/>
          <p14:tracePt t="9490" x="8561388" y="2844800"/>
          <p14:tracePt t="9497" x="8589963" y="2833688"/>
          <p14:tracePt t="9505" x="8607425" y="2827338"/>
          <p14:tracePt t="9512" x="8618538" y="2822575"/>
          <p14:tracePt t="9519" x="8636000" y="2816225"/>
          <p14:tracePt t="9526" x="8647113" y="2809875"/>
          <p14:tracePt t="9533" x="8658225" y="2798763"/>
          <p14:tracePt t="9540" x="8669338" y="2794000"/>
          <p14:tracePt t="9547" x="8680450" y="2787650"/>
          <p14:tracePt t="9555" x="8686800" y="2781300"/>
          <p14:tracePt t="9564" x="8691563" y="2770188"/>
          <p14:tracePt t="9571" x="8697913" y="2765425"/>
          <p14:tracePt t="9579" x="8704263" y="2752725"/>
          <p14:tracePt t="9586" x="8709025" y="2747963"/>
          <p14:tracePt t="9593" x="8709025" y="2730500"/>
          <p14:tracePt t="9600" x="8715375" y="2713038"/>
          <p14:tracePt t="9607" x="8715375" y="2697163"/>
          <p14:tracePt t="9615" x="8720138" y="2679700"/>
          <p14:tracePt t="9623" x="8720138" y="2662238"/>
          <p14:tracePt t="9631" x="8720138" y="2644775"/>
          <p14:tracePt t="9638" x="8720138" y="2627313"/>
          <p14:tracePt t="9645" x="8720138" y="2616200"/>
          <p14:tracePt t="9653" x="8720138" y="2593975"/>
          <p14:tracePt t="9661" x="8720138" y="2571750"/>
          <p14:tracePt t="9669" x="8720138" y="2554288"/>
          <p14:tracePt t="9676" x="8720138" y="2530475"/>
          <p14:tracePt t="9684" x="8720138" y="2514600"/>
          <p14:tracePt t="9690" x="8720138" y="2501900"/>
          <p14:tracePt t="9697" x="8720138" y="2497138"/>
          <p14:tracePt t="9710" x="8709025" y="2474913"/>
          <p14:tracePt t="9717" x="8704263" y="2468563"/>
          <p14:tracePt t="9724" x="8697913" y="2462213"/>
          <p14:tracePt t="9738" x="8686800" y="2451100"/>
          <p14:tracePt t="9744" x="8680450" y="2446338"/>
          <p14:tracePt t="9844" x="8686800" y="2439988"/>
          <p14:tracePt t="9846" x="8691563" y="2439988"/>
          <p14:tracePt t="9849" x="8691563" y="2433638"/>
          <p14:tracePt t="9856" x="8715375" y="2433638"/>
          <p14:tracePt t="9870" x="8766175" y="2417763"/>
          <p14:tracePt t="9877" x="8812213" y="2405063"/>
          <p14:tracePt t="9890" x="8942388" y="2376488"/>
          <p14:tracePt t="9897" x="9045575" y="2365375"/>
          <p14:tracePt t="9904" x="9142413" y="2343150"/>
          <p14:tracePt t="9919" x="9467850" y="2292350"/>
          <p14:tracePt t="9925" x="9690100" y="2263775"/>
          <p14:tracePt t="9932" x="9969500" y="2235200"/>
          <p14:tracePt t="9946" x="10572750" y="2182813"/>
          <p14:tracePt t="9953" x="10977563" y="2160588"/>
          <p14:tracePt t="9960" x="11252200" y="2154238"/>
          <p14:tracePt t="9974" x="11769725" y="2143125"/>
          <p14:tracePt t="9981" x="11991975" y="2143125"/>
          <p14:tracePt t="10164" x="12174538" y="2593975"/>
          <p14:tracePt t="10168" x="12163425" y="2600325"/>
          <p14:tracePt t="10175" x="12134850" y="2611438"/>
          <p14:tracePt t="10189" x="12084050" y="2633663"/>
          <p14:tracePt t="10197" x="12066588" y="2640013"/>
          <p14:tracePt t="10204" x="12038013" y="2651125"/>
          <p14:tracePt t="10217" x="11987213" y="2662238"/>
          <p14:tracePt t="10224" x="11941175" y="2679700"/>
          <p14:tracePt t="10231" x="11901488" y="2690813"/>
          <p14:tracePt t="10238" x="11850688" y="2708275"/>
          <p14:tracePt t="10244" x="11780838" y="2730500"/>
          <p14:tracePt t="10252" x="11718925" y="2752725"/>
          <p14:tracePt t="10258" x="11644313" y="2770188"/>
          <p14:tracePt t="10266" x="11571288" y="2794000"/>
          <p14:tracePt t="10273" x="11496675" y="2809875"/>
          <p14:tracePt t="10279" x="11433175" y="2822575"/>
          <p14:tracePt t="10286" x="11364913" y="2844800"/>
          <p14:tracePt t="10300" x="11217275" y="2878138"/>
          <p14:tracePt t="10308" x="11137900" y="2890838"/>
          <p14:tracePt t="10321" x="10960100" y="2919413"/>
          <p14:tracePt t="10328" x="10887075" y="2924175"/>
          <p14:tracePt t="10335" x="10812463" y="2930525"/>
          <p14:tracePt t="10342" x="10744200" y="2935288"/>
          <p14:tracePt t="10349" x="10669588" y="2941638"/>
          <p14:tracePt t="10356" x="10590213" y="2947988"/>
          <p14:tracePt t="10363" x="10510838" y="2952750"/>
          <p14:tracePt t="10370" x="10418763" y="2952750"/>
          <p14:tracePt t="10377" x="10317163" y="2959100"/>
          <p14:tracePt t="10384" x="10209213" y="2963863"/>
          <p14:tracePt t="10390" x="10106025" y="2970213"/>
          <p14:tracePt t="10404" x="9912350" y="2987675"/>
          <p14:tracePt t="10414" x="9769475" y="3003550"/>
          <p14:tracePt t="10420" x="9666288" y="3009900"/>
          <p14:tracePt t="10427" x="9575800" y="3016250"/>
          <p14:tracePt t="10433" x="9461500" y="3021013"/>
          <p14:tracePt t="10440" x="9375775" y="3027363"/>
          <p14:tracePt t="10453" x="9148763" y="3038475"/>
          <p14:tracePt t="10460" x="9028113" y="3038475"/>
          <p14:tracePt t="10474" x="8715375" y="3038475"/>
          <p14:tracePt t="10481" x="8572500" y="3038475"/>
          <p14:tracePt t="10488" x="8389938" y="3027363"/>
          <p14:tracePt t="10495" x="8218488" y="3016250"/>
          <p14:tracePt t="10501" x="8048625" y="2998788"/>
          <p14:tracePt t="10508" x="7842250" y="2970213"/>
          <p14:tracePt t="10516" x="7677150" y="2947988"/>
          <p14:tracePt t="10530" x="7410450" y="2890838"/>
          <p14:tracePt t="10536" x="7300913" y="2862263"/>
          <p14:tracePt t="10543" x="7210425" y="2844800"/>
          <p14:tracePt t="10550" x="7131050" y="2816225"/>
          <p14:tracePt t="10557" x="7073900" y="2798763"/>
          <p14:tracePt t="10564" x="7038975" y="2787650"/>
          <p14:tracePt t="10578" x="7005638" y="2765425"/>
          <p14:tracePt t="10585" x="6992938" y="2759075"/>
          <p14:tracePt t="10592" x="6988175" y="2747963"/>
          <p14:tracePt t="10606" x="6981825" y="2725738"/>
          <p14:tracePt t="10612" x="6977063" y="2708275"/>
          <p14:tracePt t="10620" x="6970713" y="2690813"/>
          <p14:tracePt t="10627" x="6970713" y="2673350"/>
          <p14:tracePt t="10634" x="6970713" y="2651125"/>
          <p14:tracePt t="10642" x="6970713" y="2622550"/>
          <p14:tracePt t="10649" x="6988175" y="2593975"/>
          <p14:tracePt t="10656" x="6999288" y="2571750"/>
          <p14:tracePt t="10662" x="7021513" y="2547938"/>
          <p14:tracePt t="10668" x="7038975" y="2514600"/>
          <p14:tracePt t="10675" x="7078663" y="2479675"/>
          <p14:tracePt t="10682" x="7118350" y="2451100"/>
          <p14:tracePt t="10689" x="7164388" y="2417763"/>
          <p14:tracePt t="10696" x="7216775" y="2382838"/>
          <p14:tracePt t="10710" x="7318375" y="2320925"/>
          <p14:tracePt t="10717" x="7381875" y="2292350"/>
          <p14:tracePt t="10731" x="7535863" y="2235200"/>
          <p14:tracePt t="10738" x="7637463" y="2206625"/>
          <p14:tracePt t="10745" x="7786688" y="2171700"/>
          <p14:tracePt t="10759" x="8088313" y="2120900"/>
          <p14:tracePt t="10765" x="8310563" y="2085975"/>
          <p14:tracePt t="10779" x="8743950" y="2046288"/>
          <p14:tracePt t="10787" x="8959850" y="2028825"/>
          <p14:tracePt t="10793" x="9170988" y="2017713"/>
          <p14:tracePt t="10800" x="9439275" y="1995488"/>
          <p14:tracePt t="10807" x="9644063" y="1989138"/>
          <p14:tracePt t="10821" x="10123488" y="1978025"/>
          <p14:tracePt t="10828" x="10321925" y="1978025"/>
          <p14:tracePt t="10835" x="10544175" y="1978025"/>
          <p14:tracePt t="10849" x="10966450" y="1989138"/>
          <p14:tracePt t="10856" x="11120438" y="2000250"/>
          <p14:tracePt t="10870" x="11371263" y="2028825"/>
          <p14:tracePt t="10876" x="11547475" y="2046288"/>
          <p14:tracePt t="10884" x="11650663" y="2063750"/>
          <p14:tracePt t="10898" x="11804650" y="2097088"/>
          <p14:tracePt t="10904" x="11872913" y="2109788"/>
          <p14:tracePt t="10911" x="11947525" y="2125663"/>
          <p14:tracePt t="10925" x="12072938" y="2171700"/>
          <p14:tracePt t="10932" x="12130088" y="2200275"/>
          <p14:tracePt t="10939" x="12185650" y="2222500"/>
          <p14:tracePt t="11146" x="12169775" y="3016250"/>
          <p14:tracePt t="11147" x="12157075" y="3021013"/>
          <p14:tracePt t="11150" x="12106275" y="3038475"/>
          <p14:tracePt t="11151" x="12101513" y="3044825"/>
          <p14:tracePt t="11152" x="12084050" y="3049588"/>
          <p14:tracePt t="11153" x="12077700" y="3049588"/>
          <p14:tracePt t="11157" x="12020550" y="3067050"/>
          <p14:tracePt t="11158" x="12009438" y="3073400"/>
          <p14:tracePt t="11159" x="11998325" y="3078163"/>
          <p14:tracePt t="11160" x="11969750" y="3089275"/>
          <p14:tracePt t="11164" x="11912600" y="3106738"/>
          <p14:tracePt t="11165" x="11901488" y="3106738"/>
          <p14:tracePt t="11166" x="11884025" y="3113088"/>
          <p14:tracePt t="11167" x="11866563" y="3117850"/>
          <p14:tracePt t="11175" x="11753850" y="3152775"/>
          <p14:tracePt t="11182" x="11610975" y="3186113"/>
          <p14:tracePt t="11196" x="11280775" y="3254375"/>
          <p14:tracePt t="11203" x="11109325" y="3282950"/>
          <p14:tracePt t="11217" x="10715625" y="3357563"/>
          <p14:tracePt t="11231" x="10299700" y="3408363"/>
          <p14:tracePt t="11237" x="10099675" y="3432175"/>
          <p14:tracePt t="11245" x="9844088" y="3443288"/>
          <p14:tracePt t="11252" x="9615488" y="3443288"/>
          <p14:tracePt t="11258" x="9336088" y="3432175"/>
          <p14:tracePt t="11265" x="9080500" y="3403600"/>
          <p14:tracePt t="11273" x="8748713" y="3352800"/>
          <p14:tracePt t="11280" x="8464550" y="3295650"/>
          <p14:tracePt t="11286" x="8189913" y="3238500"/>
          <p14:tracePt t="11293" x="7859713" y="3163888"/>
          <p14:tracePt t="11300" x="7529513" y="3078163"/>
          <p14:tracePt t="11307" x="7256463" y="3009900"/>
          <p14:tracePt t="11314" x="6953250" y="2930525"/>
          <p14:tracePt t="11328" x="6383338" y="2741613"/>
          <p14:tracePt t="11335" x="6132513" y="2633663"/>
          <p14:tracePt t="11342" x="5927725" y="2543175"/>
          <p14:tracePt t="11356" x="5602288" y="2382838"/>
          <p14:tracePt t="11370" x="5375275" y="2251075"/>
          <p14:tracePt t="11377" x="5295900" y="2200275"/>
          <p14:tracePt t="11391" x="5181600" y="2114550"/>
          <p14:tracePt t="11405" x="5141913" y="2074863"/>
          <p14:tracePt t="11411" x="5141913" y="2057400"/>
          <p14:tracePt t="11418" x="5141913" y="2046288"/>
          <p14:tracePt t="11432" x="5164138" y="2012950"/>
          <p14:tracePt t="11439" x="5192713" y="1978025"/>
          <p14:tracePt t="11446" x="5232400" y="1938338"/>
          <p14:tracePt t="11460" x="5340350" y="1858963"/>
          <p14:tracePt t="11467" x="5408613" y="1806575"/>
          <p14:tracePt t="11474" x="5483225" y="1766888"/>
          <p14:tracePt t="11481" x="5568950" y="1716088"/>
          <p14:tracePt t="11496" x="5824538" y="1612900"/>
          <p14:tracePt t="11502" x="6046788" y="1539875"/>
          <p14:tracePt t="11509" x="6253163" y="1482725"/>
          <p14:tracePt t="11515" x="6572250" y="1419225"/>
          <p14:tracePt t="11523" x="6902450" y="1368425"/>
          <p14:tracePt t="11537" x="7694613" y="1276350"/>
          <p14:tracePt t="11543" x="8218488" y="1243013"/>
          <p14:tracePt t="11550" x="8732838" y="1219200"/>
          <p14:tracePt t="11557" x="9164638" y="1214438"/>
          <p14:tracePt t="11565" x="9661525" y="1214438"/>
          <p14:tracePt t="11571" x="10099675" y="1214438"/>
          <p14:tracePt t="11578" x="10533063" y="1231900"/>
          <p14:tracePt t="11585" x="11069638" y="1265238"/>
          <p14:tracePt t="11600" x="11879263" y="1344613"/>
          <p14:tracePt t="11956" x="12117388" y="2235200"/>
          <p14:tracePt t="11957" x="12095163" y="2235200"/>
          <p14:tracePt t="11958" x="12072938" y="2228850"/>
          <p14:tracePt t="11959" x="12055475" y="2228850"/>
          <p14:tracePt t="11962" x="12009438" y="2222500"/>
          <p14:tracePt t="11963" x="11991975" y="2222500"/>
          <p14:tracePt t="11964" x="11976100" y="2222500"/>
          <p14:tracePt t="11965" x="11958638" y="2222500"/>
          <p14:tracePt t="11967" x="11941175" y="2222500"/>
          <p14:tracePt t="11981" x="11690350" y="2206625"/>
          <p14:tracePt t="11988" x="11576050" y="2206625"/>
          <p14:tracePt t="12002" x="11364913" y="2200275"/>
          <p14:tracePt t="12009" x="11280775" y="2200275"/>
          <p14:tracePt t="12016" x="11210925" y="2200275"/>
          <p14:tracePt t="12023" x="11114088" y="2200275"/>
          <p14:tracePt t="12030" x="11045825" y="2195513"/>
          <p14:tracePt t="12044" x="10841038" y="2195513"/>
          <p14:tracePt t="12050" x="10715625" y="2195513"/>
          <p14:tracePt t="12057" x="10590213" y="2195513"/>
          <p14:tracePt t="12064" x="10407650" y="2195513"/>
          <p14:tracePt t="12078" x="10013950" y="2200275"/>
          <p14:tracePt t="12085" x="9820275" y="2206625"/>
          <p14:tracePt t="12092" x="9621838" y="2211388"/>
          <p14:tracePt t="12107" x="9285288" y="2251075"/>
          <p14:tracePt t="12113" x="9148763" y="2263775"/>
          <p14:tracePt t="12120" x="9028113" y="2286000"/>
          <p14:tracePt t="12134" x="8801100" y="2336800"/>
          <p14:tracePt t="12141" x="8691563" y="2365375"/>
          <p14:tracePt t="12155" x="8418513" y="2468563"/>
          <p14:tracePt t="12162" x="8253413" y="2530475"/>
          <p14:tracePt t="12168" x="8081963" y="2600325"/>
          <p14:tracePt t="12175" x="7916863" y="2662238"/>
          <p14:tracePt t="12182" x="7689850" y="2759075"/>
          <p14:tracePt t="12196" x="7239000" y="2959100"/>
          <p14:tracePt t="12203" x="7016750" y="3055938"/>
          <p14:tracePt t="12217" x="6515100" y="3271838"/>
          <p14:tracePt t="12224" x="6246813" y="3379788"/>
          <p14:tracePt t="12231" x="6059488" y="3454400"/>
          <p14:tracePt t="12245" x="5546725" y="3636963"/>
          <p14:tracePt t="12252" x="5260975" y="3733800"/>
          <p14:tracePt t="12266" x="4737100" y="3898900"/>
          <p14:tracePt t="12272" x="4451350" y="3979863"/>
          <p14:tracePt t="12279" x="4240213" y="4048125"/>
          <p14:tracePt t="12293" x="3716338" y="4189413"/>
          <p14:tracePt t="12300" x="3471863" y="4252913"/>
          <p14:tracePt t="12307" x="3208338" y="4321175"/>
          <p14:tracePt t="12322" x="2633663" y="4457700"/>
          <p14:tracePt t="12323" x="2501900" y="4486275"/>
          <p14:tracePt t="12324" x="2468563" y="4492625"/>
          <p14:tracePt t="12325" x="2433638" y="4503738"/>
          <p14:tracePt t="12327" x="2393950" y="4508500"/>
          <p14:tracePt t="12330" x="2251075" y="4537075"/>
          <p14:tracePt t="12331" x="2143125" y="4554538"/>
          <p14:tracePt t="12332" x="2132013" y="4560888"/>
          <p14:tracePt t="12333" x="2103438" y="4565650"/>
          <p14:tracePt t="12342" x="1846263" y="4606925"/>
          <p14:tracePt t="12349" x="1663700" y="4629150"/>
          <p14:tracePt t="12357" x="1544638" y="4635500"/>
          <p14:tracePt t="12370" x="1316038" y="4646613"/>
          <p14:tracePt t="12376" x="1243013" y="4640263"/>
          <p14:tracePt t="12384" x="1185863" y="4622800"/>
          <p14:tracePt t="12391" x="1146175" y="4600575"/>
          <p14:tracePt t="12399" x="1128713" y="4565650"/>
          <p14:tracePt t="12407" x="1111250" y="4521200"/>
          <p14:tracePt t="12416" x="1100138" y="4468813"/>
          <p14:tracePt t="12423" x="1082675" y="4411663"/>
          <p14:tracePt t="12430" x="1065213" y="4349750"/>
          <p14:tracePt t="12437" x="1042988" y="4286250"/>
          <p14:tracePt t="12445" x="1020763" y="4224338"/>
          <p14:tracePt t="12452" x="992188" y="4167188"/>
          <p14:tracePt t="12459" x="952500" y="4098925"/>
          <p14:tracePt t="12468" x="889000" y="4006850"/>
          <p14:tracePt t="12476" x="827088" y="3910013"/>
          <p14:tracePt t="12484" x="763588" y="3819525"/>
          <p14:tracePt t="12492" x="701675" y="3740150"/>
          <p14:tracePt t="12498" x="644525" y="3648075"/>
          <p14:tracePt t="12504" x="598488" y="3586163"/>
          <p14:tracePt t="12511" x="547688" y="3517900"/>
          <p14:tracePt t="12517" x="508000" y="3443288"/>
          <p14:tracePt t="12524" x="473075" y="3379788"/>
          <p14:tracePt t="12530" x="444500" y="3317875"/>
          <p14:tracePt t="12537" x="427038" y="3249613"/>
          <p14:tracePt t="12543" x="422275" y="3186113"/>
          <p14:tracePt t="12550" x="422275" y="3106738"/>
          <p14:tracePt t="12557" x="433388" y="3044825"/>
          <p14:tracePt t="12564" x="466725" y="2963863"/>
          <p14:tracePt t="12571" x="512763" y="2884488"/>
          <p14:tracePt t="12578" x="569913" y="2816225"/>
          <p14:tracePt t="12585" x="638175" y="2741613"/>
          <p14:tracePt t="12593" x="717550" y="2668588"/>
          <p14:tracePt t="12606" x="884238" y="2547938"/>
          <p14:tracePt t="12613" x="985838" y="2486025"/>
          <p14:tracePt t="12620" x="1100138" y="2417763"/>
          <p14:tracePt t="12626" x="1219200" y="2354263"/>
          <p14:tracePt t="12634" x="1357313" y="2292350"/>
          <p14:tracePt t="12648" x="1584325" y="2195513"/>
          <p14:tracePt t="12654" x="1716088" y="2143125"/>
          <p14:tracePt t="12662" x="1824038" y="2097088"/>
          <p14:tracePt t="12675" x="2085975" y="2012950"/>
          <p14:tracePt t="12682" x="2178050" y="1989138"/>
          <p14:tracePt t="12696" x="2393950" y="1938338"/>
          <p14:tracePt t="12703" x="2508250" y="1920875"/>
          <p14:tracePt t="12710" x="2644775" y="1898650"/>
          <p14:tracePt t="12724" x="2878138" y="1870075"/>
          <p14:tracePt t="12731" x="2998788" y="1858963"/>
          <p14:tracePt t="12738" x="3106738" y="1858963"/>
          <p14:tracePt t="12745" x="3208338" y="1858963"/>
          <p14:tracePt t="12759" x="3414713" y="1858963"/>
          <p14:tracePt t="12766" x="3527425" y="1858963"/>
          <p14:tracePt t="12773" x="3636963" y="1858963"/>
          <p14:tracePt t="12779" x="3738563" y="1870075"/>
          <p14:tracePt t="12794" x="3960813" y="1874838"/>
          <p14:tracePt t="12807" x="4171950" y="1881188"/>
          <p14:tracePt t="12814" x="4279900" y="1881188"/>
          <p14:tracePt t="12821" x="4383088" y="1881188"/>
          <p14:tracePt t="12836" x="4600575" y="1881188"/>
          <p14:tracePt t="12842" x="4697413" y="1887538"/>
          <p14:tracePt t="12849" x="4805363" y="1892300"/>
          <p14:tracePt t="12863" x="5016500" y="1927225"/>
          <p14:tracePt t="12870" x="5106988" y="1955800"/>
          <p14:tracePt t="12877" x="5192713" y="1978025"/>
          <p14:tracePt t="12891" x="5351463" y="2063750"/>
          <p14:tracePt t="12905" x="5437188" y="2132013"/>
          <p14:tracePt t="12912" x="5454650" y="2160588"/>
          <p14:tracePt t="12918" x="5465763" y="2189163"/>
          <p14:tracePt t="12925" x="5476875" y="2222500"/>
          <p14:tracePt t="12932" x="5483225" y="2263775"/>
          <p14:tracePt t="12946" x="5489575" y="2389188"/>
          <p14:tracePt t="12953" x="5476875" y="2486025"/>
          <p14:tracePt t="12960" x="5461000" y="2611438"/>
          <p14:tracePt t="12967" x="5432425" y="2719388"/>
          <p14:tracePt t="12974" x="5397500" y="2844800"/>
          <p14:tracePt t="12988" x="5307013" y="3084513"/>
          <p14:tracePt t="12996" x="5238750" y="3243263"/>
          <p14:tracePt t="13004" x="5157788" y="3414713"/>
          <p14:tracePt t="13012" x="5095875" y="3529013"/>
          <p14:tracePt t="13019" x="5038725" y="3643313"/>
          <p14:tracePt t="13026" x="4964113" y="3762375"/>
          <p14:tracePt t="13034" x="4849813" y="3933825"/>
          <p14:tracePt t="13040" x="4759325" y="4059238"/>
          <p14:tracePt t="13048" x="4651375" y="4202113"/>
          <p14:tracePt t="13055" x="4548188" y="4332288"/>
          <p14:tracePt t="13063" x="4411663" y="4492625"/>
          <p14:tracePt t="13070" x="4297363" y="4611688"/>
          <p14:tracePt t="13077" x="4149725" y="4748213"/>
          <p14:tracePt t="13084" x="4035425" y="4857750"/>
          <p14:tracePt t="13093" x="3876675" y="4987925"/>
          <p14:tracePt t="13100" x="3698875" y="5113338"/>
          <p14:tracePt t="13108" x="3551238" y="5221288"/>
          <p14:tracePt t="13115" x="3375025" y="5341938"/>
          <p14:tracePt t="13123" x="3197225" y="5449888"/>
          <p14:tracePt t="13129" x="3049588" y="5540375"/>
          <p14:tracePt t="13137" x="2906713" y="5603875"/>
          <p14:tracePt t="13144" x="2752725" y="5665788"/>
          <p14:tracePt t="13152" x="2662238" y="5707063"/>
          <p14:tracePt t="13159" x="2570163" y="5729288"/>
          <p14:tracePt t="13166" x="2479675" y="5740400"/>
          <p14:tracePt t="13173" x="2433638" y="5746750"/>
          <p14:tracePt t="13180" x="2382838" y="5751513"/>
          <p14:tracePt t="13186" x="2336800" y="5757863"/>
          <p14:tracePt t="13193" x="2297113" y="5757863"/>
          <p14:tracePt t="13201" x="2222500" y="5757863"/>
          <p14:tracePt t="13208" x="2160588" y="5751513"/>
          <p14:tracePt t="13216" x="2068513" y="5740400"/>
          <p14:tracePt t="13222" x="1982788" y="5729288"/>
          <p14:tracePt t="13229" x="1909763" y="5718175"/>
          <p14:tracePt t="13236" x="1784350" y="5689600"/>
          <p14:tracePt t="13242" x="1698625" y="5661025"/>
          <p14:tracePt t="13248" x="1601788" y="5632450"/>
          <p14:tracePt t="13254" x="1504950" y="5592763"/>
          <p14:tracePt t="13260" x="1408113" y="5540375"/>
          <p14:tracePt t="13266" x="1276350" y="5472113"/>
          <p14:tracePt t="13280" x="1093788" y="5370513"/>
          <p14:tracePt t="13287" x="981075" y="5302250"/>
          <p14:tracePt t="13293" x="871538" y="5233988"/>
          <p14:tracePt t="13307" x="655638" y="5080000"/>
          <p14:tracePt t="13314" x="563563" y="4999038"/>
          <p14:tracePt t="13328" x="398463" y="4816475"/>
          <p14:tracePt t="13335" x="325438" y="4703763"/>
          <p14:tracePt t="13342" x="257175" y="4572000"/>
          <p14:tracePt t="13356" x="160338" y="4327525"/>
          <p14:tracePt t="13363" x="107950" y="4189413"/>
          <p14:tracePt t="13370" x="79375" y="4070350"/>
          <p14:tracePt t="13384" x="39688" y="3859213"/>
          <p14:tracePt t="13391" x="39688" y="3768725"/>
          <p14:tracePt t="13398" x="39688" y="3676650"/>
          <p14:tracePt t="13412" x="57150" y="3529013"/>
          <p14:tracePt t="13419" x="90488" y="3443288"/>
          <p14:tracePt t="13426" x="131763" y="3379788"/>
          <p14:tracePt t="13433" x="176213" y="3306763"/>
          <p14:tracePt t="13447" x="285750" y="3186113"/>
          <p14:tracePt t="13454" x="347663" y="3128963"/>
          <p14:tracePt t="13467" x="523875" y="3003550"/>
          <p14:tracePt t="13474" x="598488" y="2952750"/>
          <p14:tracePt t="13481" x="666750" y="2919413"/>
          <p14:tracePt t="13495" x="827088" y="2838450"/>
          <p14:tracePt t="13502" x="895350" y="2809875"/>
          <p14:tracePt t="13516" x="1036638" y="2741613"/>
          <p14:tracePt t="13523" x="1093788" y="2713038"/>
          <p14:tracePt t="13537" x="1208088" y="2679700"/>
          <p14:tracePt t="13543" x="1265238" y="2668588"/>
          <p14:tracePt t="13550" x="1316038" y="2655888"/>
          <p14:tracePt t="13564" x="1441450" y="2644775"/>
          <p14:tracePt t="13571" x="1509713" y="2640013"/>
          <p14:tracePt t="13585" x="1619250" y="2633663"/>
          <p14:tracePt t="13592" x="1681163" y="2633663"/>
          <p14:tracePt t="13600" x="1755775" y="2627313"/>
          <p14:tracePt t="13613" x="1920875" y="2627313"/>
          <p14:tracePt t="13620" x="2024063" y="2627313"/>
          <p14:tracePt t="13627" x="2136775" y="2633663"/>
          <p14:tracePt t="13634" x="2239963" y="2640013"/>
          <p14:tracePt t="13648" x="2451100" y="2651125"/>
          <p14:tracePt t="13655" x="2576513" y="2655888"/>
          <p14:tracePt t="13662" x="2684463" y="2655888"/>
          <p14:tracePt t="13668" x="2855913" y="2655888"/>
          <p14:tracePt t="13682" x="3328988" y="2655888"/>
          <p14:tracePt t="13689" x="3544888" y="2655888"/>
          <p14:tracePt t="13703" x="4006850" y="2640013"/>
          <p14:tracePt t="13710" x="4275138" y="2633663"/>
          <p14:tracePt t="13717" x="4479925" y="2627313"/>
          <p14:tracePt t="13731" x="4884738" y="2627313"/>
          <p14:tracePt t="13738" x="5010150" y="2627313"/>
          <p14:tracePt t="13752" x="5221288" y="2627313"/>
          <p14:tracePt t="13759" x="5318125" y="2633663"/>
          <p14:tracePt t="13773" x="5454650" y="2640013"/>
          <p14:tracePt t="13780" x="5494338" y="2640013"/>
          <p14:tracePt t="13787" x="5546725" y="2644775"/>
          <p14:tracePt t="13801" x="5608638" y="2644775"/>
          <p14:tracePt t="13807" x="5643563" y="2644775"/>
          <p14:tracePt t="13814" x="5672138" y="2644775"/>
          <p14:tracePt t="13821" x="5705475" y="2644775"/>
          <p14:tracePt t="13828" x="5740400" y="2640013"/>
          <p14:tracePt t="13842" x="5802313" y="2633663"/>
          <p14:tracePt t="13849" x="5819775" y="2627313"/>
          <p14:tracePt t="13857" x="5848350" y="2627313"/>
          <p14:tracePt t="13864" x="5881688" y="2622550"/>
          <p14:tracePt t="13871" x="5899150" y="2622550"/>
          <p14:tracePt t="13884" x="5956300" y="2616200"/>
          <p14:tracePt t="13890" x="5984875" y="2611438"/>
          <p14:tracePt t="13897" x="6007100" y="2611438"/>
          <p14:tracePt t="13904" x="6024563" y="2605088"/>
          <p14:tracePt t="13919" x="6046788" y="2605088"/>
          <p14:tracePt t="13925" x="6053138" y="2605088"/>
          <p14:tracePt t="13932" x="6059488" y="2605088"/>
          <p14:tracePt t="13946" x="6064250" y="2605088"/>
          <p14:tracePt t="13953" x="6070600" y="2605088"/>
          <p14:tracePt t="14017" x="6070600" y="2611438"/>
          <p14:tracePt t="14101" x="6070600" y="2616200"/>
          <p14:tracePt t="14108" x="6064250" y="2616200"/>
          <p14:tracePt t="14111" x="6064250" y="2622550"/>
          <p14:tracePt t="14116" x="6059488" y="2627313"/>
          <p14:tracePt t="14117" x="6059488" y="2633663"/>
          <p14:tracePt t="14126" x="6042025" y="2644775"/>
          <p14:tracePt t="14140" x="6024563" y="2668588"/>
          <p14:tracePt t="14155" x="6007100" y="2690813"/>
          <p14:tracePt t="14168" x="5991225" y="2701925"/>
          <p14:tracePt t="14176" x="5984875" y="2708275"/>
          <p14:tracePt t="14189" x="5978525" y="2713038"/>
          <p14:tracePt t="14196" x="5967413" y="2719388"/>
          <p14:tracePt t="14203" x="5962650" y="2730500"/>
          <p14:tracePt t="14212" x="5956300" y="2730500"/>
          <p14:tracePt t="14220" x="5956300" y="2736850"/>
          <p14:tracePt t="14224" x="5949950" y="2736850"/>
          <p14:tracePt t="14233" x="5945188" y="2741613"/>
          <p14:tracePt t="14240" x="5938838" y="2741613"/>
          <p14:tracePt t="14244" x="5938838" y="2747963"/>
          <p14:tracePt t="14252" x="5934075" y="2752725"/>
          <p14:tracePt t="14266" x="5916613" y="2765425"/>
          <p14:tracePt t="14279" x="5899150" y="2776538"/>
          <p14:tracePt t="14294" x="5876925" y="2787650"/>
          <p14:tracePt t="14300" x="5865813" y="2798763"/>
          <p14:tracePt t="14314" x="5842000" y="2816225"/>
          <p14:tracePt t="14321" x="5824538" y="2822575"/>
          <p14:tracePt t="14328" x="5819775" y="2833688"/>
          <p14:tracePt t="14335" x="5808663" y="2844800"/>
          <p14:tracePt t="14342" x="5797550" y="2851150"/>
          <p14:tracePt t="14349" x="5780088" y="2855913"/>
          <p14:tracePt t="14356" x="5768975" y="2873375"/>
          <p14:tracePt t="14363" x="5756275" y="2878138"/>
          <p14:tracePt t="14370" x="5740400" y="2890838"/>
          <p14:tracePt t="14377" x="5727700" y="2895600"/>
          <p14:tracePt t="14384" x="5716588" y="2901950"/>
          <p14:tracePt t="14398" x="5699125" y="2913063"/>
          <p14:tracePt t="14412" x="5694363" y="2913063"/>
          <p14:tracePt t="14630" x="5694363" y="2919413"/>
          <p14:tracePt t="14653" x="5688013" y="2919413"/>
          <p14:tracePt t="14672" x="5688013" y="2924175"/>
          <p14:tracePt t="14677" x="5683250" y="2924175"/>
          <p14:tracePt t="14702" x="5683250" y="2930525"/>
          <p14:tracePt t="14716" x="5676900" y="2930525"/>
          <p14:tracePt t="14729" x="5676900" y="2935288"/>
          <p14:tracePt t="14736" x="5672138" y="2935288"/>
          <p14:tracePt t="14747" x="5672138" y="2941638"/>
          <p14:tracePt t="14756" x="5665788" y="2941638"/>
          <p14:tracePt t="14761" x="5665788" y="2947988"/>
          <p14:tracePt t="14766" x="5665788" y="2952750"/>
          <p14:tracePt t="14773" x="5659438" y="2959100"/>
          <p14:tracePt t="14779" x="5654675" y="2963863"/>
          <p14:tracePt t="14789" x="5648325" y="2970213"/>
          <p14:tracePt t="14796" x="5643563" y="2976563"/>
          <p14:tracePt t="14800" x="5643563" y="2981325"/>
          <p14:tracePt t="14808" x="5637213" y="2987675"/>
          <p14:tracePt t="14821" x="5626100" y="3009900"/>
          <p14:tracePt t="14828" x="5619750" y="3021013"/>
          <p14:tracePt t="14835" x="5614988" y="3044825"/>
          <p14:tracePt t="14850" x="5608638" y="3106738"/>
          <p14:tracePt t="14856" x="5602288" y="3141663"/>
          <p14:tracePt t="14863" x="5602288" y="3175000"/>
          <p14:tracePt t="14870" x="5602288" y="3209925"/>
          <p14:tracePt t="14877" x="5602288" y="3254375"/>
          <p14:tracePt t="14884" x="5602288" y="3282950"/>
          <p14:tracePt t="14891" x="5602288" y="3317875"/>
          <p14:tracePt t="14897" x="5602288" y="3346450"/>
          <p14:tracePt t="14905" x="5602288" y="3375025"/>
          <p14:tracePt t="14912" x="5602288" y="3408363"/>
          <p14:tracePt t="14919" x="5597525" y="3454400"/>
          <p14:tracePt t="14933" x="5597525" y="3562350"/>
          <p14:tracePt t="14939" x="5597525" y="3625850"/>
          <p14:tracePt t="14946" x="5597525" y="3694113"/>
          <p14:tracePt t="14960" x="5614988" y="3830638"/>
          <p14:tracePt t="14967" x="5626100" y="3898900"/>
          <p14:tracePt t="14974" x="5630863" y="3956050"/>
          <p14:tracePt t="14981" x="5643563" y="4006850"/>
          <p14:tracePt t="14988" x="5643563" y="4041775"/>
          <p14:tracePt t="14995" x="5643563" y="4064000"/>
          <p14:tracePt t="15002" x="5630863" y="4092575"/>
          <p14:tracePt t="15009" x="5626100" y="4110038"/>
          <p14:tracePt t="15015" x="5614988" y="4121150"/>
          <p14:tracePt t="15023" x="5602288" y="4132263"/>
          <p14:tracePt t="15037" x="5597525" y="4138613"/>
          <p14:tracePt t="15043" x="5591175" y="4138613"/>
          <p14:tracePt t="15097" x="5591175" y="4132263"/>
          <p14:tracePt t="15102" x="5591175" y="4127500"/>
          <p14:tracePt t="15108" x="5586413" y="4116388"/>
          <p14:tracePt t="15113" x="5586413" y="4110038"/>
          <p14:tracePt t="15120" x="5580063" y="4092575"/>
          <p14:tracePt t="15135" x="5557838" y="4059238"/>
          <p14:tracePt t="15140" x="5540375" y="4052888"/>
          <p14:tracePt t="15155" x="5500688" y="4041775"/>
          <p14:tracePt t="15161" x="5465763" y="4041775"/>
          <p14:tracePt t="15176" x="5351463" y="4052888"/>
          <p14:tracePt t="15182" x="5267325" y="4070350"/>
          <p14:tracePt t="15196" x="5032375" y="4132263"/>
          <p14:tracePt t="15203" x="4862513" y="4184650"/>
          <p14:tracePt t="15210" x="4719638" y="4224338"/>
          <p14:tracePt t="15224" x="4371975" y="4321175"/>
          <p14:tracePt t="15231" x="4149725" y="4378325"/>
          <p14:tracePt t="15245" x="3687763" y="4508500"/>
          <p14:tracePt t="15259" x="3117850" y="4668838"/>
          <p14:tracePt t="15266" x="2844800" y="4760913"/>
          <p14:tracePt t="15272" x="2581275" y="4845050"/>
          <p14:tracePt t="15287" x="2092325" y="5011738"/>
          <p14:tracePt t="15293" x="1870075" y="5084763"/>
          <p14:tracePt t="15300" x="1692275" y="5148263"/>
          <p14:tracePt t="15314" x="1368425" y="5278438"/>
          <p14:tracePt t="15321" x="1258888" y="5330825"/>
          <p14:tracePt t="15328" x="1185863" y="5375275"/>
          <p14:tracePt t="15335" x="1139825" y="5414963"/>
          <p14:tracePt t="15342" x="1122363" y="5443538"/>
          <p14:tracePt t="15356" x="1117600" y="5472113"/>
          <p14:tracePt t="15363" x="1117600" y="5478463"/>
          <p14:tracePt t="15370" x="1128713" y="5478463"/>
          <p14:tracePt t="15377" x="1139825" y="5478463"/>
          <p14:tracePt t="15391" x="1214438" y="5467350"/>
          <p14:tracePt t="15398" x="1293813" y="5421313"/>
          <p14:tracePt t="15405" x="1408113" y="5346700"/>
          <p14:tracePt t="15413" x="1573213" y="5233988"/>
          <p14:tracePt t="15419" x="1720850" y="5113338"/>
          <p14:tracePt t="15426" x="1892300" y="4976813"/>
          <p14:tracePt t="15432" x="2074863" y="4833938"/>
          <p14:tracePt t="15439" x="2251075" y="4691063"/>
          <p14:tracePt t="15446" x="2479675" y="4508500"/>
          <p14:tracePt t="15454" x="2706688" y="4314825"/>
          <p14:tracePt t="15467" x="3208338" y="3894138"/>
          <p14:tracePt t="15474" x="3419475" y="3705225"/>
          <p14:tracePt t="15481" x="3676650" y="3465513"/>
          <p14:tracePt t="15496" x="4154488" y="3003550"/>
          <p14:tracePt t="15498" x="4275138" y="2884488"/>
          <p14:tracePt t="15499" x="4292600" y="2867025"/>
          <p14:tracePt t="15500" x="4325938" y="2827338"/>
          <p14:tracePt t="15501" x="4365625" y="2794000"/>
          <p14:tracePt t="15504" x="4457700" y="2697163"/>
          <p14:tracePt t="15505" x="4491038" y="2662238"/>
          <p14:tracePt t="15506" x="4519613" y="2633663"/>
          <p14:tracePt t="15507" x="4572000" y="2576513"/>
          <p14:tracePt t="15516" x="4827588" y="2314575"/>
          <p14:tracePt t="15523" x="5016500" y="2097088"/>
          <p14:tracePt t="15529" x="5232400" y="1881188"/>
          <p14:tracePt t="15537" x="5426075" y="1670050"/>
          <p14:tracePt t="15550" x="5853113" y="1243013"/>
          <p14:tracePt t="15558" x="6059488" y="1031875"/>
          <p14:tracePt t="15565" x="6207125" y="866775"/>
          <p14:tracePt t="15578" x="6418263" y="627063"/>
          <p14:tracePt t="15585" x="6503988" y="512763"/>
          <p14:tracePt t="15592" x="6548438" y="444500"/>
          <p14:tracePt t="15599" x="6589713" y="382588"/>
          <p14:tracePt t="15606" x="6623050" y="330200"/>
          <p14:tracePt t="15613" x="6640513" y="290513"/>
          <p14:tracePt t="15620" x="6662738" y="257175"/>
          <p14:tracePt t="15627" x="6686550" y="222250"/>
          <p14:tracePt t="15634" x="6702425" y="193675"/>
          <p14:tracePt t="15641" x="6702425" y="176213"/>
          <p14:tracePt t="15648" x="6715125" y="160338"/>
          <p14:tracePt t="15655" x="6715125" y="147638"/>
          <p14:tracePt t="15661" x="6715125" y="136525"/>
          <p14:tracePt t="15669" x="6719888" y="119063"/>
          <p14:tracePt t="15682" x="6731000" y="74613"/>
          <p14:tracePt t="15696" x="6754813" y="17463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7135E528-9C3B-25F8-8EEE-5ED7AE679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2" y="596886"/>
            <a:ext cx="7163054" cy="228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6BJw4+Y316YAAAAASUVORK5CYII= (1986×590)">
            <a:extLst>
              <a:ext uri="{FF2B5EF4-FFF2-40B4-BE49-F238E27FC236}">
                <a16:creationId xmlns:a16="http://schemas.microsoft.com/office/drawing/2014/main" id="{56B94273-526D-9EEC-47D5-B7E776425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2" y="4132717"/>
            <a:ext cx="7163054" cy="212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Áudio 27">
            <a:hlinkClick r:id="" action="ppaction://media"/>
            <a:extLst>
              <a:ext uri="{FF2B5EF4-FFF2-40B4-BE49-F238E27FC236}">
                <a16:creationId xmlns:a16="http://schemas.microsoft.com/office/drawing/2014/main" id="{381653A0-A232-4C0D-1EFF-C1476BB8AB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412"/>
    </mc:Choice>
    <mc:Fallback>
      <p:transition spd="slow" advTm="1374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4072" x="4662488" y="28575"/>
          <p14:tracePt t="34074" x="4662488" y="46038"/>
          <p14:tracePt t="34078" x="4673600" y="68263"/>
          <p14:tracePt t="34079" x="4679950" y="74613"/>
          <p14:tracePt t="34082" x="4679950" y="79375"/>
          <p14:tracePt t="34089" x="4691063" y="96838"/>
          <p14:tracePt t="34095" x="4697413" y="103188"/>
          <p14:tracePt t="34103" x="4697413" y="107950"/>
          <p14:tracePt t="34112" x="4702175" y="107950"/>
          <p14:tracePt t="34123" x="4702175" y="119063"/>
          <p14:tracePt t="34137" x="4708525" y="131763"/>
          <p14:tracePt t="34145" x="4713288" y="131763"/>
          <p14:tracePt t="34152" x="4719638" y="147638"/>
          <p14:tracePt t="34159" x="4724400" y="153988"/>
          <p14:tracePt t="34172" x="4741863" y="176213"/>
          <p14:tracePt t="34186" x="4765675" y="188913"/>
          <p14:tracePt t="34200" x="4794250" y="188913"/>
          <p14:tracePt t="34207" x="4805363" y="188913"/>
          <p14:tracePt t="34221" x="4862513" y="188913"/>
          <p14:tracePt t="34229" x="4891088" y="188913"/>
          <p14:tracePt t="34231" x="4902200" y="188913"/>
          <p14:tracePt t="34234" x="4913313" y="188913"/>
          <p14:tracePt t="34241" x="4924425" y="188913"/>
          <p14:tracePt t="34248" x="4941888" y="188913"/>
          <p14:tracePt t="34262" x="4948238" y="188913"/>
          <p14:tracePt t="34276" x="4959350" y="188913"/>
          <p14:tracePt t="34283" x="4964113" y="188913"/>
          <p14:tracePt t="34297" x="4981575" y="193675"/>
          <p14:tracePt t="34311" x="4992688" y="200025"/>
          <p14:tracePt t="34325" x="4999038" y="204788"/>
          <p14:tracePt t="34331" x="4999038" y="215900"/>
          <p14:tracePt t="34339" x="4999038" y="228600"/>
          <p14:tracePt t="34346" x="4999038" y="244475"/>
          <p14:tracePt t="34353" x="4999038" y="261938"/>
          <p14:tracePt t="34360" x="4992688" y="279400"/>
          <p14:tracePt t="34374" x="4981575" y="330200"/>
          <p14:tracePt t="34381" x="4975225" y="365125"/>
          <p14:tracePt t="34394" x="4970463" y="439738"/>
          <p14:tracePt t="34401" x="4964113" y="495300"/>
          <p14:tracePt t="34416" x="4953000" y="592138"/>
          <p14:tracePt t="34422" x="4948238" y="633413"/>
          <p14:tracePt t="34436" x="4930775" y="712788"/>
          <p14:tracePt t="34443" x="4924425" y="746125"/>
          <p14:tracePt t="34450" x="4919663" y="774700"/>
          <p14:tracePt t="34457" x="4913313" y="809625"/>
          <p14:tracePt t="34464" x="4906963" y="838200"/>
          <p14:tracePt t="34478" x="4895850" y="871538"/>
          <p14:tracePt t="34491" x="4891088" y="889000"/>
          <p14:tracePt t="36139" x="4891088" y="895350"/>
          <p14:tracePt t="36143" x="4891088" y="900113"/>
          <p14:tracePt t="36147" x="4895850" y="906463"/>
          <p14:tracePt t="36147" x="4895850" y="912813"/>
          <p14:tracePt t="36151" x="4895850" y="917575"/>
          <p14:tracePt t="36165" x="4930775" y="963613"/>
          <p14:tracePt t="36173" x="4948238" y="996950"/>
          <p14:tracePt t="36186" x="4987925" y="1042988"/>
          <p14:tracePt t="36193" x="5003800" y="1071563"/>
          <p14:tracePt t="36207" x="5045075" y="1122363"/>
          <p14:tracePt t="36214" x="5067300" y="1150938"/>
          <p14:tracePt t="36221" x="5078413" y="1174750"/>
          <p14:tracePt t="36235" x="5113338" y="1219200"/>
          <p14:tracePt t="36241" x="5124450" y="1236663"/>
          <p14:tracePt t="36249" x="5135563" y="1260475"/>
          <p14:tracePt t="36263" x="5157788" y="1293813"/>
          <p14:tracePt t="36269" x="5164138" y="1300163"/>
          <p14:tracePt t="36283" x="5175250" y="1304925"/>
          <p14:tracePt t="36507" x="5181600" y="1304925"/>
          <p14:tracePt t="36515" x="5186363" y="1304925"/>
          <p14:tracePt t="36524" x="5192713" y="1304925"/>
          <p14:tracePt t="36528" x="5199063" y="1304925"/>
          <p14:tracePt t="36544" x="5203825" y="1304925"/>
          <p14:tracePt t="36549" x="5203825" y="1300163"/>
          <p14:tracePt t="36565" x="5203825" y="1293813"/>
          <p14:tracePt t="36575" x="5210175" y="1293813"/>
          <p14:tracePt t="36589" x="5214938" y="1289050"/>
          <p14:tracePt t="36599" x="5221288" y="1289050"/>
          <p14:tracePt t="36610" x="5226050" y="1289050"/>
          <p14:tracePt t="36623" x="5238750" y="1276350"/>
          <p14:tracePt t="36630" x="5254625" y="1276350"/>
          <p14:tracePt t="36637" x="5254625" y="1271588"/>
          <p14:tracePt t="36644" x="5267325" y="1271588"/>
          <p14:tracePt t="36651" x="5272088" y="1265238"/>
          <p14:tracePt t="36658" x="5283200" y="1260475"/>
          <p14:tracePt t="36665" x="5289550" y="1260475"/>
          <p14:tracePt t="36672" x="5295900" y="1260475"/>
          <p14:tracePt t="36679" x="5307013" y="1247775"/>
          <p14:tracePt t="36686" x="5311775" y="1247775"/>
          <p14:tracePt t="36693" x="5322888" y="1247775"/>
          <p14:tracePt t="36700" x="5322888" y="1243013"/>
          <p14:tracePt t="36707" x="5335588" y="1236663"/>
          <p14:tracePt t="36721" x="5346700" y="1231900"/>
          <p14:tracePt t="36734" x="5364163" y="1231900"/>
          <p14:tracePt t="36742" x="5364163" y="1225550"/>
          <p14:tracePt t="36748" x="5375275" y="1219200"/>
          <p14:tracePt t="36762" x="5386388" y="1219200"/>
          <p14:tracePt t="36776" x="5403850" y="1214438"/>
          <p14:tracePt t="36791" x="5408613" y="1208088"/>
          <p14:tracePt t="36793" x="5414963" y="1208088"/>
          <p14:tracePt t="36804" x="5421313" y="1208088"/>
          <p14:tracePt t="36821" x="5426075" y="1208088"/>
          <p14:tracePt t="36827" x="5432425" y="1208088"/>
          <p14:tracePt t="36832" x="5437188" y="1208088"/>
          <p14:tracePt t="36839" x="5443538" y="1203325"/>
          <p14:tracePt t="36846" x="5448300" y="1203325"/>
          <p14:tracePt t="36853" x="5465763" y="1196975"/>
          <p14:tracePt t="36867" x="5472113" y="1196975"/>
          <p14:tracePt t="36881" x="5483225" y="1192213"/>
          <p14:tracePt t="40371" x="5476875" y="1192213"/>
          <p14:tracePt t="40376" x="5472113" y="1192213"/>
          <p14:tracePt t="40377" x="5465763" y="1192213"/>
          <p14:tracePt t="40378" x="5454650" y="1196975"/>
          <p14:tracePt t="40383" x="5432425" y="1196975"/>
          <p14:tracePt t="40384" x="5426075" y="1196975"/>
          <p14:tracePt t="40385" x="5421313" y="1196975"/>
          <p14:tracePt t="40386" x="5421313" y="1203325"/>
          <p14:tracePt t="40390" x="5392738" y="1208088"/>
          <p14:tracePt t="40391" x="5386388" y="1208088"/>
          <p14:tracePt t="40393" x="5375275" y="1208088"/>
          <p14:tracePt t="40401" x="5335588" y="1214438"/>
          <p14:tracePt t="40408" x="5272088" y="1231900"/>
          <p14:tracePt t="40422" x="5170488" y="1247775"/>
          <p14:tracePt t="40430" x="5095875" y="1265238"/>
          <p14:tracePt t="40443" x="4964113" y="1289050"/>
          <p14:tracePt t="40450" x="4878388" y="1300163"/>
          <p14:tracePt t="40457" x="4805363" y="1317625"/>
          <p14:tracePt t="40464" x="4737100" y="1328738"/>
          <p14:tracePt t="40471" x="4668838" y="1339850"/>
          <p14:tracePt t="40478" x="4616450" y="1350963"/>
          <p14:tracePt t="40492" x="4543425" y="1362075"/>
          <p14:tracePt t="40498" x="4519613" y="1368425"/>
          <p14:tracePt t="40512" x="4475163" y="1373188"/>
          <p14:tracePt t="40527" x="4457700" y="1373188"/>
          <p14:tracePt t="40695" x="4457700" y="1368425"/>
          <p14:tracePt t="40699" x="4462463" y="1368425"/>
          <p14:tracePt t="40702" x="4462463" y="1362075"/>
          <p14:tracePt t="40707" x="4468813" y="1362075"/>
          <p14:tracePt t="40714" x="4475163" y="1350963"/>
          <p14:tracePt t="40721" x="4486275" y="1339850"/>
          <p14:tracePt t="40728" x="4497388" y="1328738"/>
          <p14:tracePt t="40742" x="4519613" y="1317625"/>
          <p14:tracePt t="40749" x="4537075" y="1304925"/>
          <p14:tracePt t="40762" x="4583113" y="1282700"/>
          <p14:tracePt t="40777" x="4640263" y="1260475"/>
          <p14:tracePt t="40783" x="4679950" y="1247775"/>
          <p14:tracePt t="40798" x="4770438" y="1219200"/>
          <p14:tracePt t="40811" x="4867275" y="1192213"/>
          <p14:tracePt t="40826" x="4953000" y="1174750"/>
          <p14:tracePt t="40839" x="5021263" y="1150938"/>
          <p14:tracePt t="40846" x="5056188" y="1146175"/>
          <p14:tracePt t="40853" x="5078413" y="1139825"/>
          <p14:tracePt t="40860" x="5100638" y="1135063"/>
          <p14:tracePt t="40867" x="5118100" y="1135063"/>
          <p14:tracePt t="40873" x="5124450" y="1128713"/>
          <p14:tracePt t="40880" x="5141913" y="1122363"/>
          <p14:tracePt t="40887" x="5146675" y="1122363"/>
          <p14:tracePt t="40895" x="5153025" y="1117600"/>
          <p14:tracePt t="40901" x="5164138" y="1117600"/>
          <p14:tracePt t="40908" x="5175250" y="1117600"/>
          <p14:tracePt t="40916" x="5186363" y="1111250"/>
          <p14:tracePt t="40922" x="5199063" y="1111250"/>
          <p14:tracePt t="40929" x="5214938" y="1106488"/>
          <p14:tracePt t="40936" x="5232400" y="1100138"/>
          <p14:tracePt t="40943" x="5243513" y="1100138"/>
          <p14:tracePt t="40950" x="5260975" y="1100138"/>
          <p14:tracePt t="40957" x="5267325" y="1093788"/>
          <p14:tracePt t="40971" x="5295900" y="1093788"/>
          <p14:tracePt t="40978" x="5307013" y="1093788"/>
          <p14:tracePt t="40985" x="5318125" y="1089025"/>
          <p14:tracePt t="40991" x="5329238" y="1089025"/>
          <p14:tracePt t="41006" x="5346700" y="1089025"/>
          <p14:tracePt t="41013" x="5351463" y="1089025"/>
          <p14:tracePt t="41299" x="5346700" y="1089025"/>
          <p14:tracePt t="41303" x="5340350" y="1089025"/>
          <p14:tracePt t="41308" x="5335588" y="1089025"/>
          <p14:tracePt t="41311" x="5335588" y="1093788"/>
          <p14:tracePt t="41318" x="5318125" y="1093788"/>
          <p14:tracePt t="41332" x="5278438" y="1111250"/>
          <p14:tracePt t="41339" x="5260975" y="1117600"/>
          <p14:tracePt t="41353" x="5199063" y="1139825"/>
          <p14:tracePt t="41360" x="5170488" y="1146175"/>
          <p14:tracePt t="41374" x="5078413" y="1168400"/>
          <p14:tracePt t="41381" x="5016500" y="1185863"/>
          <p14:tracePt t="41394" x="4873625" y="1231900"/>
          <p14:tracePt t="41401" x="4794250" y="1254125"/>
          <p14:tracePt t="41416" x="4622800" y="1311275"/>
          <p14:tracePt t="41422" x="4559300" y="1333500"/>
          <p14:tracePt t="41436" x="4411663" y="1368425"/>
          <p14:tracePt t="41443" x="4371975" y="1385888"/>
          <p14:tracePt t="41450" x="4332288" y="1401763"/>
          <p14:tracePt t="41464" x="4279900" y="1419225"/>
          <p14:tracePt t="41471" x="4268788" y="1425575"/>
          <p14:tracePt t="41478" x="4264025" y="1430338"/>
          <p14:tracePt t="41492" x="4257675" y="1430338"/>
          <p14:tracePt t="41508" x="4251325" y="1430338"/>
          <p14:tracePt t="41525" x="4251325" y="1436688"/>
          <p14:tracePt t="41530" x="4246563" y="1436688"/>
          <p14:tracePt t="41535" x="4246563" y="1443038"/>
          <p14:tracePt t="41543" x="4240213" y="1447800"/>
          <p14:tracePt t="41547" x="4235450" y="1454150"/>
          <p14:tracePt t="41554" x="4229100" y="1458913"/>
          <p14:tracePt t="41561" x="4217988" y="1465263"/>
          <p14:tracePt t="41568" x="4211638" y="1470025"/>
          <p14:tracePt t="41575" x="4206875" y="1482725"/>
          <p14:tracePt t="41582" x="4200525" y="1487488"/>
          <p14:tracePt t="41589" x="4200525" y="1493838"/>
          <p14:tracePt t="41596" x="4195763" y="1504950"/>
          <p14:tracePt t="41603" x="4195763" y="1511300"/>
          <p14:tracePt t="41610" x="4189413" y="1522413"/>
          <p14:tracePt t="41624" x="4183063" y="1539875"/>
          <p14:tracePt t="41631" x="4178300" y="1550988"/>
          <p14:tracePt t="41638" x="4178300" y="1562100"/>
          <p14:tracePt t="41644" x="4178300" y="1573213"/>
          <p14:tracePt t="41652" x="4178300" y="1595438"/>
          <p14:tracePt t="41658" x="4178300" y="1612900"/>
          <p14:tracePt t="41666" x="4178300" y="1647825"/>
          <p14:tracePt t="41673" x="4183063" y="1687513"/>
          <p14:tracePt t="41680" x="4200525" y="1738313"/>
          <p14:tracePt t="41686" x="4229100" y="1801813"/>
          <p14:tracePt t="41693" x="4257675" y="1863725"/>
          <p14:tracePt t="41701" x="4286250" y="1931988"/>
          <p14:tracePt t="41714" x="4354513" y="2046288"/>
          <p14:tracePt t="41722" x="4376738" y="2081213"/>
          <p14:tracePt t="41728" x="4389438" y="2103438"/>
          <p14:tracePt t="41735" x="4405313" y="2125663"/>
          <p14:tracePt t="41749" x="4422775" y="2160588"/>
          <p14:tracePt t="41756" x="4440238" y="2178050"/>
          <p14:tracePt t="41762" x="4451350" y="2189163"/>
          <p14:tracePt t="41769" x="4457700" y="2200275"/>
          <p14:tracePt t="41828" x="4462463" y="2200275"/>
          <p14:tracePt t="41869" x="4468813" y="2200275"/>
          <p14:tracePt t="41876" x="4475163" y="2200275"/>
          <p14:tracePt t="41879" x="4479925" y="2200275"/>
          <p14:tracePt t="41884" x="4486275" y="2200275"/>
          <p14:tracePt t="41895" x="4497388" y="2200275"/>
          <p14:tracePt t="41902" x="4508500" y="2200275"/>
          <p14:tracePt t="41909" x="4519613" y="2200275"/>
          <p14:tracePt t="41916" x="4530725" y="2200275"/>
          <p14:tracePt t="41923" x="4548188" y="2200275"/>
          <p14:tracePt t="41933" x="4559300" y="2200275"/>
          <p14:tracePt t="41940" x="4572000" y="2200275"/>
          <p14:tracePt t="41948" x="4583113" y="2200275"/>
          <p14:tracePt t="41955" x="4594225" y="2189163"/>
          <p14:tracePt t="41962" x="4611688" y="2189163"/>
          <p14:tracePt t="41970" x="4622800" y="2189163"/>
          <p14:tracePt t="41978" x="4633913" y="2189163"/>
          <p14:tracePt t="41985" x="4651375" y="2182813"/>
          <p14:tracePt t="41993" x="4668838" y="2178050"/>
          <p14:tracePt t="41999" x="4684713" y="2178050"/>
          <p14:tracePt t="42007" x="4713288" y="2166938"/>
          <p14:tracePt t="42015" x="4730750" y="2160588"/>
          <p14:tracePt t="42022" x="4752975" y="2149475"/>
          <p14:tracePt t="42030" x="4781550" y="2143125"/>
          <p14:tracePt t="42038" x="4810125" y="2132013"/>
          <p14:tracePt t="42046" x="4845050" y="2120900"/>
          <p14:tracePt t="42053" x="4878388" y="2103438"/>
          <p14:tracePt t="42061" x="4924425" y="2092325"/>
          <p14:tracePt t="42068" x="4959350" y="2074863"/>
          <p14:tracePt t="42075" x="5010150" y="2057400"/>
          <p14:tracePt t="42082" x="5056188" y="2041525"/>
          <p14:tracePt t="42096" x="5146675" y="2000250"/>
          <p14:tracePt t="42103" x="5203825" y="1978025"/>
          <p14:tracePt t="42117" x="5278438" y="1949450"/>
          <p14:tracePt t="42124" x="5307013" y="1931988"/>
          <p14:tracePt t="42138" x="5364163" y="1916113"/>
          <p14:tracePt t="42144" x="5403850" y="1898650"/>
          <p14:tracePt t="42159" x="5448300" y="1881188"/>
          <p14:tracePt t="42165" x="5472113" y="1874838"/>
          <p14:tracePt t="42172" x="5494338" y="1870075"/>
          <p14:tracePt t="42186" x="5540375" y="1858963"/>
          <p14:tracePt t="42193" x="5568950" y="1852613"/>
          <p14:tracePt t="42200" x="5597525" y="1846263"/>
          <p14:tracePt t="42214" x="5648325" y="1835150"/>
          <p14:tracePt t="42221" x="5676900" y="1835150"/>
          <p14:tracePt t="42228" x="5705475" y="1830388"/>
          <p14:tracePt t="42235" x="5734050" y="1830388"/>
          <p14:tracePt t="42250" x="5797550" y="1824038"/>
          <p14:tracePt t="42256" x="5819775" y="1819275"/>
          <p14:tracePt t="42269" x="5865813" y="1819275"/>
          <p14:tracePt t="42276" x="5881688" y="1819275"/>
          <p14:tracePt t="42283" x="5899150" y="1819275"/>
          <p14:tracePt t="42297" x="5927725" y="1812925"/>
          <p14:tracePt t="42304" x="5934075" y="1812925"/>
          <p14:tracePt t="42311" x="5945188" y="1812925"/>
          <p14:tracePt t="42325" x="5956300" y="1812925"/>
          <p14:tracePt t="42336" x="5962650" y="1812925"/>
          <p14:tracePt t="42346" x="5962650" y="1806575"/>
          <p14:tracePt t="42353" x="5967413" y="1806575"/>
          <p14:tracePt t="42367" x="5978525" y="1806575"/>
          <p14:tracePt t="42374" x="5984875" y="1806575"/>
          <p14:tracePt t="42388" x="5991225" y="1801813"/>
          <p14:tracePt t="42395" x="6002338" y="1801813"/>
          <p14:tracePt t="42404" x="6007100" y="1801813"/>
          <p14:tracePt t="42412" x="6013450" y="1801813"/>
          <p14:tracePt t="42420" x="6019800" y="1801813"/>
          <p14:tracePt t="42424" x="6024563" y="1801813"/>
          <p14:tracePt t="42440" x="6030913" y="1801813"/>
          <p14:tracePt t="42614" x="6030913" y="1806575"/>
          <p14:tracePt t="42626" x="6030913" y="1812925"/>
          <p14:tracePt t="42629" x="6035675" y="1812925"/>
          <p14:tracePt t="42633" x="6035675" y="1824038"/>
          <p14:tracePt t="42638" x="6035675" y="1830388"/>
          <p14:tracePt t="42644" x="6035675" y="1852613"/>
          <p14:tracePt t="42658" x="6035675" y="1887538"/>
          <p14:tracePt t="42666" x="6035675" y="1903413"/>
          <p14:tracePt t="42680" x="6035675" y="1931988"/>
          <p14:tracePt t="42686" x="6035675" y="1949450"/>
          <p14:tracePt t="42700" x="6035675" y="1978025"/>
          <p14:tracePt t="42707" x="6024563" y="1995488"/>
          <p14:tracePt t="42714" x="6019800" y="2012950"/>
          <p14:tracePt t="42721" x="6007100" y="2028825"/>
          <p14:tracePt t="42728" x="5995988" y="2046288"/>
          <p14:tracePt t="42735" x="5978525" y="2074863"/>
          <p14:tracePt t="42749" x="5927725" y="2120900"/>
          <p14:tracePt t="42763" x="5853113" y="2182813"/>
          <p14:tracePt t="42769" x="5808663" y="2211388"/>
          <p14:tracePt t="42783" x="5722938" y="2263775"/>
          <p14:tracePt t="42797" x="5654675" y="2292350"/>
          <p14:tracePt t="42811" x="5614988" y="2303463"/>
          <p14:tracePt t="42825" x="5591175" y="2308225"/>
          <p14:tracePt t="42832" x="5586413" y="2308225"/>
          <p14:tracePt t="42839" x="5580063" y="2308225"/>
          <p14:tracePt t="42846" x="5573713" y="2314575"/>
          <p14:tracePt t="42959" x="5568950" y="2314575"/>
          <p14:tracePt t="42987" x="5562600" y="2314575"/>
          <p14:tracePt t="42995" x="5557838" y="2314575"/>
          <p14:tracePt t="43001" x="5551488" y="2314575"/>
          <p14:tracePt t="43120" x="5551488" y="2308225"/>
          <p14:tracePt t="43121" x="5546725" y="2308225"/>
          <p14:tracePt t="43128" x="5546725" y="2303463"/>
          <p14:tracePt t="43133" x="5546725" y="2297113"/>
          <p14:tracePt t="43140" x="5540375" y="2292350"/>
          <p14:tracePt t="43147" x="5534025" y="2292350"/>
          <p14:tracePt t="43159" x="5534025" y="2286000"/>
          <p14:tracePt t="43181" x="5534025" y="2279650"/>
          <p14:tracePt t="43266" x="5529263" y="2279650"/>
          <p14:tracePt t="43268" x="5529263" y="2274888"/>
          <p14:tracePt t="43282" x="5522913" y="2274888"/>
          <p14:tracePt t="43285" x="5522913" y="2268538"/>
          <p14:tracePt t="43293" x="5518150" y="2263775"/>
          <p14:tracePt t="43293" x="5511800" y="2263775"/>
          <p14:tracePt t="43304" x="5505450" y="2251075"/>
          <p14:tracePt t="43318" x="5489575" y="2239963"/>
          <p14:tracePt t="43333" x="5476875" y="2228850"/>
          <p14:tracePt t="43346" x="5472113" y="2222500"/>
          <p14:tracePt t="43353" x="5465763" y="2222500"/>
          <p14:tracePt t="43360" x="5461000" y="2217738"/>
          <p14:tracePt t="43383" x="5461000" y="2211388"/>
          <p14:tracePt t="43385" x="5454650" y="2211388"/>
          <p14:tracePt t="43393" x="5454650" y="2206625"/>
          <p14:tracePt t="43397" x="5448300" y="2206625"/>
          <p14:tracePt t="43408" x="5443538" y="2195513"/>
          <p14:tracePt t="43422" x="5426075" y="2178050"/>
          <p14:tracePt t="43429" x="5414963" y="2171700"/>
          <p14:tracePt t="43443" x="5397500" y="2149475"/>
          <p14:tracePt t="43450" x="5380038" y="2132013"/>
          <p14:tracePt t="43457" x="5351463" y="2109788"/>
          <p14:tracePt t="43464" x="5307013" y="2081213"/>
          <p14:tracePt t="43471" x="5283200" y="2070100"/>
          <p14:tracePt t="43485" x="5232400" y="2035175"/>
          <p14:tracePt t="43492" x="5192713" y="2017713"/>
          <p14:tracePt t="43499" x="5164138" y="2000250"/>
          <p14:tracePt t="43506" x="5129213" y="1989138"/>
          <p14:tracePt t="43512" x="5095875" y="1978025"/>
          <p14:tracePt t="43519" x="5067300" y="1966913"/>
          <p14:tracePt t="43527" x="5032375" y="1955800"/>
          <p14:tracePt t="43533" x="4999038" y="1944688"/>
          <p14:tracePt t="43541" x="4964113" y="1931988"/>
          <p14:tracePt t="43554" x="4878388" y="1920875"/>
          <p14:tracePt t="43568" x="4776788" y="1898650"/>
          <p14:tracePt t="43575" x="4730750" y="1892300"/>
          <p14:tracePt t="43582" x="4673600" y="1887538"/>
          <p14:tracePt t="43589" x="4622800" y="1881188"/>
          <p14:tracePt t="43596" x="4565650" y="1874838"/>
          <p14:tracePt t="43610" x="4475163" y="1870075"/>
          <p14:tracePt t="43617" x="4422775" y="1863725"/>
          <p14:tracePt t="43624" x="4376738" y="1863725"/>
          <p14:tracePt t="43631" x="4337050" y="1863725"/>
          <p14:tracePt t="43637" x="4297363" y="1863725"/>
          <p14:tracePt t="43644" x="4251325" y="1863725"/>
          <p14:tracePt t="43653" x="4200525" y="1863725"/>
          <p14:tracePt t="43661" x="4154488" y="1874838"/>
          <p14:tracePt t="43668" x="4110038" y="1881188"/>
          <p14:tracePt t="43675" x="4052888" y="1898650"/>
          <p14:tracePt t="43683" x="3967163" y="1916113"/>
          <p14:tracePt t="43689" x="3927475" y="1920875"/>
          <p14:tracePt t="43697" x="3835400" y="1955800"/>
          <p14:tracePt t="43705" x="3767138" y="1978025"/>
          <p14:tracePt t="43712" x="3676650" y="2017713"/>
          <p14:tracePt t="43719" x="3608388" y="2052638"/>
          <p14:tracePt t="43727" x="3540125" y="2092325"/>
          <p14:tracePt t="43734" x="3471863" y="2138363"/>
          <p14:tracePt t="43741" x="3408363" y="2178050"/>
          <p14:tracePt t="43747" x="3357563" y="2217738"/>
          <p14:tracePt t="43756" x="3265488" y="2286000"/>
          <p14:tracePt t="43763" x="3197225" y="2343150"/>
          <p14:tracePt t="43770" x="3124200" y="2400300"/>
          <p14:tracePt t="43777" x="3071813" y="2446338"/>
          <p14:tracePt t="43785" x="3014663" y="2508250"/>
          <p14:tracePt t="43792" x="2974975" y="2559050"/>
          <p14:tracePt t="43799" x="2935288" y="2605088"/>
          <p14:tracePt t="43806" x="2906713" y="2651125"/>
          <p14:tracePt t="43814" x="2878138" y="2697163"/>
          <p14:tracePt t="43822" x="2855913" y="2730500"/>
          <p14:tracePt t="43829" x="2844800" y="2752725"/>
          <p14:tracePt t="43837" x="2827338" y="2776538"/>
          <p14:tracePt t="43844" x="2816225" y="2787650"/>
          <p14:tracePt t="43854" x="2816225" y="2794000"/>
          <p14:tracePt t="44714" x="2820988" y="2794000"/>
          <p14:tracePt t="44716" x="2827338" y="2794000"/>
          <p14:tracePt t="44723" x="2832100" y="2787650"/>
          <p14:tracePt t="44728" x="2838450" y="2787650"/>
          <p14:tracePt t="44742" x="2867025" y="2776538"/>
          <p14:tracePt t="44749" x="2895600" y="2770188"/>
          <p14:tracePt t="44763" x="2941638" y="2752725"/>
          <p14:tracePt t="44770" x="2970213" y="2741613"/>
          <p14:tracePt t="44784" x="3049588" y="2708275"/>
          <p14:tracePt t="44791" x="3106738" y="2684463"/>
          <p14:tracePt t="44798" x="3175000" y="2655888"/>
          <p14:tracePt t="44805" x="3282950" y="2622550"/>
          <p14:tracePt t="44814" x="3390900" y="2587625"/>
          <p14:tracePt t="44821" x="3482975" y="2559050"/>
          <p14:tracePt t="44830" x="3602038" y="2525713"/>
          <p14:tracePt t="44837" x="3676650" y="2497138"/>
          <p14:tracePt t="44843" x="3778250" y="2462213"/>
          <p14:tracePt t="44849" x="3852863" y="2446338"/>
          <p14:tracePt t="44855" x="3938588" y="2411413"/>
          <p14:tracePt t="44861" x="4035425" y="2382838"/>
          <p14:tracePt t="44867" x="4114800" y="2360613"/>
          <p14:tracePt t="44874" x="4200525" y="2336800"/>
          <p14:tracePt t="44888" x="4349750" y="2297113"/>
          <p14:tracePt t="44895" x="4422775" y="2279650"/>
          <p14:tracePt t="44901" x="4486275" y="2268538"/>
          <p14:tracePt t="44909" x="4543425" y="2257425"/>
          <p14:tracePt t="44916" x="4600575" y="2246313"/>
          <p14:tracePt t="44930" x="4679950" y="2228850"/>
          <p14:tracePt t="44936" x="4719638" y="2222500"/>
          <p14:tracePt t="44943" x="4748213" y="2217738"/>
          <p14:tracePt t="44950" x="4781550" y="2211388"/>
          <p14:tracePt t="44957" x="4805363" y="2211388"/>
          <p14:tracePt t="44964" x="4816475" y="2206625"/>
          <p14:tracePt t="44971" x="4827588" y="2206625"/>
          <p14:tracePt t="44978" x="4838700" y="2200275"/>
          <p14:tracePt t="44985" x="4849813" y="2200275"/>
          <p14:tracePt t="44999" x="4867275" y="2195513"/>
          <p14:tracePt t="45005" x="4873625" y="2195513"/>
          <p14:tracePt t="45013" x="4884738" y="2195513"/>
          <p14:tracePt t="45027" x="4902200" y="2189163"/>
          <p14:tracePt t="45033" x="4906963" y="2189163"/>
          <p14:tracePt t="45047" x="4924425" y="2189163"/>
          <p14:tracePt t="45054" x="4935538" y="2189163"/>
          <p14:tracePt t="45061" x="4948238" y="2189163"/>
          <p14:tracePt t="45068" x="4953000" y="2182813"/>
          <p14:tracePt t="45075" x="4964113" y="2182813"/>
          <p14:tracePt t="45082" x="4975225" y="2182813"/>
          <p14:tracePt t="45096" x="4999038" y="2178050"/>
          <p14:tracePt t="45103" x="5003800" y="2178050"/>
          <p14:tracePt t="45110" x="5010150" y="2178050"/>
          <p14:tracePt t="45117" x="5027613" y="2178050"/>
          <p14:tracePt t="45124" x="5032375" y="2178050"/>
          <p14:tracePt t="45139" x="5049838" y="2178050"/>
          <p14:tracePt t="45144" x="5056188" y="2178050"/>
          <p14:tracePt t="45151" x="5067300" y="2178050"/>
          <p14:tracePt t="45158" x="5078413" y="2178050"/>
          <p14:tracePt t="45165" x="5089525" y="2178050"/>
          <p14:tracePt t="45173" x="5100638" y="2178050"/>
          <p14:tracePt t="45186" x="5124450" y="2171700"/>
          <p14:tracePt t="45193" x="5135563" y="2166938"/>
          <p14:tracePt t="45202" x="5141913" y="2166938"/>
          <p14:tracePt t="45207" x="5146675" y="2166938"/>
          <p14:tracePt t="45214" x="5157788" y="2166938"/>
          <p14:tracePt t="45221" x="5170488" y="2160588"/>
          <p14:tracePt t="45235" x="5186363" y="2154238"/>
          <p14:tracePt t="45242" x="5210175" y="2149475"/>
          <p14:tracePt t="45249" x="5226050" y="2143125"/>
          <p14:tracePt t="45256" x="5243513" y="2138363"/>
          <p14:tracePt t="45263" x="5260975" y="2138363"/>
          <p14:tracePt t="45269" x="5272088" y="2138363"/>
          <p14:tracePt t="45276" x="5289550" y="2125663"/>
          <p14:tracePt t="45283" x="5300663" y="2120900"/>
          <p14:tracePt t="46223" x="5307013" y="2114550"/>
          <p14:tracePt t="46230" x="5311775" y="2114550"/>
          <p14:tracePt t="46231" x="5311775" y="2109788"/>
          <p14:tracePt t="46244" x="5318125" y="2103438"/>
          <p14:tracePt t="46247" x="5322888" y="2103438"/>
          <p14:tracePt t="46256" x="5329238" y="2103438"/>
          <p14:tracePt t="46270" x="5335588" y="2092325"/>
          <p14:tracePt t="46276" x="5340350" y="2092325"/>
          <p14:tracePt t="46284" x="5346700" y="2092325"/>
          <p14:tracePt t="46291" x="5351463" y="2085975"/>
          <p14:tracePt t="46306" x="5357813" y="2085975"/>
          <p14:tracePt t="46318" x="5357813" y="2081213"/>
          <p14:tracePt t="46325" x="5368925" y="2081213"/>
          <p14:tracePt t="46339" x="5368925" y="2074863"/>
          <p14:tracePt t="46346" x="5375275" y="2074863"/>
          <p14:tracePt t="46360" x="5380038" y="2070100"/>
          <p14:tracePt t="46369" x="5386388" y="2070100"/>
          <p14:tracePt t="46381" x="5392738" y="2070100"/>
          <p14:tracePt t="46398" x="5397500" y="2070100"/>
          <p14:tracePt t="47109" x="5397500" y="2063750"/>
          <p14:tracePt t="47148" x="5397500" y="2057400"/>
          <p14:tracePt t="47154" x="5397500" y="2052638"/>
          <p14:tracePt t="47167" x="5403850" y="2052638"/>
          <p14:tracePt t="47178" x="5403850" y="2046288"/>
          <p14:tracePt t="47203" x="5408613" y="2046288"/>
          <p14:tracePt t="47204" x="5408613" y="2041525"/>
          <p14:tracePt t="47216" x="5408613" y="2035175"/>
          <p14:tracePt t="47218" x="5414963" y="2035175"/>
          <p14:tracePt t="47223" x="5414963" y="2028825"/>
          <p14:tracePt t="47244" x="5414963" y="2024063"/>
          <p14:tracePt t="47251" x="5421313" y="2017713"/>
          <p14:tracePt t="47265" x="5426075" y="2017713"/>
          <p14:tracePt t="47267" x="5426075" y="2012950"/>
          <p14:tracePt t="47272" x="5426075" y="2006600"/>
          <p14:tracePt t="47283" x="5426075" y="2000250"/>
          <p14:tracePt t="47289" x="5432425" y="2000250"/>
          <p14:tracePt t="47298" x="5437188" y="2000250"/>
          <p14:tracePt t="47304" x="5437188" y="1995488"/>
          <p14:tracePt t="47318" x="5443538" y="1984375"/>
          <p14:tracePt t="47334" x="5443538" y="1978025"/>
          <p14:tracePt t="47647" x="5448300" y="1978025"/>
          <p14:tracePt t="47905" x="5461000" y="1978025"/>
          <p14:tracePt t="47906" x="5465763" y="1978025"/>
          <p14:tracePt t="47911" x="5476875" y="1971675"/>
          <p14:tracePt t="47913" x="5483225" y="1971675"/>
          <p14:tracePt t="47914" x="5489575" y="1960563"/>
          <p14:tracePt t="47918" x="5505450" y="1949450"/>
          <p14:tracePt t="47919" x="5511800" y="1949450"/>
          <p14:tracePt t="47920" x="5518150" y="1944688"/>
          <p14:tracePt t="47921" x="5522913" y="1944688"/>
          <p14:tracePt t="47924" x="5534025" y="1931988"/>
          <p14:tracePt t="47925" x="5540375" y="1931988"/>
          <p14:tracePt t="47937" x="5573713" y="1909763"/>
          <p14:tracePt t="47943" x="5597525" y="1887538"/>
          <p14:tracePt t="47950" x="5626100" y="1874838"/>
          <p14:tracePt t="47964" x="5688013" y="1830388"/>
          <p14:tracePt t="47971" x="5727700" y="1801813"/>
          <p14:tracePt t="47985" x="5819775" y="1733550"/>
          <p14:tracePt t="47992" x="5859463" y="1698625"/>
          <p14:tracePt t="48006" x="5949950" y="1630363"/>
          <p14:tracePt t="48014" x="5991225" y="1601788"/>
          <p14:tracePt t="48021" x="6013450" y="1584325"/>
          <p14:tracePt t="48027" x="6024563" y="1568450"/>
          <p14:tracePt t="48033" x="6035675" y="1562100"/>
          <p14:tracePt t="48041" x="6042025" y="1555750"/>
          <p14:tracePt t="48098" x="6035675" y="1555750"/>
          <p14:tracePt t="48103" x="6030913" y="1555750"/>
          <p14:tracePt t="48108" x="6024563" y="1555750"/>
          <p14:tracePt t="48112" x="6019800" y="1555750"/>
          <p14:tracePt t="48124" x="6013450" y="1555750"/>
          <p14:tracePt t="48138" x="6007100" y="1555750"/>
          <p14:tracePt t="48145" x="6002338" y="1555750"/>
          <p14:tracePt t="48152" x="5995988" y="1555750"/>
          <p14:tracePt t="48166" x="5967413" y="1584325"/>
          <p14:tracePt t="48172" x="5945188" y="1601788"/>
          <p14:tracePt t="48179" x="5921375" y="1624013"/>
          <p14:tracePt t="48194" x="5848350" y="1693863"/>
          <p14:tracePt t="48200" x="5797550" y="1733550"/>
          <p14:tracePt t="48207" x="5740400" y="1784350"/>
          <p14:tracePt t="48221" x="5619750" y="1870075"/>
          <p14:tracePt t="48235" x="5489575" y="1931988"/>
          <p14:tracePt t="48242" x="5421313" y="1966913"/>
          <p14:tracePt t="48249" x="5346700" y="1995488"/>
          <p14:tracePt t="48256" x="5260975" y="2028825"/>
          <p14:tracePt t="48263" x="5164138" y="2057400"/>
          <p14:tracePt t="48270" x="5060950" y="2085975"/>
          <p14:tracePt t="48277" x="4953000" y="2114550"/>
          <p14:tracePt t="48283" x="4849813" y="2132013"/>
          <p14:tracePt t="48291" x="4752975" y="2149475"/>
          <p14:tracePt t="48305" x="4565650" y="2166938"/>
          <p14:tracePt t="48311" x="4491038" y="2166938"/>
          <p14:tracePt t="48318" x="4429125" y="2166938"/>
          <p14:tracePt t="48325" x="4365625" y="2171700"/>
          <p14:tracePt t="48340" x="4286250" y="2178050"/>
          <p14:tracePt t="48353" x="4257675" y="2182813"/>
          <p14:tracePt t="48367" x="4251325" y="2182813"/>
          <p14:tracePt t="48457" x="4257675" y="2182813"/>
          <p14:tracePt t="48461" x="4264025" y="2182813"/>
          <p14:tracePt t="48464" x="4268788" y="2182813"/>
          <p14:tracePt t="48471" x="4297363" y="2182813"/>
          <p14:tracePt t="48485" x="4389438" y="2182813"/>
          <p14:tracePt t="48492" x="4475163" y="2182813"/>
          <p14:tracePt t="48506" x="4713288" y="2171700"/>
          <p14:tracePt t="48513" x="4827588" y="2160588"/>
          <p14:tracePt t="48527" x="5129213" y="2114550"/>
          <p14:tracePt t="48534" x="5307013" y="2081213"/>
          <p14:tracePt t="48541" x="5443538" y="2041525"/>
          <p14:tracePt t="48549" x="5602288" y="1984375"/>
          <p14:tracePt t="48562" x="5751513" y="1909763"/>
          <p14:tracePt t="48568" x="5797550" y="1887538"/>
          <p14:tracePt t="48575" x="5830888" y="1852613"/>
          <p14:tracePt t="48582" x="5837238" y="1841500"/>
          <p14:tracePt t="48589" x="5842000" y="1824038"/>
          <p14:tracePt t="48596" x="5842000" y="1819275"/>
          <p14:tracePt t="48603" x="5848350" y="1806575"/>
          <p14:tracePt t="48610" x="5848350" y="1801813"/>
          <p14:tracePt t="48617" x="5848350" y="1784350"/>
          <p14:tracePt t="48625" x="5848350" y="1762125"/>
          <p14:tracePt t="48631" x="5848350" y="1744663"/>
          <p14:tracePt t="48638" x="5848350" y="1720850"/>
          <p14:tracePt t="48645" x="5837238" y="1698625"/>
          <p14:tracePt t="48652" x="5837238" y="1676400"/>
          <p14:tracePt t="48666" x="5819775" y="1619250"/>
          <p14:tracePt t="48672" x="5813425" y="1584325"/>
          <p14:tracePt t="48680" x="5808663" y="1539875"/>
          <p14:tracePt t="48686" x="5802313" y="1487488"/>
          <p14:tracePt t="48693" x="5797550" y="1436688"/>
          <p14:tracePt t="48701" x="5797550" y="1385888"/>
          <p14:tracePt t="48707" x="5797550" y="1333500"/>
          <p14:tracePt t="48714" x="5791200" y="1276350"/>
          <p14:tracePt t="48721" x="5791200" y="1208088"/>
          <p14:tracePt t="48728" x="5791200" y="1157288"/>
          <p14:tracePt t="48735" x="5791200" y="1100138"/>
          <p14:tracePt t="48742" x="5791200" y="1049338"/>
          <p14:tracePt t="48756" x="5797550" y="941388"/>
          <p14:tracePt t="48763" x="5802313" y="871538"/>
          <p14:tracePt t="48777" x="5813425" y="752475"/>
          <p14:tracePt t="48784" x="5824538" y="695325"/>
          <p14:tracePt t="48791" x="5837238" y="638175"/>
          <p14:tracePt t="48805" x="5853113" y="530225"/>
          <p14:tracePt t="48811" x="5865813" y="473075"/>
          <p14:tracePt t="48818" x="5870575" y="415925"/>
          <p14:tracePt t="48825" x="5888038" y="358775"/>
          <p14:tracePt t="48839" x="5916613" y="228600"/>
          <p14:tracePt t="48846" x="5927725" y="176213"/>
          <p14:tracePt t="48853" x="5938838" y="131763"/>
          <p14:tracePt t="48860" x="5949950" y="103188"/>
          <p14:tracePt t="48867" x="5949950" y="74613"/>
          <p14:tracePt t="48881" x="5956300" y="46038"/>
          <p14:tracePt t="48895" x="5962650" y="28575"/>
          <p14:tracePt t="48902" x="5962650" y="22225"/>
          <p14:tracePt t="48916" x="5962650" y="17463"/>
          <p14:tracePt t="48922" x="5967413" y="17463"/>
          <p14:tracePt t="48932" x="5973763" y="17463"/>
          <p14:tracePt t="48933" x="5973763" y="11113"/>
          <p14:tracePt t="48943" x="5978525" y="11113"/>
          <p14:tracePt t="48953" x="5984875" y="11113"/>
          <p14:tracePt t="48956" x="5984875" y="6350"/>
          <p14:tracePt t="48964" x="5995988" y="0"/>
          <p14:tracePt t="48971" x="6007100" y="0"/>
          <p14:tracePt t="50108" x="6378575" y="46038"/>
          <p14:tracePt t="50108" x="6378575" y="50800"/>
          <p14:tracePt t="50108" x="6378575" y="79375"/>
          <p14:tracePt t="50108" x="6378575" y="96838"/>
          <p14:tracePt t="50108" x="6383338" y="160338"/>
          <p14:tracePt t="50108" x="6389688" y="200025"/>
          <p14:tracePt t="50108" x="6389688" y="244475"/>
          <p14:tracePt t="50108" x="6400800" y="330200"/>
          <p14:tracePt t="50108" x="6407150" y="415925"/>
          <p14:tracePt t="50108" x="6407150" y="495300"/>
          <p14:tracePt t="50108" x="6407150" y="536575"/>
          <p14:tracePt t="50108" x="6407150" y="620713"/>
          <p14:tracePt t="50108" x="6394450" y="706438"/>
          <p14:tracePt t="50108" x="6372225" y="827088"/>
          <p14:tracePt t="50108" x="6338888" y="968375"/>
          <p14:tracePt t="50108" x="6315075" y="1049338"/>
          <p14:tracePt t="50108" x="6275388" y="1196975"/>
          <p14:tracePt t="50108" x="6253163" y="1276350"/>
          <p14:tracePt t="50108" x="6224588" y="1368425"/>
          <p14:tracePt t="50108" x="6200775" y="1447800"/>
          <p14:tracePt t="50108" x="6178550" y="1533525"/>
          <p14:tracePt t="50108" x="6132513" y="1716088"/>
          <p14:tracePt t="50108" x="6110288" y="1812925"/>
          <p14:tracePt t="50108" x="6059488" y="2000250"/>
          <p14:tracePt t="50108" x="6030913" y="2097088"/>
          <p14:tracePt t="50108" x="6007100" y="2178050"/>
          <p14:tracePt t="50108" x="5973763" y="2292350"/>
          <p14:tracePt t="50108" x="5921375" y="2439988"/>
          <p14:tracePt t="50108" x="5899150" y="2514600"/>
          <p14:tracePt t="50108" x="5870575" y="2587625"/>
          <p14:tracePt t="50108" x="5848350" y="2673350"/>
          <p14:tracePt t="50108" x="5824538" y="2747963"/>
          <p14:tracePt t="50108" x="5780088" y="2935288"/>
          <p14:tracePt t="50108" x="5756275" y="3038475"/>
          <p14:tracePt t="50108" x="5734050" y="3141663"/>
          <p14:tracePt t="50108" x="5672138" y="3421063"/>
          <p14:tracePt t="50108" x="5637213" y="3557588"/>
          <p14:tracePt t="50108" x="5597525" y="3694113"/>
          <p14:tracePt t="50108" x="5540375" y="3841750"/>
          <p14:tracePt t="50108" x="5437188" y="4070350"/>
          <p14:tracePt t="50108" x="5392738" y="4167188"/>
          <p14:tracePt t="50108" x="5357813" y="4257675"/>
          <p14:tracePt t="50108" x="5329238" y="4327525"/>
          <p14:tracePt t="50108" x="5307013" y="4378325"/>
          <p14:tracePt t="50108" x="5295900" y="4411663"/>
          <p14:tracePt t="50108" x="5289550" y="4440238"/>
          <p14:tracePt t="50108" x="5289550" y="4452938"/>
          <p14:tracePt t="50108" x="5289550" y="4457700"/>
          <p14:tracePt t="50108" x="5283200" y="4457700"/>
          <p14:tracePt t="50108" x="5283200" y="4464050"/>
          <p14:tracePt t="50108" x="5283200" y="4468813"/>
          <p14:tracePt t="50108" x="5278438" y="4468813"/>
          <p14:tracePt t="50108" x="5278438" y="4475163"/>
          <p14:tracePt t="50108" x="5272088" y="4475163"/>
          <p14:tracePt t="50108" x="5272088" y="4481513"/>
          <p14:tracePt t="50108" x="5272088" y="4475163"/>
          <p14:tracePt t="50108" x="5278438" y="4475163"/>
          <p14:tracePt t="50108" x="5278438" y="4468813"/>
          <p14:tracePt t="50108" x="5283200" y="4468813"/>
          <p14:tracePt t="50108" x="5283200" y="4464050"/>
          <p14:tracePt t="50108" x="5289550" y="4464050"/>
          <p14:tracePt t="50108" x="5289550" y="4457700"/>
          <p14:tracePt t="50108" x="5295900" y="4457700"/>
          <p14:tracePt t="50108" x="5307013" y="4446588"/>
          <p14:tracePt t="50108" x="5311775" y="4446588"/>
          <p14:tracePt t="50108" x="5318125" y="4440238"/>
          <p14:tracePt t="50108" x="5318125" y="4435475"/>
          <p14:tracePt t="50108" x="5322888" y="4435475"/>
          <p14:tracePt t="50108" x="5329238" y="4435475"/>
          <p14:tracePt t="50108" x="5329238" y="4429125"/>
          <p14:tracePt t="50108" x="5329238" y="4424363"/>
          <p14:tracePt t="50108" x="5329238" y="4418013"/>
          <p14:tracePt t="50108" x="5329238" y="4411663"/>
          <p14:tracePt t="50108" x="5329238" y="4406900"/>
          <p14:tracePt t="50108" x="5329238" y="4400550"/>
          <p14:tracePt t="50108" x="5329238" y="4395788"/>
          <p14:tracePt t="50108" x="5329238" y="4389438"/>
          <p14:tracePt t="50108" x="5329238" y="4383088"/>
          <p14:tracePt t="50108" x="5329238" y="4360863"/>
          <p14:tracePt t="50108" x="5329238" y="4343400"/>
          <p14:tracePt t="50108" x="5329238" y="4321175"/>
          <p14:tracePt t="50108" x="5329238" y="4310063"/>
          <p14:tracePt t="50108" x="5329238" y="4292600"/>
          <p14:tracePt t="50108" x="5329238" y="4286250"/>
          <p14:tracePt t="50108" x="5329238" y="4281488"/>
          <p14:tracePt t="50108" x="5329238" y="4275138"/>
          <p14:tracePt t="50108" x="5329238" y="4270375"/>
          <p14:tracePt t="50108" x="5329238" y="4264025"/>
          <p14:tracePt t="50108" x="5329238" y="4224338"/>
          <p14:tracePt t="50108" x="5329238" y="4127500"/>
          <p14:tracePt t="50108" x="5322888" y="4041775"/>
          <p14:tracePt t="50108" x="5322888" y="3956050"/>
          <p14:tracePt t="50108" x="5322888" y="3910013"/>
          <p14:tracePt t="50108" x="5322888" y="3859213"/>
          <p14:tracePt t="50108" x="5322888" y="3808413"/>
          <p14:tracePt t="50108" x="5340350" y="3705225"/>
          <p14:tracePt t="50108" x="5346700" y="3648075"/>
          <p14:tracePt t="50108" x="5364163" y="3579813"/>
          <p14:tracePt t="50108" x="5380038" y="3511550"/>
          <p14:tracePt t="50108" x="5414963" y="3340100"/>
          <p14:tracePt t="50108" x="5437188" y="3267075"/>
          <p14:tracePt t="50108" x="5454650" y="3192463"/>
          <p14:tracePt t="50108" x="5483225" y="3113088"/>
          <p14:tracePt t="50108" x="5505450" y="3038475"/>
          <p14:tracePt t="50108" x="5540375" y="2952750"/>
          <p14:tracePt t="50108" x="5562600" y="2890838"/>
          <p14:tracePt t="50108" x="5591175" y="2827338"/>
          <p14:tracePt t="50108" x="5626100" y="2730500"/>
          <p14:tracePt t="50108" x="5630863" y="2697163"/>
          <p14:tracePt t="50108" x="5643563" y="2655888"/>
          <p14:tracePt t="50108" x="5654675" y="2622550"/>
          <p14:tracePt t="50108" x="5659438" y="2593975"/>
          <p14:tracePt t="50108" x="5672138" y="2554288"/>
          <p14:tracePt t="50108" x="5676900" y="2530475"/>
          <p14:tracePt t="50108" x="5683250" y="2519363"/>
          <p14:tracePt t="50108" x="5683250" y="2497138"/>
          <p14:tracePt t="50108" x="5688013" y="2479675"/>
          <p14:tracePt t="50108" x="5699125" y="2462213"/>
          <p14:tracePt t="50108" x="5705475" y="2451100"/>
          <p14:tracePt t="50108" x="5722938" y="2417763"/>
          <p14:tracePt t="50108" x="5734050" y="2400300"/>
          <p14:tracePt t="50108" x="5762625" y="2349500"/>
          <p14:tracePt t="50108" x="5784850" y="2314575"/>
          <p14:tracePt t="50108" x="5797550" y="2303463"/>
          <p14:tracePt t="50108" x="5797550" y="2297113"/>
          <p14:tracePt t="50108" x="5802313" y="2297113"/>
          <p14:tracePt t="50108" x="5802313" y="2292350"/>
          <p14:tracePt t="50108" x="5802313" y="2286000"/>
          <p14:tracePt t="50108" x="5802313" y="2279650"/>
          <p14:tracePt t="50108" x="5802313" y="2274888"/>
          <p14:tracePt t="50108" x="5802313" y="2257425"/>
          <p14:tracePt t="50108" x="5802313" y="2251075"/>
          <p14:tracePt t="50108" x="5797550" y="2228850"/>
          <p14:tracePt t="50108" x="5791200" y="2222500"/>
          <p14:tracePt t="50108" x="5791200" y="2217738"/>
          <p14:tracePt t="50108" x="5784850" y="2217738"/>
          <p14:tracePt t="50108" x="5773738" y="2171700"/>
          <p14:tracePt t="50108" x="5768975" y="2132013"/>
          <p14:tracePt t="50108" x="5745163" y="2028825"/>
          <p14:tracePt t="50108" x="5734050" y="1971675"/>
          <p14:tracePt t="50108" x="5722938" y="1909763"/>
          <p14:tracePt t="50108" x="5716588" y="1841500"/>
          <p14:tracePt t="50108" x="5711825" y="1778000"/>
          <p14:tracePt t="50108" x="5711825" y="1698625"/>
          <p14:tracePt t="50108" x="5705475" y="1647825"/>
          <p14:tracePt t="50108" x="5699125" y="1579563"/>
          <p14:tracePt t="50108" x="5699125" y="1454150"/>
          <p14:tracePt t="50108" x="5694363" y="1397000"/>
          <p14:tracePt t="50108" x="5694363" y="1350963"/>
          <p14:tracePt t="50108" x="5694363" y="1317625"/>
          <p14:tracePt t="50108" x="5705475" y="1214438"/>
          <p14:tracePt t="50108" x="5716588" y="1179513"/>
          <p14:tracePt t="50108" x="5734050" y="1139825"/>
          <p14:tracePt t="50108" x="5773738" y="1077913"/>
          <p14:tracePt t="50108" x="5797550" y="1042988"/>
          <p14:tracePt t="50108" x="5819775" y="1009650"/>
          <p14:tracePt t="50108" x="5842000" y="968375"/>
          <p14:tracePt t="50108" x="5859463" y="935038"/>
          <p14:tracePt t="50108" x="5876925" y="912813"/>
          <p14:tracePt t="50108" x="5894388" y="877888"/>
          <p14:tracePt t="50108" x="5910263" y="855663"/>
          <p14:tracePt t="50108" x="5934075" y="827088"/>
          <p14:tracePt t="50108" x="5938838" y="815975"/>
          <p14:tracePt t="50108" x="5962650" y="798513"/>
          <p14:tracePt t="50108" x="5973763" y="787400"/>
          <p14:tracePt t="50108" x="6002338" y="763588"/>
          <p14:tracePt t="50108" x="6019800" y="746125"/>
          <p14:tracePt t="50108" x="6030913" y="735013"/>
          <p14:tracePt t="50108" x="6042025" y="717550"/>
          <p14:tracePt t="50108" x="6053138" y="673100"/>
          <p14:tracePt t="50108" x="6064250" y="638175"/>
          <p14:tracePt t="50108" x="6070600" y="604838"/>
          <p14:tracePt t="50108" x="6081713" y="512763"/>
          <p14:tracePt t="50108" x="6088063" y="461963"/>
          <p14:tracePt t="50108" x="6092825" y="415925"/>
          <p14:tracePt t="50108" x="6092825" y="369888"/>
          <p14:tracePt t="50108" x="6099175" y="325438"/>
          <p14:tracePt t="50108" x="6103938" y="222250"/>
          <p14:tracePt t="50108" x="6103938" y="176213"/>
          <p14:tracePt t="50108" x="6103938" y="142875"/>
          <p14:tracePt t="50108" x="6103938" y="85725"/>
          <p14:tracePt t="50108" x="6099175" y="0"/>
          <p14:tracePt t="50296" x="6138863" y="17463"/>
          <p14:tracePt t="50300" x="6127750" y="50800"/>
          <p14:tracePt t="50301" x="6121400" y="57150"/>
          <p14:tracePt t="50302" x="6121400" y="63500"/>
          <p14:tracePt t="50303" x="6116638" y="74613"/>
          <p14:tracePt t="50307" x="6103938" y="103188"/>
          <p14:tracePt t="50308" x="6099175" y="107950"/>
          <p14:tracePt t="50309" x="6099175" y="119063"/>
          <p14:tracePt t="50310" x="6092825" y="125413"/>
          <p14:tracePt t="50314" x="6081713" y="160338"/>
          <p14:tracePt t="50315" x="6081713" y="171450"/>
          <p14:tracePt t="50316" x="6070600" y="182563"/>
          <p14:tracePt t="50317" x="6064250" y="200025"/>
          <p14:tracePt t="50325" x="6035675" y="273050"/>
          <p14:tracePt t="50339" x="5956300" y="450850"/>
          <p14:tracePt t="50353" x="5837238" y="723900"/>
          <p14:tracePt t="50361" x="5756275" y="923925"/>
          <p14:tracePt t="50367" x="5688013" y="1111250"/>
          <p14:tracePt t="50374" x="5614988" y="1311275"/>
          <p14:tracePt t="50381" x="5522913" y="1562100"/>
          <p14:tracePt t="50388" x="5443538" y="1773238"/>
          <p14:tracePt t="50394" x="5351463" y="2017713"/>
          <p14:tracePt t="50402" x="5283200" y="2251075"/>
          <p14:tracePt t="50408" x="5214938" y="2479675"/>
          <p14:tracePt t="50415" x="5146675" y="2684463"/>
          <p14:tracePt t="50422" x="5089525" y="2935288"/>
          <p14:tracePt t="50436" x="4970463" y="3346450"/>
          <p14:tracePt t="50450" x="4867275" y="3648075"/>
          <p14:tracePt t="50465" x="4781550" y="3870325"/>
          <p14:tracePt t="50478" x="4730750" y="3990975"/>
          <p14:tracePt t="50485" x="4713288" y="4019550"/>
          <p14:tracePt t="50499" x="4702175" y="4052888"/>
          <p14:tracePt t="50513" x="4697413" y="4059238"/>
          <p14:tracePt t="54232" x="4691063" y="4059238"/>
          <p14:tracePt t="54235" x="4679950" y="4059238"/>
          <p14:tracePt t="54242" x="4645025" y="4081463"/>
          <p14:tracePt t="54256" x="4468813" y="4167188"/>
          <p14:tracePt t="54270" x="4103688" y="4338638"/>
          <p14:tracePt t="54284" x="3694113" y="4514850"/>
          <p14:tracePt t="54290" x="3527425" y="4583113"/>
          <p14:tracePt t="54298" x="3379788" y="4646613"/>
          <p14:tracePt t="54311" x="2963863" y="4811713"/>
          <p14:tracePt t="54318" x="2759075" y="4891088"/>
          <p14:tracePt t="54332" x="2387600" y="5038725"/>
          <p14:tracePt t="54346" x="1989138" y="5192713"/>
          <p14:tracePt t="54360" x="1709738" y="5307013"/>
          <p14:tracePt t="54374" x="1465263" y="5427663"/>
          <p14:tracePt t="54388" x="1276350" y="5540375"/>
          <p14:tracePt t="54395" x="1196975" y="5597525"/>
          <p14:tracePt t="54402" x="1122363" y="5649913"/>
          <p14:tracePt t="54416" x="1014413" y="5729288"/>
          <p14:tracePt t="54423" x="963613" y="5764213"/>
          <p14:tracePt t="54429" x="917575" y="5797550"/>
          <p14:tracePt t="54437" x="860425" y="5832475"/>
          <p14:tracePt t="54450" x="774700" y="5883275"/>
          <p14:tracePt t="54458" x="735013" y="5911850"/>
          <p14:tracePt t="54464" x="701675" y="5929313"/>
          <p14:tracePt t="54478" x="644525" y="5962650"/>
          <p14:tracePt t="54492" x="620713" y="5980113"/>
          <p14:tracePt t="54560" x="620713" y="5973763"/>
          <p14:tracePt t="54567" x="627063" y="5973763"/>
          <p14:tracePt t="54572" x="633413" y="5969000"/>
          <p14:tracePt t="54573" x="633413" y="5962650"/>
          <p14:tracePt t="54574" x="638175" y="5962650"/>
          <p14:tracePt t="54575" x="638175" y="5957888"/>
          <p14:tracePt t="54579" x="649288" y="5945188"/>
          <p14:tracePt t="54580" x="655638" y="5945188"/>
          <p14:tracePt t="54583" x="660400" y="5934075"/>
          <p14:tracePt t="54589" x="684213" y="5911850"/>
          <p14:tracePt t="54596" x="712788" y="5865813"/>
          <p14:tracePt t="54603" x="758825" y="5808663"/>
          <p14:tracePt t="54610" x="803275" y="5740400"/>
          <p14:tracePt t="54617" x="842963" y="5665788"/>
          <p14:tracePt t="54632" x="939800" y="5518150"/>
          <p14:tracePt t="54645" x="1014413" y="5410200"/>
          <p14:tracePt t="54659" x="1082675" y="5318125"/>
          <p14:tracePt t="54673" x="1146175" y="5233988"/>
          <p14:tracePt t="54686" x="1214438" y="5130800"/>
          <p14:tracePt t="54693" x="1243013" y="5091113"/>
          <p14:tracePt t="54700" x="1258888" y="5062538"/>
          <p14:tracePt t="54707" x="1276350" y="5033963"/>
          <p14:tracePt t="54714" x="1287463" y="5011738"/>
          <p14:tracePt t="54722" x="1300163" y="4994275"/>
          <p14:tracePt t="54729" x="1300163" y="4987925"/>
          <p14:tracePt t="54735" x="1311275" y="4983163"/>
          <p14:tracePt t="54742" x="1311275" y="4976813"/>
          <p14:tracePt t="64096" x="1311275" y="4983163"/>
          <p14:tracePt t="64101" x="1311275" y="4987925"/>
          <p14:tracePt t="64105" x="1311275" y="4999038"/>
          <p14:tracePt t="64111" x="1311275" y="5011738"/>
          <p14:tracePt t="64117" x="1304925" y="5051425"/>
          <p14:tracePt t="64132" x="1304925" y="5119688"/>
          <p14:tracePt t="64139" x="1304925" y="5153025"/>
          <p14:tracePt t="64152" x="1311275" y="5227638"/>
          <p14:tracePt t="64166" x="1316038" y="5295900"/>
          <p14:tracePt t="64180" x="1316038" y="5335588"/>
          <p14:tracePt t="64194" x="1316038" y="5370513"/>
          <p14:tracePt t="64201" x="1316038" y="5375275"/>
          <p14:tracePt t="64207" x="1316038" y="5392738"/>
          <p14:tracePt t="64217" x="1316038" y="5399088"/>
          <p14:tracePt t="64218" x="1316038" y="5403850"/>
          <p14:tracePt t="64231" x="1316038" y="5410200"/>
          <p14:tracePt t="64232" x="1316038" y="5414963"/>
          <p14:tracePt t="64238" x="1311275" y="5421313"/>
          <p14:tracePt t="64253" x="1304925" y="5427663"/>
          <p14:tracePt t="64293" x="1300163" y="5432425"/>
          <p14:tracePt t="65131" x="1293813" y="5432425"/>
          <p14:tracePt t="65141" x="1282700" y="5432425"/>
          <p14:tracePt t="65148" x="1276350" y="5438775"/>
          <p14:tracePt t="65150" x="1271588" y="5443538"/>
          <p14:tracePt t="65157" x="1265238" y="5443538"/>
          <p14:tracePt t="65159" x="1258888" y="5443538"/>
          <p14:tracePt t="65174" x="1247775" y="5449888"/>
          <p14:tracePt t="65187" x="1231900" y="5456238"/>
          <p14:tracePt t="65194" x="1225550" y="5456238"/>
          <p14:tracePt t="65201" x="1214438" y="5461000"/>
          <p14:tracePt t="65215" x="1196975" y="5472113"/>
          <p14:tracePt t="65222" x="1190625" y="5472113"/>
          <p14:tracePt t="65228" x="1185863" y="5478463"/>
          <p14:tracePt t="65236" x="1179513" y="5478463"/>
          <p14:tracePt t="65242" x="1174750" y="5484813"/>
          <p14:tracePt t="65249" x="1162050" y="5489575"/>
          <p14:tracePt t="65259" x="1157288" y="5489575"/>
          <p14:tracePt t="78183" x="1157288" y="5484813"/>
          <p14:tracePt t="78186" x="1162050" y="5484813"/>
          <p14:tracePt t="78190" x="1168400" y="5478463"/>
          <p14:tracePt t="78197" x="1174750" y="5472113"/>
          <p14:tracePt t="78201" x="1179513" y="5472113"/>
          <p14:tracePt t="78209" x="1190625" y="5467350"/>
          <p14:tracePt t="78222" x="1203325" y="5456238"/>
          <p14:tracePt t="78229" x="1214438" y="5456238"/>
          <p14:tracePt t="78243" x="1231900" y="5449888"/>
          <p14:tracePt t="78250" x="1247775" y="5449888"/>
          <p14:tracePt t="78264" x="1271588" y="5438775"/>
          <p14:tracePt t="78278" x="1311275" y="5427663"/>
          <p14:tracePt t="78291" x="1350963" y="5414963"/>
          <p14:tracePt t="78305" x="1397000" y="5403850"/>
          <p14:tracePt t="78319" x="1441450" y="5392738"/>
          <p14:tracePt t="78326" x="1465263" y="5387975"/>
          <p14:tracePt t="78333" x="1487488" y="5381625"/>
          <p14:tracePt t="78340" x="1509713" y="5381625"/>
          <p14:tracePt t="78347" x="1533525" y="5375275"/>
          <p14:tracePt t="78354" x="1562100" y="5370513"/>
          <p14:tracePt t="78361" x="1584325" y="5364163"/>
          <p14:tracePt t="78368" x="1612900" y="5364163"/>
          <p14:tracePt t="78375" x="1635125" y="5364163"/>
          <p14:tracePt t="78384" x="1663700" y="5364163"/>
          <p14:tracePt t="78390" x="1681163" y="5364163"/>
          <p14:tracePt t="78397" x="1687513" y="5364163"/>
          <p14:tracePt t="78405" x="1698625" y="5364163"/>
          <p14:tracePt t="79287" x="1704975" y="5364163"/>
          <p14:tracePt t="79294" x="1709738" y="5359400"/>
          <p14:tracePt t="79298" x="1716088" y="5359400"/>
          <p14:tracePt t="79305" x="1727200" y="5359400"/>
          <p14:tracePt t="79312" x="1744663" y="5346700"/>
          <p14:tracePt t="79326" x="1773238" y="5346700"/>
          <p14:tracePt t="79340" x="1812925" y="5335588"/>
          <p14:tracePt t="79354" x="1841500" y="5330825"/>
          <p14:tracePt t="79368" x="1874838" y="5324475"/>
          <p14:tracePt t="79382" x="1909763" y="5324475"/>
          <p14:tracePt t="79396" x="1943100" y="5318125"/>
          <p14:tracePt t="79403" x="1960563" y="5318125"/>
          <p14:tracePt t="79410" x="1982788" y="5318125"/>
          <p14:tracePt t="79417" x="2000250" y="5318125"/>
          <p14:tracePt t="79423" x="2017713" y="5318125"/>
          <p14:tracePt t="79438" x="2052638" y="5318125"/>
          <p14:tracePt t="79451" x="2081213" y="5318125"/>
          <p14:tracePt t="79465" x="2114550" y="5313363"/>
          <p14:tracePt t="79479" x="2171700" y="5302250"/>
          <p14:tracePt t="79486" x="2217738" y="5295900"/>
          <p14:tracePt t="79493" x="2268538" y="5278438"/>
          <p14:tracePt t="79500" x="2336800" y="5273675"/>
          <p14:tracePt t="79507" x="2400300" y="5262563"/>
          <p14:tracePt t="79521" x="2536825" y="5245100"/>
          <p14:tracePt t="79535" x="2690813" y="5227638"/>
          <p14:tracePt t="79541" x="2763838" y="5216525"/>
          <p14:tracePt t="79549" x="2838450" y="5210175"/>
          <p14:tracePt t="79555" x="2928938" y="5187950"/>
          <p14:tracePt t="79562" x="3014663" y="5176838"/>
          <p14:tracePt t="79571" x="3100388" y="5164138"/>
          <p14:tracePt t="79579" x="3186113" y="5148263"/>
          <p14:tracePt t="79585" x="3225800" y="5141913"/>
          <p14:tracePt t="79592" x="3260725" y="5130800"/>
          <p14:tracePt t="79598" x="3289300" y="5124450"/>
          <p14:tracePt t="79604" x="3311525" y="5113338"/>
          <p14:tracePt t="79618" x="3357563" y="5095875"/>
          <p14:tracePt t="79625" x="3375025" y="5091113"/>
          <p14:tracePt t="79632" x="3390900" y="5084763"/>
          <p14:tracePt t="79639" x="3403600" y="5080000"/>
          <p14:tracePt t="79646" x="3414713" y="5073650"/>
          <p14:tracePt t="79653" x="3430588" y="5073650"/>
          <p14:tracePt t="79667" x="3443288" y="5067300"/>
          <p14:tracePt t="79674" x="3454400" y="5067300"/>
          <p14:tracePt t="79681" x="3459163" y="5067300"/>
          <p14:tracePt t="79695" x="3482975" y="5062538"/>
          <p14:tracePt t="79701" x="3494088" y="5062538"/>
          <p14:tracePt t="79708" x="3505200" y="5056188"/>
          <p14:tracePt t="79715" x="3511550" y="5051425"/>
          <p14:tracePt t="79729" x="3533775" y="5051425"/>
          <p14:tracePt t="79736" x="3544888" y="5045075"/>
          <p14:tracePt t="79743" x="3556000" y="5038725"/>
          <p14:tracePt t="79757" x="3579813" y="5033963"/>
          <p14:tracePt t="79764" x="3602038" y="5022850"/>
          <p14:tracePt t="79771" x="3619500" y="5022850"/>
          <p14:tracePt t="79785" x="3665538" y="5005388"/>
          <p14:tracePt t="79792" x="3694113" y="4999038"/>
          <p14:tracePt t="79799" x="3709988" y="4999038"/>
          <p14:tracePt t="79805" x="3733800" y="4987925"/>
          <p14:tracePt t="79812" x="3744913" y="4987925"/>
          <p14:tracePt t="79819" x="3762375" y="4983163"/>
          <p14:tracePt t="79826" x="3767138" y="4983163"/>
          <p14:tracePt t="79840" x="3778250" y="4976813"/>
          <p14:tracePt t="79847" x="3784600" y="4976813"/>
          <p14:tracePt t="99058" x="3790950" y="4976813"/>
          <p14:tracePt t="99062" x="3802063" y="4976813"/>
          <p14:tracePt t="99066" x="3813175" y="4965700"/>
          <p14:tracePt t="99067" x="3819525" y="4965700"/>
          <p14:tracePt t="99068" x="3824288" y="4965700"/>
          <p14:tracePt t="99069" x="3835400" y="4965700"/>
          <p14:tracePt t="99072" x="3870325" y="4959350"/>
          <p14:tracePt t="99074" x="3876675" y="4959350"/>
          <p14:tracePt t="99075" x="3881438" y="4954588"/>
          <p14:tracePt t="99076" x="3898900" y="4954588"/>
          <p14:tracePt t="99084" x="3960813" y="4941888"/>
          <p14:tracePt t="99098" x="4114800" y="4919663"/>
          <p14:tracePt t="99105" x="4189413" y="4913313"/>
          <p14:tracePt t="99119" x="4365625" y="4897438"/>
          <p14:tracePt t="99127" x="4451350" y="4897438"/>
          <p14:tracePt t="99133" x="4537075" y="4897438"/>
          <p14:tracePt t="99141" x="4651375" y="4891088"/>
          <p14:tracePt t="99150" x="4737100" y="4891088"/>
          <p14:tracePt t="99158" x="4805363" y="4891088"/>
          <p14:tracePt t="99165" x="4862513" y="4891088"/>
          <p14:tracePt t="99173" x="4906963" y="4891088"/>
          <p14:tracePt t="99180" x="4935538" y="4891088"/>
          <p14:tracePt t="99187" x="4959350" y="4897438"/>
          <p14:tracePt t="99194" x="4992688" y="4897438"/>
          <p14:tracePt t="99201" x="5027613" y="4902200"/>
          <p14:tracePt t="99208" x="5056188" y="4913313"/>
          <p14:tracePt t="99215" x="5084763" y="4919663"/>
          <p14:tracePt t="99223" x="5118100" y="4930775"/>
          <p14:tracePt t="99231" x="5153025" y="4937125"/>
          <p14:tracePt t="99239" x="5186363" y="4954588"/>
          <p14:tracePt t="99248" x="5226050" y="4965700"/>
          <p14:tracePt t="99256" x="5272088" y="4983163"/>
          <p14:tracePt t="99263" x="5300663" y="4999038"/>
          <p14:tracePt t="99271" x="5322888" y="5016500"/>
          <p14:tracePt t="99278" x="5346700" y="5033963"/>
          <p14:tracePt t="99285" x="5357813" y="5045075"/>
          <p14:tracePt t="99292" x="5368925" y="5056188"/>
          <p14:tracePt t="99299" x="5386388" y="5073650"/>
          <p14:tracePt t="99307" x="5397500" y="5102225"/>
          <p14:tracePt t="99315" x="5408613" y="5124450"/>
          <p14:tracePt t="99323" x="5426075" y="5153025"/>
          <p14:tracePt t="99331" x="5448300" y="5192713"/>
          <p14:tracePt t="99339" x="5476875" y="5233988"/>
          <p14:tracePt t="99348" x="5505450" y="5284788"/>
          <p14:tracePt t="99356" x="5534025" y="5330825"/>
          <p14:tracePt t="99363" x="5562600" y="5364163"/>
          <p14:tracePt t="99370" x="5580063" y="5392738"/>
          <p14:tracePt t="99383" x="5630863" y="5438775"/>
          <p14:tracePt t="99389" x="5654675" y="5461000"/>
          <p14:tracePt t="99403" x="5740400" y="5507038"/>
          <p14:tracePt t="99418" x="5853113" y="5553075"/>
          <p14:tracePt t="99431" x="6070600" y="5610225"/>
          <p14:tracePt t="99438" x="6213475" y="5638800"/>
          <p14:tracePt t="99452" x="6565900" y="5689600"/>
          <p14:tracePt t="99466" x="6908800" y="5740400"/>
          <p14:tracePt t="99480" x="7204075" y="5775325"/>
          <p14:tracePt t="99487" x="7289800" y="5786438"/>
          <p14:tracePt t="99501" x="7432675" y="5797550"/>
          <p14:tracePt t="99515" x="7467600" y="5803900"/>
          <p14:tracePt t="99630" x="7467600" y="5797550"/>
          <p14:tracePt t="99642" x="7467600" y="5791200"/>
          <p14:tracePt t="99644" x="7467600" y="5786438"/>
          <p14:tracePt t="99646" x="7467600" y="5780088"/>
          <p14:tracePt t="99653" x="7461250" y="5775325"/>
          <p14:tracePt t="99668" x="7450138" y="5757863"/>
          <p14:tracePt t="99681" x="7439025" y="5735638"/>
          <p14:tracePt t="99688" x="7432675" y="5722938"/>
          <p14:tracePt t="99695" x="7426325" y="5711825"/>
          <p14:tracePt t="99709" x="7404100" y="5689600"/>
          <p14:tracePt t="99716" x="7386638" y="5678488"/>
          <p14:tracePt t="99723" x="7375525" y="5665788"/>
          <p14:tracePt t="99730" x="7353300" y="5654675"/>
          <p14:tracePt t="99744" x="7307263" y="5638800"/>
          <p14:tracePt t="99751" x="7278688" y="5621338"/>
          <p14:tracePt t="99765" x="7227888" y="5603875"/>
          <p14:tracePt t="99772" x="7204075" y="5597525"/>
          <p14:tracePt t="99786" x="7146925" y="5592763"/>
          <p14:tracePt t="99792" x="7131050" y="5586413"/>
          <p14:tracePt t="99800" x="7107238" y="5581650"/>
          <p14:tracePt t="99806" x="7085013" y="5581650"/>
          <p14:tracePt t="99821" x="7056438" y="5575300"/>
          <p14:tracePt t="99827" x="7045325" y="5575300"/>
          <p14:tracePt t="99834" x="7034213" y="5575300"/>
          <p14:tracePt t="99841" x="7016750" y="5575300"/>
          <p14:tracePt t="99848" x="7005638" y="5575300"/>
          <p14:tracePt t="99855" x="6992938" y="5575300"/>
          <p14:tracePt t="99869" x="6970713" y="5575300"/>
          <p14:tracePt t="99876" x="6965950" y="5575300"/>
          <p14:tracePt t="99883" x="6959600" y="5575300"/>
          <p14:tracePt t="99897" x="6948488" y="5575300"/>
          <p14:tracePt t="99903" x="6942138" y="5575300"/>
          <p14:tracePt t="120841" x="6942138" y="5568950"/>
          <p14:tracePt t="120844" x="7010400" y="5484813"/>
          <p14:tracePt t="120848" x="7010400" y="5478463"/>
          <p14:tracePt t="120878" x="7005638" y="5472113"/>
          <p14:tracePt t="120880" x="6999288" y="5467350"/>
          <p14:tracePt t="120883" x="6992938" y="5461000"/>
          <p14:tracePt t="120890" x="6965950" y="5438775"/>
          <p14:tracePt t="120904" x="6896100" y="5364163"/>
          <p14:tracePt t="120911" x="6862763" y="5313363"/>
          <p14:tracePt t="120920" x="6823075" y="5227638"/>
          <p14:tracePt t="120928" x="6799263" y="5119688"/>
          <p14:tracePt t="120936" x="6783388" y="4983163"/>
          <p14:tracePt t="120943" x="6777038" y="4800600"/>
          <p14:tracePt t="120949" x="6777038" y="4697413"/>
          <p14:tracePt t="120955" x="6777038" y="4521200"/>
          <p14:tracePt t="120962" x="6783388" y="4343400"/>
          <p14:tracePt t="120968" x="6788150" y="4189413"/>
          <p14:tracePt t="120975" x="6788150" y="3979863"/>
          <p14:tracePt t="120981" x="6783388" y="3825875"/>
          <p14:tracePt t="120988" x="6765925" y="3687763"/>
          <p14:tracePt t="120994" x="6731000" y="3500438"/>
          <p14:tracePt t="121002" x="6697663" y="3346450"/>
          <p14:tracePt t="121008" x="6669088" y="3214688"/>
          <p14:tracePt t="121015" x="6629400" y="3084513"/>
          <p14:tracePt t="121023" x="6594475" y="2987675"/>
          <p14:tracePt t="121029" x="6561138" y="2913063"/>
          <p14:tracePt t="121036" x="6526213" y="2838450"/>
          <p14:tracePt t="121043" x="6503988" y="2798763"/>
          <p14:tracePt t="121050" x="6492875" y="2776538"/>
          <p14:tracePt t="121057" x="6486525" y="2765425"/>
          <p14:tracePt t="121080" x="6480175" y="2765425"/>
          <p14:tracePt t="121116" x="6480175" y="2770188"/>
          <p14:tracePt t="121130" x="6480175" y="2776538"/>
          <p14:tracePt t="123553" x="6475413" y="2776538"/>
          <p14:tracePt t="123556" x="6469063" y="2776538"/>
          <p14:tracePt t="123559" x="6464300" y="2781300"/>
          <p14:tracePt t="123560" x="6457950" y="2781300"/>
          <p14:tracePt t="123564" x="6446838" y="2781300"/>
          <p14:tracePt t="123571" x="6411913" y="2798763"/>
          <p14:tracePt t="123578" x="6350000" y="2827338"/>
          <p14:tracePt t="123585" x="6292850" y="2855913"/>
          <p14:tracePt t="123593" x="6207125" y="2884488"/>
          <p14:tracePt t="123601" x="6116638" y="2913063"/>
          <p14:tracePt t="123607" x="6046788" y="2941638"/>
          <p14:tracePt t="123614" x="5978525" y="2959100"/>
          <p14:tracePt t="123620" x="5927725" y="2970213"/>
          <p14:tracePt t="123627" x="5853113" y="2987675"/>
          <p14:tracePt t="123641" x="5683250" y="3032125"/>
          <p14:tracePt t="123654" x="5494338" y="3078163"/>
          <p14:tracePt t="123661" x="5392738" y="3101975"/>
          <p14:tracePt t="123675" x="5214938" y="3141663"/>
          <p14:tracePt t="123682" x="5124450" y="3170238"/>
          <p14:tracePt t="123696" x="4941888" y="3209925"/>
          <p14:tracePt t="123711" x="4730750" y="3267075"/>
          <p14:tracePt t="123724" x="4508500" y="3328988"/>
          <p14:tracePt t="123731" x="4383088" y="3352800"/>
          <p14:tracePt t="123740" x="4240213" y="3368675"/>
          <p14:tracePt t="123748" x="4125913" y="3392488"/>
          <p14:tracePt t="123756" x="4013200" y="3408363"/>
          <p14:tracePt t="123762" x="3910013" y="3421063"/>
          <p14:tracePt t="123770" x="3819525" y="3432175"/>
          <p14:tracePt t="123777" x="3694113" y="3443288"/>
          <p14:tracePt t="123785" x="3584575" y="3454400"/>
          <p14:tracePt t="123792" x="3476625" y="3460750"/>
          <p14:tracePt t="123800" x="3346450" y="3471863"/>
          <p14:tracePt t="123806" x="3254375" y="3478213"/>
          <p14:tracePt t="123814" x="3089275" y="3489325"/>
          <p14:tracePt t="123824" x="2970213" y="3500438"/>
          <p14:tracePt t="123832" x="2849563" y="3505200"/>
          <p14:tracePt t="123839" x="2752725" y="3505200"/>
          <p14:tracePt t="123847" x="2655888" y="3505200"/>
          <p14:tracePt t="123854" x="2570163" y="3511550"/>
          <p14:tracePt t="123862" x="2473325" y="3511550"/>
          <p14:tracePt t="123870" x="2376488" y="3511550"/>
          <p14:tracePt t="123877" x="2268538" y="3511550"/>
          <p14:tracePt t="123884" x="2171700" y="3511550"/>
          <p14:tracePt t="123893" x="2057400" y="3511550"/>
          <p14:tracePt t="123901" x="1943100" y="3511550"/>
          <p14:tracePt t="123909" x="1835150" y="3511550"/>
          <p14:tracePt t="123916" x="1727200" y="3511550"/>
          <p14:tracePt t="123925" x="1630363" y="3511550"/>
          <p14:tracePt t="123933" x="1527175" y="3505200"/>
          <p14:tracePt t="123941" x="1447800" y="3505200"/>
          <p14:tracePt t="123948" x="1384300" y="3494088"/>
          <p14:tracePt t="123956" x="1293813" y="3489325"/>
          <p14:tracePt t="123967" x="1185863" y="3482975"/>
          <p14:tracePt t="123974" x="1093788" y="3478213"/>
          <p14:tracePt t="123982" x="968375" y="3471863"/>
          <p14:tracePt t="123990" x="849313" y="3465513"/>
          <p14:tracePt t="123998" x="706438" y="3454400"/>
          <p14:tracePt t="124006" x="587375" y="3449638"/>
          <p14:tracePt t="124013" x="484188" y="3443288"/>
          <p14:tracePt t="124020" x="336550" y="3436938"/>
          <p14:tracePt t="124029" x="171450" y="3425825"/>
          <p14:tracePt t="124037" x="39688" y="3421063"/>
          <p14:tracePt t="124430" x="57150" y="131763"/>
          <p14:tracePt t="124431" x="74613" y="131763"/>
          <p14:tracePt t="124434" x="125413" y="114300"/>
          <p14:tracePt t="124435" x="142875" y="114300"/>
          <p14:tracePt t="124436" x="160338" y="114300"/>
          <p14:tracePt t="124437" x="176213" y="114300"/>
          <p14:tracePt t="124439" x="187325" y="114300"/>
          <p14:tracePt t="124446" x="330200" y="90488"/>
          <p14:tracePt t="124460" x="581025" y="68263"/>
          <p14:tracePt t="124474" x="860425" y="46038"/>
          <p14:tracePt t="124481" x="1020763" y="28575"/>
          <p14:tracePt t="124488" x="1128713" y="22225"/>
          <p14:tracePt t="124502" x="1397000" y="6350"/>
          <p14:tracePt t="124597" x="2559050" y="0"/>
          <p14:tracePt t="124598" x="2587625" y="0"/>
          <p14:tracePt t="124601" x="2633663" y="11113"/>
          <p14:tracePt t="124606" x="2701925" y="22225"/>
          <p14:tracePt t="124613" x="2792413" y="39688"/>
          <p14:tracePt t="124620" x="2998788" y="68263"/>
          <p14:tracePt t="124634" x="3397250" y="114300"/>
          <p14:tracePt t="124648" x="4110038" y="160338"/>
          <p14:tracePt t="124654" x="4514850" y="171450"/>
          <p14:tracePt t="124661" x="4941888" y="176213"/>
          <p14:tracePt t="124668" x="5260975" y="182563"/>
          <p14:tracePt t="124676" x="5699125" y="182563"/>
          <p14:tracePt t="124690" x="6451600" y="182563"/>
          <p14:tracePt t="124696" x="6862763" y="182563"/>
          <p14:tracePt t="124704" x="7289800" y="188913"/>
          <p14:tracePt t="124710" x="7604125" y="188913"/>
          <p14:tracePt t="124717" x="8053388" y="188913"/>
          <p14:tracePt t="124724" x="8464550" y="200025"/>
          <p14:tracePt t="124731" x="8858250" y="204788"/>
          <p14:tracePt t="124738" x="9278938" y="204788"/>
          <p14:tracePt t="124745" x="9615488" y="204788"/>
          <p14:tracePt t="124752" x="10009188" y="204788"/>
          <p14:tracePt t="124759" x="10260013" y="204788"/>
          <p14:tracePt t="124766" x="10625138" y="211138"/>
          <p14:tracePt t="124773" x="10891838" y="215900"/>
          <p14:tracePt t="124787" x="11263313" y="222250"/>
          <p14:tracePt t="124794" x="11382375" y="222250"/>
          <p14:tracePt t="124800" x="11456988" y="228600"/>
          <p14:tracePt t="124815" x="11615738" y="257175"/>
          <p14:tracePt t="124821" x="11661775" y="268288"/>
          <p14:tracePt t="124828" x="11712575" y="279400"/>
          <p14:tracePt t="124835" x="11758613" y="296863"/>
          <p14:tracePt t="124849" x="11850688" y="336550"/>
          <p14:tracePt t="124856" x="11918950" y="358775"/>
          <p14:tracePt t="124863" x="11963400" y="382588"/>
          <p14:tracePt t="124877" x="12055475" y="422275"/>
          <p14:tracePt t="124884" x="12095163" y="450850"/>
          <p14:tracePt t="124891" x="12134850" y="484188"/>
          <p14:tracePt t="124992" x="12174538" y="1373188"/>
          <p14:tracePt t="124993" x="12157075" y="1414463"/>
          <p14:tracePt t="124997" x="12141200" y="1447800"/>
          <p14:tracePt t="124999" x="12130088" y="1465263"/>
          <p14:tracePt t="125000" x="12130088" y="1476375"/>
          <p14:tracePt t="125001" x="12123738" y="1476375"/>
          <p14:tracePt t="125005" x="12101513" y="1516063"/>
          <p14:tracePt t="125006" x="12095163" y="1533525"/>
          <p14:tracePt t="125007" x="12088813" y="1544638"/>
          <p14:tracePt t="125008" x="12084050" y="1555750"/>
          <p14:tracePt t="125011" x="12060238" y="1595438"/>
          <p14:tracePt t="125013" x="12049125" y="1608138"/>
          <p14:tracePt t="125014" x="12044363" y="1619250"/>
          <p14:tracePt t="125023" x="11998325" y="1687513"/>
          <p14:tracePt t="125029" x="11947525" y="1755775"/>
          <p14:tracePt t="125044" x="11837988" y="1887538"/>
          <p14:tracePt t="125050" x="11764963" y="1960563"/>
          <p14:tracePt t="125057" x="11690350" y="2028825"/>
          <p14:tracePt t="125071" x="11490325" y="2206625"/>
          <p14:tracePt t="125079" x="11382375" y="2303463"/>
          <p14:tracePt t="125092" x="11120438" y="2490788"/>
          <p14:tracePt t="125099" x="10937875" y="2611438"/>
          <p14:tracePt t="125113" x="10653713" y="2805113"/>
          <p14:tracePt t="125120" x="10521950" y="2884488"/>
          <p14:tracePt t="125134" x="10213975" y="3078163"/>
          <p14:tracePt t="125141" x="10071100" y="3157538"/>
          <p14:tracePt t="125155" x="9775825" y="3306763"/>
          <p14:tracePt t="125162" x="9615488" y="3379788"/>
          <p14:tracePt t="125168" x="9415463" y="3465513"/>
          <p14:tracePt t="125182" x="9034463" y="3619500"/>
          <p14:tracePt t="125189" x="8840788" y="3687763"/>
          <p14:tracePt t="125196" x="8636000" y="3762375"/>
          <p14:tracePt t="125211" x="8293100" y="3887788"/>
          <p14:tracePt t="125218" x="8099425" y="3944938"/>
          <p14:tracePt t="125231" x="7815263" y="4019550"/>
          <p14:tracePt t="125238" x="7632700" y="4059238"/>
          <p14:tracePt t="125252" x="7335838" y="4110038"/>
          <p14:tracePt t="125259" x="7142163" y="4144963"/>
          <p14:tracePt t="125266" x="6942138" y="4167188"/>
          <p14:tracePt t="125280" x="6554788" y="4206875"/>
          <p14:tracePt t="125286" x="6372225" y="4213225"/>
          <p14:tracePt t="125293" x="6200775" y="4224338"/>
          <p14:tracePt t="125300" x="6013450" y="4230688"/>
          <p14:tracePt t="125315" x="5626100" y="4235450"/>
          <p14:tracePt t="125322" x="5392738" y="4241800"/>
          <p14:tracePt t="125335" x="4970463" y="4241800"/>
          <p14:tracePt t="125342" x="4765675" y="4235450"/>
          <p14:tracePt t="125356" x="4314825" y="4195763"/>
          <p14:tracePt t="125363" x="4132263" y="4167188"/>
          <p14:tracePt t="125370" x="3956050" y="4138613"/>
          <p14:tracePt t="125384" x="3511550" y="4041775"/>
          <p14:tracePt t="125390" x="3305175" y="3979863"/>
          <p14:tracePt t="125398" x="3124200" y="3910013"/>
          <p14:tracePt t="125413" x="2816225" y="3784600"/>
          <p14:tracePt t="125418" x="2673350" y="3722688"/>
          <p14:tracePt t="125425" x="2559050" y="3671888"/>
          <p14:tracePt t="125433" x="2400300" y="3586163"/>
          <p14:tracePt t="125446" x="2154238" y="3425825"/>
          <p14:tracePt t="125453" x="2006600" y="3317875"/>
          <p14:tracePt t="125460" x="1870075" y="3214688"/>
          <p14:tracePt t="125474" x="1573213" y="2935288"/>
          <p14:tracePt t="125481" x="1436688" y="2781300"/>
          <p14:tracePt t="125488" x="1300163" y="2616200"/>
          <p14:tracePt t="125502" x="1071563" y="2325688"/>
          <p14:tracePt t="125509" x="957263" y="2171700"/>
          <p14:tracePt t="125516" x="871538" y="2070100"/>
          <p14:tracePt t="125530" x="741363" y="1909763"/>
          <p14:tracePt t="125537" x="677863" y="1824038"/>
          <p14:tracePt t="125544" x="615950" y="1738313"/>
          <p14:tracePt t="125557" x="512763" y="1590675"/>
          <p14:tracePt t="125564" x="466725" y="1516063"/>
          <p14:tracePt t="125572" x="422275" y="1447800"/>
          <p14:tracePt t="125585" x="369888" y="1350963"/>
          <p14:tracePt t="125592" x="347663" y="1304925"/>
          <p14:tracePt t="125599" x="336550" y="1271588"/>
          <p14:tracePt t="125613" x="319088" y="1214438"/>
          <p14:tracePt t="125620" x="319088" y="1168400"/>
          <p14:tracePt t="125627" x="319088" y="1139825"/>
          <p14:tracePt t="125641" x="330200" y="1054100"/>
          <p14:tracePt t="125649" x="354013" y="1003300"/>
          <p14:tracePt t="125662" x="382588" y="906463"/>
          <p14:tracePt t="125668" x="393700" y="884238"/>
          <p14:tracePt t="125676" x="404813" y="838200"/>
          <p14:tracePt t="125690" x="433388" y="774700"/>
          <p14:tracePt t="125704" x="479425" y="701675"/>
          <p14:tracePt t="125712" x="519113" y="655638"/>
          <p14:tracePt t="125721" x="547688" y="627063"/>
          <p14:tracePt t="125728" x="569913" y="598488"/>
          <p14:tracePt t="125736" x="604838" y="576263"/>
          <p14:tracePt t="125743" x="627063" y="558800"/>
          <p14:tracePt t="125751" x="649288" y="541338"/>
          <p14:tracePt t="125760" x="677863" y="523875"/>
          <p14:tracePt t="125768" x="706438" y="508000"/>
          <p14:tracePt t="125775" x="730250" y="484188"/>
          <p14:tracePt t="125784" x="769938" y="466725"/>
          <p14:tracePt t="125791" x="803275" y="444500"/>
          <p14:tracePt t="125798" x="842963" y="422275"/>
          <p14:tracePt t="125805" x="895350" y="404813"/>
          <p14:tracePt t="125813" x="963613" y="376238"/>
          <p14:tracePt t="125820" x="1025525" y="358775"/>
          <p14:tracePt t="125827" x="1111250" y="330200"/>
          <p14:tracePt t="125833" x="1174750" y="314325"/>
          <p14:tracePt t="125839" x="1236663" y="301625"/>
          <p14:tracePt t="125846" x="1333500" y="290513"/>
          <p14:tracePt t="125853" x="1447800" y="279400"/>
          <p14:tracePt t="125861" x="1579563" y="268288"/>
          <p14:tracePt t="125869" x="1720850" y="257175"/>
          <p14:tracePt t="125877" x="1903413" y="244475"/>
          <p14:tracePt t="125884" x="2085975" y="239713"/>
          <p14:tracePt t="125892" x="2246313" y="239713"/>
          <p14:tracePt t="125898" x="2405063" y="233363"/>
          <p14:tracePt t="125906" x="2554288" y="233363"/>
          <p14:tracePt t="125913" x="2809875" y="233363"/>
          <p14:tracePt t="125921" x="3049588" y="233363"/>
          <p14:tracePt t="125927" x="3278188" y="233363"/>
          <p14:tracePt t="125935" x="3527425" y="228600"/>
          <p14:tracePt t="125942" x="3806825" y="228600"/>
          <p14:tracePt t="125948" x="4121150" y="228600"/>
          <p14:tracePt t="125954" x="4394200" y="228600"/>
          <p14:tracePt t="125961" x="4737100" y="228600"/>
          <p14:tracePt t="125974" x="5392738" y="233363"/>
          <p14:tracePt t="125988" x="6156325" y="257175"/>
          <p14:tracePt t="125995" x="6492875" y="273050"/>
          <p14:tracePt t="126002" x="6827838" y="296863"/>
          <p14:tracePt t="126009" x="7239000" y="330200"/>
          <p14:tracePt t="126016" x="7564438" y="369888"/>
          <p14:tracePt t="126030" x="8116888" y="433388"/>
          <p14:tracePt t="126037" x="8385175" y="466725"/>
          <p14:tracePt t="126050" x="8715375" y="530225"/>
          <p14:tracePt t="126057" x="8891588" y="576263"/>
          <p14:tracePt t="126064" x="8988425" y="604838"/>
          <p14:tracePt t="126071" x="9074150" y="627063"/>
          <p14:tracePt t="126086" x="9182100" y="684213"/>
          <p14:tracePt t="126092" x="9221788" y="706438"/>
          <p14:tracePt t="126099" x="9256713" y="741363"/>
          <p14:tracePt t="126106" x="9285288" y="763588"/>
          <p14:tracePt t="126120" x="9324975" y="815975"/>
          <p14:tracePt t="126127" x="9331325" y="831850"/>
          <p14:tracePt t="126141" x="9347200" y="871538"/>
          <p14:tracePt t="126148" x="9353550" y="889000"/>
          <p14:tracePt t="126162" x="9371013" y="935038"/>
          <p14:tracePt t="126168" x="9375775" y="952500"/>
          <p14:tracePt t="126175" x="9382125" y="963613"/>
          <p14:tracePt t="126183" x="9382125" y="974725"/>
          <p14:tracePt t="126196" x="9386888" y="996950"/>
          <p14:tracePt t="126203" x="9386888" y="1009650"/>
          <p14:tracePt t="126217" x="9386888" y="1038225"/>
          <p14:tracePt t="126224" x="9393238" y="1060450"/>
          <p14:tracePt t="126231" x="9393238" y="1082675"/>
          <p14:tracePt t="126245" x="9393238" y="1122363"/>
          <p14:tracePt t="126252" x="9393238" y="1150938"/>
          <p14:tracePt t="126259" x="9393238" y="1179513"/>
          <p14:tracePt t="126272" x="9399588" y="1219200"/>
          <p14:tracePt t="126279" x="9399588" y="1254125"/>
          <p14:tracePt t="126287" x="9399588" y="1271588"/>
          <p14:tracePt t="126301" x="9399588" y="1317625"/>
          <p14:tracePt t="126307" x="9399588" y="1344613"/>
          <p14:tracePt t="126314" x="9399588" y="1373188"/>
          <p14:tracePt t="126328" x="9399588" y="1443038"/>
          <p14:tracePt t="126335" x="9399588" y="1470025"/>
          <p14:tracePt t="126342" x="9399588" y="1511300"/>
          <p14:tracePt t="126356" x="9399588" y="1590675"/>
          <p14:tracePt t="126370" x="9386888" y="1665288"/>
          <p14:tracePt t="126384" x="9371013" y="1749425"/>
          <p14:tracePt t="126399" x="9347200" y="1835150"/>
          <p14:tracePt t="126412" x="9324975" y="1920875"/>
          <p14:tracePt t="126425" x="9296400" y="1989138"/>
          <p14:tracePt t="126440" x="9267825" y="2063750"/>
          <p14:tracePt t="126446" x="9256713" y="2097088"/>
          <p14:tracePt t="126460" x="9228138" y="2166938"/>
          <p14:tracePt t="126474" x="9205913" y="2235200"/>
          <p14:tracePt t="126488" x="9188450" y="2292350"/>
          <p14:tracePt t="126495" x="9170988" y="2320925"/>
          <p14:tracePt t="126509" x="9148763" y="2376488"/>
          <p14:tracePt t="126523" x="9113838" y="2446338"/>
          <p14:tracePt t="126537" x="9067800" y="2519363"/>
          <p14:tracePt t="126550" x="9034463" y="2587625"/>
          <p14:tracePt t="126557" x="9012238" y="2633663"/>
          <p14:tracePt t="126564" x="8988425" y="2668588"/>
          <p14:tracePt t="126571" x="8959850" y="2713038"/>
          <p14:tracePt t="126579" x="8937625" y="2747963"/>
          <p14:tracePt t="126585" x="8913813" y="2794000"/>
          <p14:tracePt t="126592" x="8897938" y="2827338"/>
          <p14:tracePt t="126599" x="8880475" y="2862263"/>
          <p14:tracePt t="126614" x="8845550" y="2913063"/>
          <p14:tracePt t="126620" x="8829675" y="2935288"/>
          <p14:tracePt t="126627" x="8823325" y="2952750"/>
          <p14:tracePt t="126641" x="8794750" y="2987675"/>
          <p14:tracePt t="126648" x="8788400" y="2998788"/>
          <p14:tracePt t="126655" x="8772525" y="3016250"/>
          <p14:tracePt t="126668" x="8748713" y="3032125"/>
          <p14:tracePt t="126675" x="8732838" y="3049588"/>
          <p14:tracePt t="126690" x="8715375" y="3060700"/>
          <p14:tracePt t="126696" x="8709025" y="3060700"/>
          <p14:tracePt t="126703" x="8704263" y="3067050"/>
          <p14:tracePt t="126717" x="8697913" y="3073400"/>
          <p14:tracePt t="126724" x="8691563" y="3073400"/>
          <p14:tracePt t="126738" x="8680450" y="3078163"/>
          <p14:tracePt t="126745" x="8675688" y="3078163"/>
          <p14:tracePt t="126752" x="8669338" y="3078163"/>
          <p14:tracePt t="126759" x="8658225" y="3084513"/>
          <p14:tracePt t="126773" x="8640763" y="3089275"/>
          <p14:tracePt t="126779" x="8629650" y="3089275"/>
          <p14:tracePt t="126786" x="8612188" y="3095625"/>
          <p14:tracePt t="126801" x="8594725" y="3106738"/>
          <p14:tracePt t="126807" x="8583613" y="3113088"/>
          <p14:tracePt t="126814" x="8572500" y="3113088"/>
          <p14:tracePt t="126828" x="8550275" y="3124200"/>
          <p14:tracePt t="126835" x="8543925" y="3124200"/>
          <p14:tracePt t="126850" x="8539163" y="3128963"/>
          <p14:tracePt t="126856" x="8532813" y="3128963"/>
          <p14:tracePt t="127581" x="8526463" y="3128963"/>
          <p14:tracePt t="127584" x="8521700" y="3128963"/>
          <p14:tracePt t="127588" x="8515350" y="3128963"/>
          <p14:tracePt t="127592" x="8510588" y="3128963"/>
          <p14:tracePt t="127599" x="8493125" y="3128963"/>
          <p14:tracePt t="127613" x="8447088" y="3135313"/>
          <p14:tracePt t="127620" x="8424863" y="3135313"/>
          <p14:tracePt t="127634" x="8356600" y="3141663"/>
          <p14:tracePt t="127642" x="8321675" y="3146425"/>
          <p14:tracePt t="127647" x="8288338" y="3146425"/>
          <p14:tracePt t="127655" x="8231188" y="3152775"/>
          <p14:tracePt t="127669" x="8139113" y="3157538"/>
          <p14:tracePt t="127675" x="8093075" y="3157538"/>
          <p14:tracePt t="127689" x="8008938" y="3163888"/>
          <p14:tracePt t="127696" x="7967663" y="3170238"/>
          <p14:tracePt t="127711" x="7912100" y="3170238"/>
          <p14:tracePt t="127724" x="7866063" y="3170238"/>
          <p14:tracePt t="127731" x="7848600" y="3170238"/>
          <p14:tracePt t="127738" x="7837488" y="3170238"/>
          <p14:tracePt t="127752" x="7820025" y="3170238"/>
          <p14:tracePt t="127877" x="7815263" y="3170238"/>
          <p14:tracePt t="127881" x="7808913" y="3170238"/>
          <p14:tracePt t="127886" x="7802563" y="3170238"/>
          <p14:tracePt t="127893" x="7797800" y="3170238"/>
          <p14:tracePt t="127905" x="7769225" y="3170238"/>
          <p14:tracePt t="127912" x="7751763" y="3170238"/>
          <p14:tracePt t="127926" x="7723188" y="3170238"/>
          <p14:tracePt t="127932" x="7712075" y="3170238"/>
          <p14:tracePt t="127946" x="7700963" y="3170238"/>
          <p14:tracePt t="127954" x="7694613" y="3170238"/>
          <p14:tracePt t="127964" x="7689850" y="3170238"/>
          <p14:tracePt t="127983" x="7683500" y="3170238"/>
          <p14:tracePt t="127993" x="7677150" y="3170238"/>
          <p14:tracePt t="127997" x="7672388" y="3170238"/>
          <p14:tracePt t="128001" x="7666038" y="3170238"/>
          <p14:tracePt t="128009" x="7654925" y="3170238"/>
          <p14:tracePt t="128016" x="7626350" y="3170238"/>
          <p14:tracePt t="128024" x="7597775" y="3170238"/>
          <p14:tracePt t="128037" x="7500938" y="3181350"/>
          <p14:tracePt t="128043" x="7454900" y="3186113"/>
          <p14:tracePt t="128050" x="7392988" y="3192463"/>
          <p14:tracePt t="128057" x="7342188" y="3198813"/>
          <p14:tracePt t="128065" x="7285038" y="3203575"/>
          <p14:tracePt t="128071" x="7227888" y="3209925"/>
          <p14:tracePt t="128078" x="7153275" y="3227388"/>
          <p14:tracePt t="128085" x="7085013" y="3232150"/>
          <p14:tracePt t="128092" x="6999288" y="3243263"/>
          <p14:tracePt t="128099" x="6924675" y="3249613"/>
          <p14:tracePt t="128106" x="6805613" y="3267075"/>
          <p14:tracePt t="128113" x="6686550" y="3278188"/>
          <p14:tracePt t="128120" x="6565900" y="3289300"/>
          <p14:tracePt t="128134" x="6310313" y="3324225"/>
          <p14:tracePt t="128149" x="5984875" y="3352800"/>
          <p14:tracePt t="128155" x="5813425" y="3357563"/>
          <p14:tracePt t="128161" x="5648325" y="3363913"/>
          <p14:tracePt t="128168" x="5454650" y="3368675"/>
          <p14:tracePt t="128182" x="5045075" y="3375025"/>
          <p14:tracePt t="128189" x="4856163" y="3375025"/>
          <p14:tracePt t="128196" x="4605338" y="3368675"/>
          <p14:tracePt t="128210" x="4189413" y="3340100"/>
          <p14:tracePt t="128217" x="3960813" y="3324225"/>
          <p14:tracePt t="128224" x="3802063" y="3300413"/>
          <p14:tracePt t="128231" x="3613150" y="3267075"/>
          <p14:tracePt t="128239" x="3476625" y="3238500"/>
          <p14:tracePt t="128252" x="3278188" y="3198813"/>
          <p14:tracePt t="128259" x="3203575" y="3175000"/>
          <p14:tracePt t="128266" x="3152775" y="3152775"/>
          <p14:tracePt t="128280" x="3082925" y="3124200"/>
          <p14:tracePt t="128286" x="3067050" y="3113088"/>
          <p14:tracePt t="128293" x="3049588" y="3106738"/>
          <p14:tracePt t="128301" x="3038475" y="3101975"/>
          <p14:tracePt t="128307" x="3027363" y="3089275"/>
          <p14:tracePt t="128315" x="3003550" y="3084513"/>
          <p14:tracePt t="128321" x="2981325" y="3073400"/>
          <p14:tracePt t="128328" x="2952750" y="3067050"/>
          <p14:tracePt t="128335" x="2917825" y="3060700"/>
          <p14:tracePt t="128349" x="2838450" y="3038475"/>
          <p14:tracePt t="128356" x="2792413" y="3032125"/>
          <p14:tracePt t="128370" x="2713038" y="3021013"/>
          <p14:tracePt t="128377" x="2667000" y="3009900"/>
          <p14:tracePt t="128384" x="2633663" y="3003550"/>
          <p14:tracePt t="128391" x="2593975" y="2998788"/>
          <p14:tracePt t="128398" x="2554288" y="2992438"/>
          <p14:tracePt t="128405" x="2513013" y="2992438"/>
          <p14:tracePt t="128411" x="2462213" y="2987675"/>
          <p14:tracePt t="128418" x="2400300" y="2987675"/>
          <p14:tracePt t="128425" x="2319338" y="2981325"/>
          <p14:tracePt t="128433" x="2239963" y="2981325"/>
          <p14:tracePt t="128446" x="2017713" y="2981325"/>
          <p14:tracePt t="128453" x="1903413" y="2981325"/>
          <p14:tracePt t="128462" x="1727200" y="2976563"/>
          <p14:tracePt t="128468" x="1635125" y="2970213"/>
          <p14:tracePt t="128474" x="1487488" y="2959100"/>
          <p14:tracePt t="128481" x="1373188" y="2941638"/>
          <p14:tracePt t="128488" x="1271588" y="2924175"/>
          <p14:tracePt t="128502" x="1042988" y="2901950"/>
          <p14:tracePt t="128516" x="849313" y="2878138"/>
          <p14:tracePt t="128523" x="763588" y="2873375"/>
          <p14:tracePt t="128530" x="688975" y="2873375"/>
          <p14:tracePt t="128537" x="609600" y="2867025"/>
          <p14:tracePt t="128543" x="530225" y="2862263"/>
          <p14:tracePt t="128557" x="422275" y="2855913"/>
          <p14:tracePt t="128571" x="325438" y="2833688"/>
          <p14:tracePt t="128586" x="257175" y="2798763"/>
          <p14:tracePt t="128592" x="233363" y="2781300"/>
          <p14:tracePt t="128599" x="211138" y="2752725"/>
          <p14:tracePt t="128606" x="187325" y="2719388"/>
          <p14:tracePt t="128613" x="171450" y="2673350"/>
          <p14:tracePt t="128628" x="107950" y="2547938"/>
          <p14:tracePt t="128634" x="79375" y="2479675"/>
          <p14:tracePt t="128641" x="50800" y="2411413"/>
          <p14:tracePt t="128655" x="0" y="2279650"/>
          <p14:tracePt t="128859" x="6350" y="981075"/>
          <p14:tracePt t="128863" x="17463" y="974725"/>
          <p14:tracePt t="128870" x="28575" y="968375"/>
          <p14:tracePt t="128884" x="57150" y="946150"/>
          <p14:tracePt t="128891" x="74613" y="928688"/>
          <p14:tracePt t="128898" x="96838" y="917575"/>
          <p14:tracePt t="128912" x="131763" y="895350"/>
          <p14:tracePt t="128919" x="147638" y="884238"/>
          <p14:tracePt t="128933" x="187325" y="860425"/>
          <p14:tracePt t="128939" x="204788" y="855663"/>
          <p14:tracePt t="128946" x="228600" y="855663"/>
          <p14:tracePt t="128960" x="273050" y="842963"/>
          <p14:tracePt t="128967" x="301625" y="838200"/>
          <p14:tracePt t="128974" x="341313" y="838200"/>
          <p14:tracePt t="128989" x="422275" y="838200"/>
          <p14:tracePt t="128996" x="455613" y="838200"/>
          <p14:tracePt t="129002" x="508000" y="842963"/>
          <p14:tracePt t="129016" x="598488" y="866775"/>
          <p14:tracePt t="129023" x="655638" y="877888"/>
          <p14:tracePt t="129030" x="717550" y="889000"/>
          <p14:tracePt t="129036" x="798513" y="906463"/>
          <p14:tracePt t="129043" x="855663" y="912813"/>
          <p14:tracePt t="129051" x="935038" y="928688"/>
          <p14:tracePt t="129058" x="1036638" y="946150"/>
          <p14:tracePt t="129065" x="1135063" y="968375"/>
          <p14:tracePt t="129071" x="1243013" y="985838"/>
          <p14:tracePt t="129086" x="1498600" y="1031875"/>
          <p14:tracePt t="129092" x="1630363" y="1049338"/>
          <p14:tracePt t="129099" x="1784350" y="1060450"/>
          <p14:tracePt t="129106" x="1914525" y="1077913"/>
          <p14:tracePt t="129113" x="2052638" y="1089025"/>
          <p14:tracePt t="129127" x="2314575" y="1111250"/>
          <p14:tracePt t="129134" x="2416175" y="1122363"/>
          <p14:tracePt t="129141" x="2519363" y="1128713"/>
          <p14:tracePt t="129148" x="2598738" y="1135063"/>
          <p14:tracePt t="129162" x="2730500" y="1139825"/>
          <p14:tracePt t="129168" x="2787650" y="1139825"/>
          <p14:tracePt t="129175" x="2827338" y="1146175"/>
          <p14:tracePt t="129182" x="2849563" y="1146175"/>
          <p14:tracePt t="129196" x="2895600" y="1146175"/>
          <p14:tracePt t="129204" x="2901950" y="1146175"/>
          <p14:tracePt t="129263" x="2906713" y="1146175"/>
          <p14:tracePt t="129268" x="2913063" y="1150938"/>
          <p14:tracePt t="129269" x="2913063" y="1157288"/>
          <p14:tracePt t="129272" x="2917825" y="1157288"/>
          <p14:tracePt t="129280" x="2924175" y="1163638"/>
          <p14:tracePt t="129287" x="2935288" y="1168400"/>
          <p14:tracePt t="129294" x="2946400" y="1185863"/>
          <p14:tracePt t="129308" x="2963863" y="1208088"/>
          <p14:tracePt t="129316" x="2970213" y="1231900"/>
          <p14:tracePt t="129322" x="2981325" y="1247775"/>
          <p14:tracePt t="129328" x="2986088" y="1271588"/>
          <p14:tracePt t="129335" x="2998788" y="1293813"/>
          <p14:tracePt t="129342" x="3009900" y="1328738"/>
          <p14:tracePt t="129349" x="3032125" y="1379538"/>
          <p14:tracePt t="129356" x="3060700" y="1425575"/>
          <p14:tracePt t="129370" x="3117850" y="1533525"/>
          <p14:tracePt t="129377" x="3157538" y="1590675"/>
          <p14:tracePt t="129384" x="3197225" y="1647825"/>
          <p14:tracePt t="129398" x="3289300" y="1766888"/>
          <p14:tracePt t="129404" x="3328988" y="1812925"/>
          <p14:tracePt t="129418" x="3390900" y="1881188"/>
          <p14:tracePt t="129426" x="3414713" y="1909763"/>
          <p14:tracePt t="129440" x="3448050" y="1978025"/>
          <p14:tracePt t="129446" x="3459163" y="2000250"/>
          <p14:tracePt t="129460" x="3482975" y="2081213"/>
          <p14:tracePt t="129467" x="3487738" y="2143125"/>
          <p14:tracePt t="129481" x="3494088" y="2263775"/>
          <p14:tracePt t="129488" x="3494088" y="2325688"/>
          <p14:tracePt t="129495" x="3494088" y="2376488"/>
          <p14:tracePt t="129502" x="3494088" y="2417763"/>
          <p14:tracePt t="129516" x="3500438" y="2490788"/>
          <p14:tracePt t="129523" x="3505200" y="2519363"/>
          <p14:tracePt t="129537" x="3505200" y="2587625"/>
          <p14:tracePt t="129544" x="3505200" y="2616200"/>
          <p14:tracePt t="129550" x="3505200" y="2644775"/>
          <p14:tracePt t="129558" x="3505200" y="2679700"/>
          <p14:tracePt t="129571" x="3505200" y="2752725"/>
          <p14:tracePt t="129578" x="3505200" y="2787650"/>
          <p14:tracePt t="129585" x="3505200" y="2833688"/>
          <p14:tracePt t="129600" x="3511550" y="2947988"/>
          <p14:tracePt t="129606" x="3522663" y="3016250"/>
          <p14:tracePt t="129620" x="3540125" y="3146425"/>
          <p14:tracePt t="129628" x="3551238" y="3214688"/>
          <p14:tracePt t="129635" x="3568700" y="3260725"/>
          <p14:tracePt t="129641" x="3579813" y="3300413"/>
          <p14:tracePt t="129655" x="3608388" y="3368675"/>
          <p14:tracePt t="129662" x="3619500" y="3408363"/>
          <p14:tracePt t="129669" x="3630613" y="3449638"/>
          <p14:tracePt t="129682" x="3670300" y="3562350"/>
          <p14:tracePt t="129689" x="3687763" y="3654425"/>
          <p14:tracePt t="129703" x="3722688" y="3836988"/>
          <p14:tracePt t="129710" x="3738563" y="3933825"/>
          <p14:tracePt t="129724" x="3762375" y="4149725"/>
          <p14:tracePt t="129731" x="3778250" y="4264025"/>
          <p14:tracePt t="129745" x="3802063" y="4457700"/>
          <p14:tracePt t="129759" x="3830638" y="4629150"/>
          <p14:tracePt t="129773" x="3852863" y="4776788"/>
          <p14:tracePt t="129780" x="3870325" y="4851400"/>
          <p14:tracePt t="129794" x="3881438" y="4987925"/>
          <p14:tracePt t="129800" x="3887788" y="5062538"/>
          <p14:tracePt t="129807" x="3892550" y="5153025"/>
          <p14:tracePt t="129814" x="3892550" y="5245100"/>
          <p14:tracePt t="129821" x="3892550" y="5346700"/>
          <p14:tracePt t="129835" x="3892550" y="5500688"/>
          <p14:tracePt t="129842" x="3892550" y="5568950"/>
          <p14:tracePt t="129856" x="3881438" y="5665788"/>
          <p14:tracePt t="129863" x="3881438" y="5707063"/>
          <p14:tracePt t="129877" x="3876675" y="5751513"/>
          <p14:tracePt t="129884" x="3870325" y="5768975"/>
          <p14:tracePt t="129891" x="3870325" y="5786438"/>
          <p14:tracePt t="129898" x="3863975" y="5797550"/>
          <p14:tracePt t="129912" x="3852863" y="5837238"/>
          <p14:tracePt t="129918" x="3848100" y="5854700"/>
          <p14:tracePt t="129932" x="3830638" y="5894388"/>
          <p14:tracePt t="129939" x="3824288" y="5905500"/>
          <p14:tracePt t="129947" x="3813175" y="5922963"/>
          <p14:tracePt t="129961" x="3802063" y="5951538"/>
          <p14:tracePt t="129967" x="3784600" y="5962650"/>
          <p14:tracePt t="129981" x="3778250" y="5980113"/>
          <p14:tracePt t="129988" x="3773488" y="5980113"/>
          <p14:tracePt t="130164" x="3767138" y="5980113"/>
          <p14:tracePt t="130178" x="3767138" y="5973763"/>
          <p14:tracePt t="130185" x="3767138" y="5969000"/>
          <p14:tracePt t="130192" x="3767138" y="5962650"/>
          <p14:tracePt t="130194" x="3767138" y="5957888"/>
          <p14:tracePt t="130199" x="3762375" y="5957888"/>
          <p14:tracePt t="130200" x="3762375" y="5951538"/>
          <p14:tracePt t="130210" x="3762375" y="5945188"/>
          <p14:tracePt t="130217" x="3762375" y="5934075"/>
          <p14:tracePt t="130231" x="3762375" y="5929313"/>
          <p14:tracePt t="130238" x="3762375" y="5922963"/>
          <p14:tracePt t="130252" x="3756025" y="5911850"/>
          <p14:tracePt t="130259" x="3756025" y="5905500"/>
          <p14:tracePt t="130273" x="3756025" y="5883275"/>
          <p14:tracePt t="130280" x="3756025" y="5872163"/>
          <p14:tracePt t="130294" x="3751263" y="5843588"/>
          <p14:tracePt t="130301" x="3751263" y="5819775"/>
          <p14:tracePt t="130307" x="3751263" y="5808663"/>
          <p14:tracePt t="130322" x="3751263" y="5757863"/>
          <p14:tracePt t="130328" x="3751263" y="5729288"/>
          <p14:tracePt t="130342" x="3751263" y="5665788"/>
          <p14:tracePt t="130349" x="3751263" y="5638800"/>
          <p14:tracePt t="130356" x="3751263" y="5610225"/>
          <p14:tracePt t="130370" x="3756025" y="5564188"/>
          <p14:tracePt t="130377" x="3756025" y="5535613"/>
          <p14:tracePt t="130385" x="3756025" y="5507038"/>
          <p14:tracePt t="130392" x="3756025" y="5478463"/>
          <p14:tracePt t="130398" x="3756025" y="5461000"/>
          <p14:tracePt t="130406" x="3756025" y="5443538"/>
          <p14:tracePt t="130414" x="3756025" y="5421313"/>
          <p14:tracePt t="130421" x="3756025" y="5403850"/>
          <p14:tracePt t="130429" x="3756025" y="5392738"/>
          <p14:tracePt t="130437" x="3756025" y="5381625"/>
          <p14:tracePt t="130443" x="3756025" y="5370513"/>
          <p14:tracePt t="130451" x="3762375" y="5353050"/>
          <p14:tracePt t="130458" x="3767138" y="5335588"/>
          <p14:tracePt t="130466" x="3784600" y="5302250"/>
          <p14:tracePt t="130473" x="3795713" y="5273675"/>
          <p14:tracePt t="130481" x="3824288" y="5227638"/>
          <p14:tracePt t="130495" x="3910013" y="5130800"/>
          <p14:tracePt t="130509" x="4064000" y="5011738"/>
          <p14:tracePt t="130516" x="4154488" y="4959350"/>
          <p14:tracePt t="130530" x="4433888" y="4845050"/>
          <p14:tracePt t="130537" x="4594225" y="4787900"/>
          <p14:tracePt t="130543" x="4765675" y="4732338"/>
          <p14:tracePt t="130558" x="5141913" y="4606925"/>
          <p14:tracePt t="130571" x="5518150" y="4486275"/>
          <p14:tracePt t="130585" x="5837238" y="4395788"/>
          <p14:tracePt t="130592" x="5995988" y="4356100"/>
          <p14:tracePt t="130600" x="6121400" y="4321175"/>
          <p14:tracePt t="130613" x="6303963" y="4281488"/>
          <p14:tracePt t="130620" x="6354763" y="4275138"/>
          <p14:tracePt t="130634" x="6440488" y="4257675"/>
          <p14:tracePt t="130641" x="6464300" y="4252913"/>
          <p14:tracePt t="130648" x="6480175" y="4246563"/>
          <p14:tracePt t="130662" x="6508750" y="4241800"/>
          <p14:tracePt t="130669" x="6515100" y="4241800"/>
          <p14:tracePt t="130676" x="6519863" y="4235450"/>
          <p14:tracePt t="130683" x="6526213" y="4235450"/>
          <p14:tracePt t="130697" x="6548438" y="4235450"/>
          <p14:tracePt t="130703" x="6572250" y="4235450"/>
          <p14:tracePt t="130710" x="6594475" y="4230688"/>
          <p14:tracePt t="130725" x="6662738" y="4230688"/>
          <p14:tracePt t="130731" x="6708775" y="4230688"/>
          <p14:tracePt t="130745" x="6845300" y="4246563"/>
          <p14:tracePt t="130752" x="6924675" y="4264025"/>
          <p14:tracePt t="130766" x="7113588" y="4321175"/>
          <p14:tracePt t="130774" x="7216775" y="4356100"/>
          <p14:tracePt t="130787" x="7415213" y="4435475"/>
          <p14:tracePt t="130793" x="7494588" y="4468813"/>
          <p14:tracePt t="130801" x="7591425" y="4521200"/>
          <p14:tracePt t="130807" x="7683500" y="4565650"/>
          <p14:tracePt t="130821" x="7842250" y="4640263"/>
          <p14:tracePt t="130828" x="7940675" y="4697413"/>
          <p14:tracePt t="130835" x="8031163" y="4737100"/>
          <p14:tracePt t="130849" x="8189913" y="4811713"/>
          <p14:tracePt t="130856" x="8264525" y="4851400"/>
          <p14:tracePt t="130863" x="8339138" y="4879975"/>
          <p14:tracePt t="130878" x="8447088" y="4926013"/>
          <p14:tracePt t="130884" x="8482013" y="4937125"/>
          <p14:tracePt t="130892" x="8521700" y="4954588"/>
          <p14:tracePt t="130900" x="8543925" y="4965700"/>
          <p14:tracePt t="130906" x="8561388" y="4976813"/>
          <p14:tracePt t="130912" x="8583613" y="4987925"/>
          <p14:tracePt t="130918" x="8594725" y="4999038"/>
          <p14:tracePt t="130926" x="8612188" y="5011738"/>
          <p14:tracePt t="130932" x="8623300" y="5022850"/>
          <p14:tracePt t="130939" x="8636000" y="5038725"/>
          <p14:tracePt t="130954" x="8658225" y="5062538"/>
          <p14:tracePt t="130960" x="8664575" y="5073650"/>
          <p14:tracePt t="130967" x="8669338" y="5084763"/>
          <p14:tracePt t="130974" x="8680450" y="5095875"/>
          <p14:tracePt t="130988" x="8686800" y="5113338"/>
          <p14:tracePt t="130995" x="8686800" y="5119688"/>
          <p14:tracePt t="131009" x="8686800" y="5137150"/>
          <p14:tracePt t="131016" x="8686800" y="5141913"/>
          <p14:tracePt t="131023" x="8686800" y="5153025"/>
          <p14:tracePt t="131030" x="8686800" y="5159375"/>
          <p14:tracePt t="131044" x="8686800" y="5181600"/>
          <p14:tracePt t="131051" x="8680450" y="5199063"/>
          <p14:tracePt t="131057" x="8669338" y="5216525"/>
          <p14:tracePt t="131072" x="8636000" y="5262563"/>
          <p14:tracePt t="131079" x="8607425" y="5295900"/>
          <p14:tracePt t="131085" x="8583613" y="5324475"/>
          <p14:tracePt t="131092" x="8550275" y="5353050"/>
          <p14:tracePt t="131101" x="8504238" y="5399088"/>
          <p14:tracePt t="131108" x="8447088" y="5432425"/>
          <p14:tracePt t="131115" x="8401050" y="5467350"/>
          <p14:tracePt t="131121" x="8350250" y="5495925"/>
          <p14:tracePt t="131127" x="8299450" y="5524500"/>
          <p14:tracePt t="131141" x="8174038" y="5592763"/>
          <p14:tracePt t="131148" x="8099425" y="5621338"/>
          <p14:tracePt t="131155" x="8020050" y="5654675"/>
          <p14:tracePt t="131162" x="7945438" y="5683250"/>
          <p14:tracePt t="131169" x="7888288" y="5711825"/>
          <p14:tracePt t="131176" x="7808913" y="5740400"/>
          <p14:tracePt t="131182" x="7705725" y="5775325"/>
          <p14:tracePt t="131196" x="7518400" y="5854700"/>
          <p14:tracePt t="131203" x="7415213" y="5894388"/>
          <p14:tracePt t="131217" x="7199313" y="5962650"/>
          <p14:tracePt t="131224" x="7102475" y="5997575"/>
          <p14:tracePt t="131232" x="7021513" y="6026150"/>
          <p14:tracePt t="131245" x="6851650" y="6083300"/>
          <p14:tracePt t="131252" x="6783388" y="6099175"/>
          <p14:tracePt t="131259" x="6719888" y="6111875"/>
          <p14:tracePt t="131266" x="6662738" y="6122988"/>
          <p14:tracePt t="131280" x="6577013" y="6145213"/>
          <p14:tracePt t="131286" x="6543675" y="6151563"/>
          <p14:tracePt t="131294" x="6519863" y="6151563"/>
          <p14:tracePt t="131300" x="6497638" y="6151563"/>
          <p14:tracePt t="131307" x="6480175" y="6151563"/>
          <p14:tracePt t="131322" x="6457950" y="6151563"/>
          <p14:tracePt t="131336" x="6451600" y="6151563"/>
          <p14:tracePt t="131415" x="6446838" y="6151563"/>
          <p14:tracePt t="131418" x="6440488" y="6151563"/>
          <p14:tracePt t="131421" x="6440488" y="6145213"/>
          <p14:tracePt t="131422" x="6435725" y="6145213"/>
          <p14:tracePt t="131428" x="6429375" y="6134100"/>
          <p14:tracePt t="131433" x="6423025" y="6127750"/>
          <p14:tracePt t="131440" x="6411913" y="6116638"/>
          <p14:tracePt t="131454" x="6394450" y="6083300"/>
          <p14:tracePt t="131460" x="6389688" y="6065838"/>
          <p14:tracePt t="131467" x="6378575" y="6048375"/>
          <p14:tracePt t="131481" x="6367463" y="6015038"/>
          <p14:tracePt t="131488" x="6361113" y="5980113"/>
          <p14:tracePt t="131495" x="6361113" y="5945188"/>
          <p14:tracePt t="131502" x="6354763" y="5916613"/>
          <p14:tracePt t="131509" x="6354763" y="5889625"/>
          <p14:tracePt t="131516" x="6354763" y="5848350"/>
          <p14:tracePt t="131523" x="6354763" y="5815013"/>
          <p14:tracePt t="131530" x="6354763" y="5791200"/>
          <p14:tracePt t="131537" x="6361113" y="5764213"/>
          <p14:tracePt t="131543" x="6361113" y="5735638"/>
          <p14:tracePt t="131551" x="6372225" y="5707063"/>
          <p14:tracePt t="131558" x="6378575" y="5678488"/>
          <p14:tracePt t="131564" x="6389688" y="5643563"/>
          <p14:tracePt t="131571" x="6400800" y="5610225"/>
          <p14:tracePt t="131579" x="6411913" y="5568950"/>
          <p14:tracePt t="131585" x="6429375" y="5529263"/>
          <p14:tracePt t="131592" x="6451600" y="5478463"/>
          <p14:tracePt t="131599" x="6480175" y="5414963"/>
          <p14:tracePt t="131606" x="6503988" y="5359400"/>
          <p14:tracePt t="131613" x="6532563" y="5289550"/>
          <p14:tracePt t="131620" x="6565900" y="5227638"/>
          <p14:tracePt t="131634" x="6611938" y="5102225"/>
          <p14:tracePt t="131641" x="6634163" y="5038725"/>
          <p14:tracePt t="131648" x="6657975" y="4976813"/>
          <p14:tracePt t="131655" x="6680200" y="4926013"/>
          <p14:tracePt t="131662" x="6708775" y="4851400"/>
          <p14:tracePt t="131669" x="6726238" y="4811713"/>
          <p14:tracePt t="131676" x="6748463" y="4765675"/>
          <p14:tracePt t="131690" x="6783388" y="4686300"/>
          <p14:tracePt t="131696" x="6794500" y="4657725"/>
          <p14:tracePt t="131703" x="6805613" y="4635500"/>
          <p14:tracePt t="131710" x="6811963" y="4618038"/>
          <p14:tracePt t="131717" x="6816725" y="4594225"/>
          <p14:tracePt t="131731" x="6823075" y="4572000"/>
          <p14:tracePt t="131745" x="6827838" y="4549775"/>
          <p14:tracePt t="131752" x="6834188" y="4537075"/>
          <p14:tracePt t="131759" x="6834188" y="4525963"/>
          <p14:tracePt t="131773" x="6840538" y="4508500"/>
          <p14:tracePt t="131780" x="6840538" y="4503738"/>
          <p14:tracePt t="131858" x="6834188" y="4503738"/>
          <p14:tracePt t="131861" x="6827838" y="4503738"/>
          <p14:tracePt t="131865" x="6823075" y="4497388"/>
          <p14:tracePt t="131870" x="6811963" y="4497388"/>
          <p14:tracePt t="131877" x="6799263" y="4492625"/>
          <p14:tracePt t="131884" x="6765925" y="4492625"/>
          <p14:tracePt t="131891" x="6726238" y="4475163"/>
          <p14:tracePt t="131905" x="6572250" y="4411663"/>
          <p14:tracePt t="131912" x="6464300" y="4360863"/>
          <p14:tracePt t="131919" x="6303963" y="4298950"/>
          <p14:tracePt t="131926" x="6178550" y="4246563"/>
          <p14:tracePt t="131940" x="5842000" y="4116388"/>
          <p14:tracePt t="131947" x="5672138" y="4041775"/>
          <p14:tracePt t="131960" x="5461000" y="3887788"/>
          <p14:tracePt t="131967" x="5392738" y="3779838"/>
          <p14:tracePt t="131974" x="5357813" y="3648075"/>
          <p14:tracePt t="131981" x="5340350" y="3460750"/>
          <p14:tracePt t="131995" x="5351463" y="2959100"/>
          <p14:tracePt t="132002" x="5397500" y="2662238"/>
          <p14:tracePt t="132016" x="5529263" y="1989138"/>
          <p14:tracePt t="132023" x="5573713" y="1681163"/>
          <p14:tracePt t="132030" x="5643563" y="1322388"/>
          <p14:tracePt t="132037" x="5688013" y="957263"/>
          <p14:tracePt t="132051" x="5722938" y="444500"/>
          <p14:tracePt t="132065" x="5734050" y="114300"/>
          <p14:tracePt t="133105" x="6765925" y="79375"/>
          <p14:tracePt t="133107" x="6765925" y="90488"/>
          <p14:tracePt t="133109" x="6799263" y="131763"/>
          <p14:tracePt t="133110" x="6799263" y="142875"/>
          <p14:tracePt t="133114" x="6834188" y="188913"/>
          <p14:tracePt t="133121" x="6908800" y="296863"/>
          <p14:tracePt t="133135" x="7056438" y="512763"/>
          <p14:tracePt t="133141" x="7102475" y="576263"/>
          <p14:tracePt t="133148" x="7188200" y="690563"/>
          <p14:tracePt t="133155" x="7250113" y="792163"/>
          <p14:tracePt t="133169" x="7364413" y="963613"/>
          <p14:tracePt t="133183" x="7450138" y="1106488"/>
          <p14:tracePt t="133190" x="7483475" y="1174750"/>
          <p14:tracePt t="133204" x="7535863" y="1293813"/>
          <p14:tracePt t="133218" x="7569200" y="1379538"/>
          <p14:tracePt t="133225" x="7580313" y="1408113"/>
          <p14:tracePt t="133233" x="7586663" y="1443038"/>
          <p14:tracePt t="133246" x="7591425" y="1487488"/>
          <p14:tracePt t="133252" x="7597775" y="1516063"/>
          <p14:tracePt t="133267" x="7597775" y="1555750"/>
          <p14:tracePt t="133274" x="7597775" y="1573213"/>
          <p14:tracePt t="133288" x="7591425" y="1612900"/>
          <p14:tracePt t="133294" x="7586663" y="1630363"/>
          <p14:tracePt t="133308" x="7569200" y="1670050"/>
          <p14:tracePt t="133322" x="7546975" y="1709738"/>
          <p14:tracePt t="133329" x="7535863" y="1733550"/>
          <p14:tracePt t="133343" x="7489825" y="1795463"/>
          <p14:tracePt t="133357" x="7439025" y="1863725"/>
          <p14:tracePt t="133364" x="7397750" y="1916113"/>
          <p14:tracePt t="133371" x="7346950" y="1960563"/>
          <p14:tracePt t="133385" x="7250113" y="2063750"/>
          <p14:tracePt t="133398" x="7131050" y="2189163"/>
          <p14:tracePt t="133412" x="7021513" y="2308225"/>
          <p14:tracePt t="133419" x="6977063" y="2365375"/>
          <p14:tracePt t="133427" x="6931025" y="2428875"/>
          <p14:tracePt t="133434" x="6884988" y="2490788"/>
          <p14:tracePt t="133440" x="6845300" y="2530475"/>
          <p14:tracePt t="133449" x="6788150" y="2605088"/>
          <p14:tracePt t="133456" x="6726238" y="2673350"/>
          <p14:tracePt t="133464" x="6634163" y="2759075"/>
          <p14:tracePt t="133472" x="6508750" y="2873375"/>
          <p14:tracePt t="133479" x="6343650" y="2992438"/>
          <p14:tracePt t="133485" x="6224588" y="3084513"/>
          <p14:tracePt t="133491" x="6081713" y="3181350"/>
          <p14:tracePt t="133497" x="5910263" y="3282950"/>
          <p14:tracePt t="133510" x="5614988" y="3443288"/>
          <p14:tracePt t="133517" x="5461000" y="3500438"/>
          <p14:tracePt t="133523" x="5340350" y="3546475"/>
          <p14:tracePt t="133538" x="5118100" y="3590925"/>
          <p14:tracePt t="133544" x="5038725" y="3608388"/>
          <p14:tracePt t="133551" x="4981575" y="3608388"/>
          <p14:tracePt t="133565" x="4902200" y="3608388"/>
          <p14:tracePt t="133572" x="4884738" y="3608388"/>
          <p14:tracePt t="133579" x="4873625" y="3608388"/>
          <p14:tracePt t="133593" x="4862513" y="3608388"/>
          <p14:tracePt t="133600" x="4845050" y="3608388"/>
          <p14:tracePt t="133614" x="4816475" y="3608388"/>
          <p14:tracePt t="133621" x="4794250" y="3608388"/>
          <p14:tracePt t="133628" x="4765675" y="3608388"/>
          <p14:tracePt t="133642" x="4702175" y="3608388"/>
          <p14:tracePt t="133649" x="4673600" y="3608388"/>
          <p14:tracePt t="133655" x="4640263" y="3608388"/>
          <p14:tracePt t="133663" x="4600575" y="3603625"/>
          <p14:tracePt t="133677" x="4525963" y="3590925"/>
          <p14:tracePt t="133683" x="4486275" y="3586163"/>
          <p14:tracePt t="133690" x="4451350" y="3575050"/>
          <p14:tracePt t="133704" x="4400550" y="3557588"/>
          <p14:tracePt t="133711" x="4376738" y="3546475"/>
          <p14:tracePt t="133718" x="4360863" y="3540125"/>
          <p14:tracePt t="133733" x="4325938" y="3529013"/>
          <p14:tracePt t="133739" x="4308475" y="3522663"/>
          <p14:tracePt t="133753" x="4275138" y="3505200"/>
          <p14:tracePt t="133760" x="4257675" y="3500438"/>
          <p14:tracePt t="133767" x="4240213" y="3494088"/>
          <p14:tracePt t="133781" x="4217988" y="3478213"/>
          <p14:tracePt t="133787" x="4200525" y="3471863"/>
          <p14:tracePt t="133794" x="4183063" y="3465513"/>
          <p14:tracePt t="133808" x="4154488" y="3449638"/>
          <p14:tracePt t="133815" x="4143375" y="3443288"/>
          <p14:tracePt t="133822" x="4138613" y="3436938"/>
          <p14:tracePt t="133829" x="4125913" y="3432175"/>
          <p14:tracePt t="133843" x="4114800" y="3421063"/>
          <p14:tracePt t="133850" x="4103688" y="3414713"/>
          <p14:tracePt t="133864" x="4086225" y="3403600"/>
          <p14:tracePt t="133878" x="4075113" y="3386138"/>
          <p14:tracePt t="133885" x="4064000" y="3379788"/>
          <p14:tracePt t="133891" x="4057650" y="3368675"/>
          <p14:tracePt t="133906" x="4046538" y="3346450"/>
          <p14:tracePt t="133912" x="4035425" y="3335338"/>
          <p14:tracePt t="133919" x="4029075" y="3324225"/>
          <p14:tracePt t="133934" x="4013200" y="3289300"/>
          <p14:tracePt t="133940" x="4006850" y="3278188"/>
          <p14:tracePt t="133947" x="4006850" y="3260725"/>
          <p14:tracePt t="133954" x="4006850" y="3243263"/>
          <p14:tracePt t="133968" x="4002088" y="3192463"/>
          <p14:tracePt t="133975" x="4002088" y="3163888"/>
          <p14:tracePt t="133982" x="4006850" y="3128963"/>
          <p14:tracePt t="133996" x="4029075" y="3055938"/>
          <p14:tracePt t="134003" x="4035425" y="3016250"/>
          <p14:tracePt t="134010" x="4046538" y="2981325"/>
          <p14:tracePt t="134018" x="4057650" y="2959100"/>
          <p14:tracePt t="134025" x="4070350" y="2930525"/>
          <p14:tracePt t="134032" x="4075113" y="2906713"/>
          <p14:tracePt t="134039" x="4081463" y="2895600"/>
          <p14:tracePt t="134047" x="4086225" y="2884488"/>
          <p14:tracePt t="134055" x="4092575" y="2878138"/>
          <p14:tracePt t="134064" x="4092575" y="2873375"/>
          <p14:tracePt t="134074" x="4098925" y="2867025"/>
          <p14:tracePt t="134082" x="4098925" y="2862263"/>
          <p14:tracePt t="134105" x="4098925" y="2855913"/>
          <p14:tracePt t="134110" x="4103688" y="2855913"/>
          <p14:tracePt t="134116" x="4110038" y="2851150"/>
          <p14:tracePt t="134121" x="4110038" y="2844800"/>
          <p14:tracePt t="134128" x="4114800" y="2838450"/>
          <p14:tracePt t="134135" x="4121150" y="2827338"/>
          <p14:tracePt t="134149" x="4138613" y="2816225"/>
          <p14:tracePt t="134155" x="4143375" y="2805113"/>
          <p14:tracePt t="134162" x="4154488" y="2798763"/>
          <p14:tracePt t="134169" x="4160838" y="2787650"/>
          <p14:tracePt t="134177" x="4171950" y="2776538"/>
          <p14:tracePt t="134183" x="4189413" y="2765425"/>
          <p14:tracePt t="134198" x="4217988" y="2741613"/>
          <p14:tracePt t="134204" x="4229100" y="2730500"/>
          <p14:tracePt t="134218" x="4268788" y="2708275"/>
          <p14:tracePt t="134225" x="4292600" y="2697163"/>
          <p14:tracePt t="134233" x="4308475" y="2679700"/>
          <p14:tracePt t="134246" x="4360863" y="2655888"/>
          <p14:tracePt t="134253" x="4389438" y="2640013"/>
          <p14:tracePt t="134259" x="4411663" y="2622550"/>
          <p14:tracePt t="134274" x="4451350" y="2605088"/>
          <p14:tracePt t="134280" x="4475163" y="2593975"/>
          <p14:tracePt t="134287" x="4491038" y="2587625"/>
          <p14:tracePt t="134302" x="4525963" y="2576513"/>
          <p14:tracePt t="134309" x="4548188" y="2565400"/>
          <p14:tracePt t="134322" x="4587875" y="2554288"/>
          <p14:tracePt t="134329" x="4616450" y="2543175"/>
          <p14:tracePt t="134336" x="4645025" y="2530475"/>
          <p14:tracePt t="134343" x="4679950" y="2519363"/>
          <p14:tracePt t="134350" x="4719638" y="2514600"/>
          <p14:tracePt t="134357" x="4752975" y="2501900"/>
          <p14:tracePt t="134364" x="4799013" y="2497138"/>
          <p14:tracePt t="134371" x="4838700" y="2486025"/>
          <p14:tracePt t="134378" x="4891088" y="2474913"/>
          <p14:tracePt t="134385" x="4941888" y="2462213"/>
          <p14:tracePt t="134392" x="4999038" y="2457450"/>
          <p14:tracePt t="134399" x="5060950" y="2439988"/>
          <p14:tracePt t="134405" x="5135563" y="2428875"/>
          <p14:tracePt t="134420" x="5283200" y="2400300"/>
          <p14:tracePt t="134434" x="5476875" y="2371725"/>
          <p14:tracePt t="134440" x="5573713" y="2365375"/>
          <p14:tracePt t="134449" x="5711825" y="2349500"/>
          <p14:tracePt t="134456" x="5824538" y="2336800"/>
          <p14:tracePt t="134464" x="5956300" y="2332038"/>
          <p14:tracePt t="134471" x="6070600" y="2320925"/>
          <p14:tracePt t="134479" x="6200775" y="2314575"/>
          <p14:tracePt t="134485" x="6286500" y="2308225"/>
          <p14:tracePt t="134491" x="6361113" y="2308225"/>
          <p14:tracePt t="134498" x="6464300" y="2303463"/>
          <p14:tracePt t="134504" x="6519863" y="2303463"/>
          <p14:tracePt t="134510" x="6605588" y="2303463"/>
          <p14:tracePt t="134516" x="6680200" y="2303463"/>
          <p14:tracePt t="134524" x="6765925" y="2303463"/>
          <p14:tracePt t="134531" x="6873875" y="2308225"/>
          <p14:tracePt t="134537" x="6948488" y="2308225"/>
          <p14:tracePt t="134552" x="7135813" y="2325688"/>
          <p14:tracePt t="134558" x="7221538" y="2325688"/>
          <p14:tracePt t="134565" x="7307263" y="2325688"/>
          <p14:tracePt t="134572" x="7386638" y="2325688"/>
          <p14:tracePt t="134579" x="7467600" y="2332038"/>
          <p14:tracePt t="134586" x="7546975" y="2332038"/>
          <p14:tracePt t="134593" x="7615238" y="2336800"/>
          <p14:tracePt t="134600" x="7683500" y="2336800"/>
          <p14:tracePt t="134614" x="7786688" y="2349500"/>
          <p14:tracePt t="134621" x="7826375" y="2349500"/>
          <p14:tracePt t="134628" x="7870825" y="2354263"/>
          <p14:tracePt t="134643" x="7934325" y="2360613"/>
          <p14:tracePt t="134648" x="7980363" y="2365375"/>
          <p14:tracePt t="134655" x="8013700" y="2371725"/>
          <p14:tracePt t="134663" x="8048625" y="2376488"/>
          <p14:tracePt t="134669" x="8077200" y="2382838"/>
          <p14:tracePt t="134677" x="8105775" y="2389188"/>
          <p14:tracePt t="134690" x="8145463" y="2400300"/>
          <p14:tracePt t="134697" x="8167688" y="2405063"/>
          <p14:tracePt t="134704" x="8185150" y="2417763"/>
          <p14:tracePt t="134711" x="8196263" y="2417763"/>
          <p14:tracePt t="134718" x="8202613" y="2422525"/>
          <p14:tracePt t="134732" x="8218488" y="2433638"/>
          <p14:tracePt t="134740" x="8218488" y="2439988"/>
          <p14:tracePt t="134753" x="8231188" y="2462213"/>
          <p14:tracePt t="134760" x="8235950" y="2474913"/>
          <p14:tracePt t="134766" x="8247063" y="2490788"/>
          <p14:tracePt t="134781" x="8259763" y="2525713"/>
          <p14:tracePt t="134788" x="8270875" y="2543175"/>
          <p14:tracePt t="134794" x="8270875" y="2559050"/>
          <p14:tracePt t="134801" x="8270875" y="2582863"/>
          <p14:tracePt t="134808" x="8270875" y="2600325"/>
          <p14:tracePt t="134815" x="8270875" y="2633663"/>
          <p14:tracePt t="134822" x="8259763" y="2673350"/>
          <p14:tracePt t="134829" x="8235950" y="2730500"/>
          <p14:tracePt t="134843" x="8150225" y="2895600"/>
          <p14:tracePt t="134851" x="8081963" y="2992438"/>
          <p14:tracePt t="134864" x="7927975" y="3192463"/>
          <p14:tracePt t="134871" x="7831138" y="3306763"/>
          <p14:tracePt t="134878" x="7740650" y="3397250"/>
          <p14:tracePt t="134885" x="7637463" y="3511550"/>
          <p14:tracePt t="134891" x="7564438" y="3579813"/>
          <p14:tracePt t="134899" x="7478713" y="3665538"/>
          <p14:tracePt t="134905" x="7404100" y="3729038"/>
          <p14:tracePt t="134919" x="7159625" y="3922713"/>
          <p14:tracePt t="134927" x="7038975" y="4006850"/>
          <p14:tracePt t="134933" x="6891338" y="4110038"/>
          <p14:tracePt t="134940" x="6697663" y="4235450"/>
          <p14:tracePt t="134947" x="6503988" y="4349750"/>
          <p14:tracePt t="134955" x="6253163" y="4492625"/>
          <p14:tracePt t="134969" x="5722938" y="4765675"/>
          <p14:tracePt t="134975" x="5465763" y="4879975"/>
          <p14:tracePt t="134982" x="5153025" y="5016500"/>
          <p14:tracePt t="134996" x="4600575" y="5221288"/>
          <p14:tracePt t="135003" x="4325938" y="5313363"/>
          <p14:tracePt t="135010" x="4029075" y="5410200"/>
          <p14:tracePt t="135017" x="3806825" y="5472113"/>
          <p14:tracePt t="135031" x="3317875" y="5603875"/>
          <p14:tracePt t="135037" x="3067050" y="5654675"/>
          <p14:tracePt t="135044" x="2844800" y="5707063"/>
          <p14:tracePt t="135059" x="2319338" y="5797550"/>
          <p14:tracePt t="135073" x="1909763" y="5865813"/>
          <p14:tracePt t="135079" x="1749425" y="5872163"/>
          <p14:tracePt t="135086" x="1619250" y="5883275"/>
          <p14:tracePt t="135100" x="1357313" y="5889625"/>
          <p14:tracePt t="135107" x="1247775" y="5889625"/>
          <p14:tracePt t="135114" x="1146175" y="5889625"/>
          <p14:tracePt t="135121" x="1042988" y="5889625"/>
          <p14:tracePt t="135128" x="939800" y="5883275"/>
          <p14:tracePt t="135135" x="831850" y="5865813"/>
          <p14:tracePt t="135142" x="752475" y="5854700"/>
          <p14:tracePt t="135148" x="666750" y="5826125"/>
          <p14:tracePt t="135155" x="581025" y="5803900"/>
          <p14:tracePt t="135163" x="501650" y="5768975"/>
          <p14:tracePt t="135170" x="404813" y="5722938"/>
          <p14:tracePt t="135183" x="261938" y="5638800"/>
          <p14:tracePt t="135190" x="193675" y="5581650"/>
          <p14:tracePt t="135197" x="136525" y="5524500"/>
          <p14:tracePt t="135204" x="79375" y="5456238"/>
          <p14:tracePt t="135211" x="34925" y="5392738"/>
          <p14:tracePt t="135283" x="34925" y="4635500"/>
          <p14:tracePt t="135284" x="46038" y="4622800"/>
          <p14:tracePt t="135287" x="68263" y="4583113"/>
          <p14:tracePt t="135294" x="165100" y="4435475"/>
          <p14:tracePt t="135308" x="427038" y="4098925"/>
          <p14:tracePt t="135322" x="803275" y="3705225"/>
          <p14:tracePt t="135337" x="1208088" y="3368675"/>
          <p14:tracePt t="135350" x="1727200" y="3021013"/>
          <p14:tracePt t="135357" x="2046288" y="2851150"/>
          <p14:tracePt t="135364" x="2336800" y="2713038"/>
          <p14:tracePt t="135371" x="2713038" y="2576513"/>
          <p14:tracePt t="135378" x="3054350" y="2462213"/>
          <p14:tracePt t="135385" x="3390900" y="2376488"/>
          <p14:tracePt t="135392" x="3806825" y="2297113"/>
          <p14:tracePt t="135406" x="4446588" y="2195513"/>
          <p14:tracePt t="135419" x="5106988" y="2154238"/>
          <p14:tracePt t="135433" x="5751513" y="2149475"/>
          <p14:tracePt t="135447" x="6350000" y="2166938"/>
          <p14:tracePt t="135454" x="6686550" y="2200275"/>
          <p14:tracePt t="135461" x="6959600" y="2239963"/>
          <p14:tracePt t="135475" x="7507288" y="2314575"/>
          <p14:tracePt t="135482" x="7758113" y="2365375"/>
          <p14:tracePt t="135496" x="8134350" y="2457450"/>
          <p14:tracePt t="135503" x="8281988" y="2497138"/>
          <p14:tracePt t="135510" x="8429625" y="2543175"/>
          <p14:tracePt t="135517" x="8515350" y="2571750"/>
          <p14:tracePt t="135523" x="8607425" y="2611438"/>
          <p14:tracePt t="135531" x="8680450" y="2644775"/>
          <p14:tracePt t="135538" x="8737600" y="2679700"/>
          <p14:tracePt t="135544" x="8783638" y="2713038"/>
          <p14:tracePt t="135552" x="8812213" y="2736850"/>
          <p14:tracePt t="135558" x="8834438" y="2759075"/>
          <p14:tracePt t="135565" x="8851900" y="2781300"/>
          <p14:tracePt t="135572" x="8869363" y="2798763"/>
          <p14:tracePt t="135579" x="8880475" y="2822575"/>
          <p14:tracePt t="135586" x="8891588" y="2838450"/>
          <p14:tracePt t="135593" x="8909050" y="2867025"/>
          <p14:tracePt t="135600" x="8926513" y="2895600"/>
          <p14:tracePt t="135607" x="8942388" y="2924175"/>
          <p14:tracePt t="135622" x="8977313" y="2992438"/>
          <p14:tracePt t="135628" x="8994775" y="3032125"/>
          <p14:tracePt t="135635" x="9005888" y="3067050"/>
          <p14:tracePt t="135642" x="9005888" y="3106738"/>
          <p14:tracePt t="135649" x="9012238" y="3146425"/>
          <p14:tracePt t="135663" x="8999538" y="3260725"/>
          <p14:tracePt t="135669" x="8970963" y="3346450"/>
          <p14:tracePt t="135677" x="8931275" y="3425825"/>
          <p14:tracePt t="135683" x="8886825" y="3517900"/>
          <p14:tracePt t="135690" x="8816975" y="3636963"/>
          <p14:tracePt t="135697" x="8748713" y="3740150"/>
          <p14:tracePt t="135711" x="8601075" y="3938588"/>
          <p14:tracePt t="135718" x="8521700" y="4035425"/>
          <p14:tracePt t="135725" x="8458200" y="4092575"/>
          <p14:tracePt t="135732" x="8385175" y="4167188"/>
          <p14:tracePt t="135739" x="8321675" y="4213225"/>
          <p14:tracePt t="135746" x="8270875" y="4246563"/>
          <p14:tracePt t="135753" x="8218488" y="4270375"/>
          <p14:tracePt t="135767" x="8145463" y="4298950"/>
          <p14:tracePt t="135774" x="8116888" y="4310063"/>
          <p14:tracePt t="135780" x="8088313" y="4314825"/>
          <p14:tracePt t="135787" x="8059738" y="4314825"/>
          <p14:tracePt t="135794" x="8042275" y="4314825"/>
          <p14:tracePt t="135808" x="7980363" y="4321175"/>
          <p14:tracePt t="135815" x="7962900" y="4321175"/>
          <p14:tracePt t="135823" x="7934325" y="4321175"/>
          <p14:tracePt t="135836" x="7877175" y="4310063"/>
          <p14:tracePt t="135843" x="7842250" y="4286250"/>
          <p14:tracePt t="135850" x="7815263" y="4270375"/>
          <p14:tracePt t="135857" x="7786688" y="4246563"/>
          <p14:tracePt t="135864" x="7758113" y="4224338"/>
          <p14:tracePt t="135878" x="7712075" y="4167188"/>
          <p14:tracePt t="135885" x="7689850" y="4121150"/>
          <p14:tracePt t="135892" x="7661275" y="4070350"/>
          <p14:tracePt t="135899" x="7632700" y="4002088"/>
          <p14:tracePt t="135905" x="7604125" y="3916363"/>
          <p14:tracePt t="135913" x="7569200" y="3819525"/>
          <p14:tracePt t="135919" x="7529513" y="3705225"/>
          <p14:tracePt t="135927" x="7483475" y="3586163"/>
          <p14:tracePt t="135940" x="7392988" y="3324225"/>
          <p14:tracePt t="135947" x="7353300" y="3163888"/>
          <p14:tracePt t="135955" x="7307263" y="3003550"/>
          <p14:tracePt t="135969" x="7216775" y="2633663"/>
          <p14:tracePt t="135975" x="7170738" y="2393950"/>
          <p14:tracePt t="135982" x="7131050" y="2251075"/>
          <p14:tracePt t="135989" x="7085013" y="2006600"/>
          <p14:tracePt t="135996" x="7027863" y="1795463"/>
          <p14:tracePt t="136003" x="6970713" y="1608138"/>
          <p14:tracePt t="136010" x="6924675" y="1425575"/>
          <p14:tracePt t="136017" x="6884988" y="1282700"/>
          <p14:tracePt t="136031" x="6799263" y="968375"/>
          <p14:tracePt t="136038" x="6759575" y="798513"/>
          <p14:tracePt t="136052" x="6715125" y="473075"/>
          <p14:tracePt t="136058" x="6697663" y="325438"/>
          <p14:tracePt t="136065" x="6669088" y="103188"/>
          <p14:tracePt t="137412" x="6457950" y="11113"/>
          <p14:tracePt t="137412" x="6457950" y="22225"/>
          <p14:tracePt t="137412" x="6464300" y="50800"/>
          <p14:tracePt t="137412" x="6464300" y="57150"/>
          <p14:tracePt t="137412" x="6469063" y="68263"/>
          <p14:tracePt t="137412" x="6469063" y="96838"/>
          <p14:tracePt t="137412" x="6475413" y="114300"/>
          <p14:tracePt t="137412" x="6480175" y="125413"/>
          <p14:tracePt t="137412" x="6492875" y="188913"/>
          <p14:tracePt t="137412" x="6503988" y="239713"/>
          <p14:tracePt t="137412" x="6519863" y="319088"/>
          <p14:tracePt t="137412" x="6532563" y="398463"/>
          <p14:tracePt t="137412" x="6548438" y="490538"/>
          <p14:tracePt t="137412" x="6561138" y="581025"/>
          <p14:tracePt t="137412" x="6589713" y="741363"/>
          <p14:tracePt t="137412" x="6605588" y="871538"/>
          <p14:tracePt t="137412" x="6686550" y="1289050"/>
          <p14:tracePt t="137412" x="6715125" y="1511300"/>
          <p14:tracePt t="137412" x="6759575" y="1727200"/>
          <p14:tracePt t="137412" x="6845300" y="2143125"/>
          <p14:tracePt t="137412" x="6896100" y="2314575"/>
          <p14:tracePt t="137412" x="6948488" y="2501900"/>
          <p14:tracePt t="137412" x="7038975" y="2798763"/>
          <p14:tracePt t="137412" x="7091363" y="2959100"/>
          <p14:tracePt t="137412" x="7159625" y="3141663"/>
          <p14:tracePt t="137412" x="7192963" y="3254375"/>
          <p14:tracePt t="137412" x="7227888" y="3335338"/>
          <p14:tracePt t="137412" x="7307263" y="3489325"/>
          <p14:tracePt t="137412" x="7353300" y="3568700"/>
          <p14:tracePt t="137412" x="7392988" y="3636963"/>
          <p14:tracePt t="137412" x="7439025" y="3711575"/>
          <p14:tracePt t="137412" x="7472363" y="3762375"/>
          <p14:tracePt t="137412" x="7500938" y="3808413"/>
          <p14:tracePt t="137412" x="7523163" y="3848100"/>
          <p14:tracePt t="137412" x="7551738" y="3887788"/>
          <p14:tracePt t="137412" x="7586663" y="3933825"/>
          <p14:tracePt t="137412" x="7597775" y="3951288"/>
          <p14:tracePt t="137412" x="7608888" y="3962400"/>
          <p14:tracePt t="137412" x="7615238" y="3967163"/>
          <p14:tracePt t="137412" x="7615238" y="3973513"/>
          <p14:tracePt t="137412" x="7615238" y="3979863"/>
          <p14:tracePt t="137412" x="7615238" y="3984625"/>
          <p14:tracePt t="137412" x="7608888" y="3990975"/>
          <p14:tracePt t="137412" x="7597775" y="4006850"/>
          <p14:tracePt t="137412" x="7558088" y="4035425"/>
          <p14:tracePt t="137412" x="7535863" y="4041775"/>
          <p14:tracePt t="137412" x="7500938" y="4052888"/>
          <p14:tracePt t="137412" x="7426325" y="4076700"/>
          <p14:tracePt t="137412" x="7358063" y="4098925"/>
          <p14:tracePt t="137412" x="7289800" y="4110038"/>
          <p14:tracePt t="137412" x="7118350" y="4149725"/>
          <p14:tracePt t="137412" x="6880225" y="4195763"/>
          <p14:tracePt t="137412" x="6759575" y="4217988"/>
          <p14:tracePt t="137412" x="6583363" y="4252913"/>
          <p14:tracePt t="137412" x="6127750" y="4327525"/>
          <p14:tracePt t="137412" x="5899150" y="4371975"/>
          <p14:tracePt t="137412" x="5562600" y="4429125"/>
          <p14:tracePt t="137412" x="4884738" y="4549775"/>
          <p14:tracePt t="137412" x="4572000" y="4594225"/>
          <p14:tracePt t="137412" x="4167188" y="4657725"/>
          <p14:tracePt t="137412" x="3790950" y="4686300"/>
          <p14:tracePt t="137412" x="3500438" y="4697413"/>
          <p14:tracePt t="137412" x="3135313" y="4697413"/>
          <p14:tracePt t="137412" x="2924175" y="4679950"/>
          <p14:tracePt t="137412" x="2730500" y="4657725"/>
          <p14:tracePt t="137412" x="2587625" y="4635500"/>
          <p14:tracePt t="137412" x="2336800" y="4589463"/>
          <p14:tracePt t="137412" x="2239963" y="4572000"/>
          <p14:tracePt t="137412" x="2136775" y="4560888"/>
          <p14:tracePt t="137412" x="2046288" y="4543425"/>
          <p14:tracePt t="137412" x="1903413" y="4521200"/>
          <p14:tracePt t="137412" x="1846263" y="4521200"/>
          <p14:tracePt t="137412" x="1806575" y="4514850"/>
          <p14:tracePt t="137412" x="1773238" y="4508500"/>
          <p14:tracePt t="137412" x="1733550" y="4508500"/>
          <p14:tracePt t="137412" x="1709738" y="4508500"/>
          <p14:tracePt t="137412" x="1704975" y="4508500"/>
          <p14:tracePt t="137412" x="1704975" y="4514850"/>
          <p14:tracePt t="137412" x="1698625" y="4521200"/>
          <p14:tracePt t="137412" x="1681163" y="4537075"/>
          <p14:tracePt t="137412" x="1641475" y="4578350"/>
          <p14:tracePt t="137412" x="1619250" y="4606925"/>
          <p14:tracePt t="137412" x="1601788" y="4635500"/>
          <p14:tracePt t="137412" x="1562100" y="4686300"/>
          <p14:tracePt t="137412" x="1538288" y="4708525"/>
          <p14:tracePt t="137412" x="1522413" y="4732338"/>
          <p14:tracePt t="137412" x="1493838" y="4776788"/>
          <p14:tracePt t="137412" x="1487488" y="4800600"/>
          <p14:tracePt t="137412" x="1482725" y="4822825"/>
          <p14:tracePt t="137412" x="1482725" y="4845050"/>
          <p14:tracePt t="137412" x="1487488" y="4891088"/>
          <p14:tracePt t="137412" x="1504950" y="4919663"/>
          <p14:tracePt t="137412" x="1573213" y="4970463"/>
          <p14:tracePt t="137412" x="1619250" y="4994275"/>
          <p14:tracePt t="137412" x="1681163" y="5005388"/>
          <p14:tracePt t="137412" x="1773238" y="5005388"/>
          <p14:tracePt t="137412" x="2006600" y="4959350"/>
          <p14:tracePt t="137412" x="2178050" y="4913313"/>
          <p14:tracePt t="137412" x="2382838" y="4845050"/>
          <p14:tracePt t="137412" x="2609850" y="4760913"/>
          <p14:tracePt t="137412" x="2878138" y="4646613"/>
          <p14:tracePt t="137412" x="3305175" y="4440238"/>
          <p14:tracePt t="137412" x="3551238" y="4321175"/>
          <p14:tracePt t="137412" x="4006850" y="4064000"/>
          <p14:tracePt t="137412" x="4217988" y="3944938"/>
          <p14:tracePt t="137412" x="4508500" y="3779838"/>
          <p14:tracePt t="137412" x="5084763" y="3414713"/>
          <p14:tracePt t="137412" x="5734050" y="2981325"/>
          <p14:tracePt t="137412" x="6046788" y="2765425"/>
          <p14:tracePt t="137412" x="6446838" y="2468563"/>
          <p14:tracePt t="137412" x="7102475" y="1978025"/>
          <p14:tracePt t="137412" x="7820025" y="1447800"/>
          <p14:tracePt t="137412" x="8134350" y="1225550"/>
          <p14:tracePt t="137412" x="8469313" y="1003300"/>
          <p14:tracePt t="137412" x="9091613" y="609600"/>
          <p14:tracePt t="137412" x="9353550" y="461963"/>
          <p14:tracePt t="137412" x="9758363" y="239713"/>
          <p14:tracePt t="137412" x="9901238" y="171450"/>
          <p14:tracePt t="137412" x="10059988" y="90488"/>
          <p14:tracePt t="137412" x="10110788" y="63500"/>
          <p14:tracePt t="137412" x="10134600" y="50800"/>
          <p14:tracePt t="137412" x="10152063" y="39688"/>
          <p14:tracePt t="137412" x="10156825" y="39688"/>
          <p14:tracePt t="137412" x="10163175" y="34925"/>
          <p14:tracePt t="137412" x="10167938" y="34925"/>
          <p14:tracePt t="137412" x="10174288" y="28575"/>
          <p14:tracePt t="137412" x="10185400" y="22225"/>
          <p14:tracePt t="137412" x="10196513" y="17463"/>
          <p14:tracePt t="137412" x="10209213" y="11113"/>
          <p14:tracePt t="137412" x="10209213" y="6350"/>
          <p14:tracePt t="137412" x="10202863" y="6350"/>
          <p14:tracePt t="137412" x="10196513" y="6350"/>
          <p14:tracePt t="137412" x="10191750" y="6350"/>
          <p14:tracePt t="137412" x="10185400" y="6350"/>
          <p14:tracePt t="137412" x="10180638" y="6350"/>
          <p14:tracePt t="137412" x="10174288" y="6350"/>
          <p14:tracePt t="137412" x="10167938" y="6350"/>
          <p14:tracePt t="137412" x="10163175" y="6350"/>
          <p14:tracePt t="137412" x="10152063" y="0"/>
          <p14:tracePt t="137412" x="10145713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8C451-32ED-C14E-9820-857E457A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456" y="4669799"/>
            <a:ext cx="8825657" cy="1915647"/>
          </a:xfrm>
        </p:spPr>
        <p:txBody>
          <a:bodyPr/>
          <a:lstStyle/>
          <a:p>
            <a:r>
              <a:rPr lang="pt-BR" dirty="0"/>
              <a:t>Referências:</a:t>
            </a:r>
            <a:br>
              <a:rPr lang="pt-BR" dirty="0"/>
            </a:br>
            <a:r>
              <a:rPr lang="pt-BR" sz="1400" dirty="0" err="1"/>
              <a:t>datasets</a:t>
            </a:r>
            <a:r>
              <a:rPr lang="pt-BR" sz="1400" dirty="0"/>
              <a:t>: https://www.ncei.noaa.gov/data/oceans/archive/arc0157/0211009/1.1/data/</a:t>
            </a:r>
            <a:br>
              <a:rPr lang="pt-BR" sz="1400" dirty="0"/>
            </a:br>
            <a:r>
              <a:rPr lang="pt-BR" sz="1400" dirty="0"/>
              <a:t>https://www.ncei.noaa.gov/</a:t>
            </a:r>
            <a:br>
              <a:rPr lang="pt-BR" dirty="0"/>
            </a:br>
            <a:endParaRPr lang="pt-BR" dirty="0"/>
          </a:p>
        </p:txBody>
      </p:sp>
      <p:pic>
        <p:nvPicPr>
          <p:cNvPr id="24" name="Áudio 23">
            <a:hlinkClick r:id="" action="ppaction://media"/>
            <a:extLst>
              <a:ext uri="{FF2B5EF4-FFF2-40B4-BE49-F238E27FC236}">
                <a16:creationId xmlns:a16="http://schemas.microsoft.com/office/drawing/2014/main" id="{D99D8E3D-4B54-E611-CB77-47F132B272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D5AA247-6D8E-A65A-8E81-737986870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272554"/>
            <a:ext cx="3491290" cy="148487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4BDB876-7C05-483C-F4C1-ED3CA8F13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944" y="1263649"/>
            <a:ext cx="3270394" cy="259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215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568"/>
    </mc:Choice>
    <mc:Fallback>
      <p:transition spd="slow" advTm="265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387</TotalTime>
  <Words>68</Words>
  <Application>Microsoft Office PowerPoint</Application>
  <PresentationFormat>Widescreen</PresentationFormat>
  <Paragraphs>6</Paragraphs>
  <Slides>4</Slides>
  <Notes>0</Notes>
  <HiddenSlides>0</HiddenSlides>
  <MMClips>4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Wingdings 3</vt:lpstr>
      <vt:lpstr>Íon</vt:lpstr>
      <vt:lpstr>Apresentação do PowerPoint</vt:lpstr>
      <vt:lpstr>Apresentação do PowerPoint</vt:lpstr>
      <vt:lpstr>Apresentação do PowerPoint</vt:lpstr>
      <vt:lpstr>Referências: datasets: https://www.ncei.noaa.gov/data/oceans/archive/arc0157/0211009/1.1/data/ https://www.ncei.noaa.gov/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5</cp:revision>
  <dcterms:created xsi:type="dcterms:W3CDTF">2024-05-18T22:22:41Z</dcterms:created>
  <dcterms:modified xsi:type="dcterms:W3CDTF">2024-06-07T22:17:11Z</dcterms:modified>
</cp:coreProperties>
</file>
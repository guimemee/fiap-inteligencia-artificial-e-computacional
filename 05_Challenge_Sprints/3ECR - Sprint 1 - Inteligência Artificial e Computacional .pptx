
<file path=[Content_Types].xml><?xml version="1.0" encoding="utf-8"?>
<Types xmlns="http://schemas.openxmlformats.org/package/2006/content-types"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ink/ink1.xml" ContentType="application/inkml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5" r:id="rId1"/>
  </p:sldMasterIdLst>
  <p:notesMasterIdLst>
    <p:notesMasterId r:id="rId8"/>
  </p:notesMasterIdLst>
  <p:sldIdLst>
    <p:sldId id="256" r:id="rId2"/>
    <p:sldId id="286" r:id="rId3"/>
    <p:sldId id="285" r:id="rId4"/>
    <p:sldId id="283" r:id="rId5"/>
    <p:sldId id="282" r:id="rId6"/>
    <p:sldId id="287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E777877-FFCA-45C0-BC67-27BFCC529F31}" v="28" dt="2024-06-14T19:21:01.41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35" autoAdjust="0"/>
    <p:restoredTop sz="94688" autoAdjust="0"/>
  </p:normalViewPr>
  <p:slideViewPr>
    <p:cSldViewPr snapToGrid="0">
      <p:cViewPr varScale="1">
        <p:scale>
          <a:sx n="150" d="100"/>
          <a:sy n="150" d="100"/>
        </p:scale>
        <p:origin x="702" y="13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B94BD28-1993-4917-831D-B1DED4A0BE57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BFF6C1FB-681F-4296-986B-798FDA78DAA0}" type="pres">
      <dgm:prSet presAssocID="{CB94BD28-1993-4917-831D-B1DED4A0BE57}" presName="Name0" presStyleCnt="0">
        <dgm:presLayoutVars>
          <dgm:dir/>
          <dgm:animLvl val="lvl"/>
          <dgm:resizeHandles val="exact"/>
        </dgm:presLayoutVars>
      </dgm:prSet>
      <dgm:spPr/>
    </dgm:pt>
  </dgm:ptLst>
  <dgm:cxnLst>
    <dgm:cxn modelId="{67251782-B6E2-498C-9492-8518A08F11ED}" type="presOf" srcId="{CB94BD28-1993-4917-831D-B1DED4A0BE57}" destId="{BFF6C1FB-681F-4296-986B-798FDA78DAA0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18T23:05:33.9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C7617C-B373-4523-802F-C83E419317BF}" type="datetimeFigureOut">
              <a:rPr lang="pt-BR" smtClean="0"/>
              <a:t>14/06/2024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057BB7-C63D-47FC-A750-13C9BFA35B9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454105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3B526-6742-4533-9567-03F0656AE10A}" type="datetimeFigureOut">
              <a:rPr lang="pt-BR" smtClean="0"/>
              <a:t>14/06/2024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2BEE8-94C6-4EC2-A9D4-AD7A4DB543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086886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3B526-6742-4533-9567-03F0656AE10A}" type="datetimeFigureOut">
              <a:rPr lang="pt-BR" smtClean="0"/>
              <a:t>14/06/2024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2BEE8-94C6-4EC2-A9D4-AD7A4DB543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396193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3B526-6742-4533-9567-03F0656AE10A}" type="datetimeFigureOut">
              <a:rPr lang="pt-BR" smtClean="0"/>
              <a:t>14/06/2024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2BEE8-94C6-4EC2-A9D4-AD7A4DB543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007735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3B526-6742-4533-9567-03F0656AE10A}" type="datetimeFigureOut">
              <a:rPr lang="pt-BR" smtClean="0"/>
              <a:t>14/06/2024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2BEE8-94C6-4EC2-A9D4-AD7A4DB543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468851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3B526-6742-4533-9567-03F0656AE10A}" type="datetimeFigureOut">
              <a:rPr lang="pt-BR" smtClean="0"/>
              <a:t>14/06/2024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2BEE8-94C6-4EC2-A9D4-AD7A4DB543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595595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3B526-6742-4533-9567-03F0656AE10A}" type="datetimeFigureOut">
              <a:rPr lang="pt-BR" smtClean="0"/>
              <a:t>14/06/2024</a:t>
            </a:fld>
            <a:endParaRPr lang="pt-BR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2BEE8-94C6-4EC2-A9D4-AD7A4DB543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09910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3B526-6742-4533-9567-03F0656AE10A}" type="datetimeFigureOut">
              <a:rPr lang="pt-BR" smtClean="0"/>
              <a:t>14/06/2024</a:t>
            </a:fld>
            <a:endParaRPr lang="pt-BR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2BEE8-94C6-4EC2-A9D4-AD7A4DB543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67481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3B526-6742-4533-9567-03F0656AE10A}" type="datetimeFigureOut">
              <a:rPr lang="pt-BR" smtClean="0"/>
              <a:t>14/06/2024</a:t>
            </a:fld>
            <a:endParaRPr lang="pt-BR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2BEE8-94C6-4EC2-A9D4-AD7A4DB543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110406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3B526-6742-4533-9567-03F0656AE10A}" type="datetimeFigureOut">
              <a:rPr lang="pt-BR" smtClean="0"/>
              <a:t>14/06/2024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2BEE8-94C6-4EC2-A9D4-AD7A4DB543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707849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3B526-6742-4533-9567-03F0656AE10A}" type="datetimeFigureOut">
              <a:rPr lang="pt-BR" smtClean="0"/>
              <a:t>14/06/2024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2BEE8-94C6-4EC2-A9D4-AD7A4DB543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10173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3B526-6742-4533-9567-03F0656AE10A}" type="datetimeFigureOut">
              <a:rPr lang="pt-BR" smtClean="0"/>
              <a:t>14/06/2024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2BEE8-94C6-4EC2-A9D4-AD7A4DB543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969916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pt-BR"/>
              <a:t>Clique para editar os estilos de texto Mestres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3B526-6742-4533-9567-03F0656AE10A}" type="datetimeFigureOut">
              <a:rPr lang="pt-BR" smtClean="0"/>
              <a:t>14/06/2024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2BEE8-94C6-4EC2-A9D4-AD7A4DB543B7}" type="slidenum">
              <a:rPr lang="pt-BR" smtClean="0"/>
              <a:t>‹nº›</a:t>
            </a:fld>
            <a:endParaRPr lang="pt-BR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242048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3B526-6742-4533-9567-03F0656AE10A}" type="datetimeFigureOut">
              <a:rPr lang="pt-BR" smtClean="0"/>
              <a:t>14/06/2024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2BEE8-94C6-4EC2-A9D4-AD7A4DB543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1976105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3B526-6742-4533-9567-03F0656AE10A}" type="datetimeFigureOut">
              <a:rPr lang="pt-BR" smtClean="0"/>
              <a:t>14/06/2024</a:t>
            </a:fld>
            <a:endParaRPr lang="pt-BR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2BEE8-94C6-4EC2-A9D4-AD7A4DB543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55343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 d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3B526-6742-4533-9567-03F0656AE10A}" type="datetimeFigureOut">
              <a:rPr lang="pt-BR" smtClean="0"/>
              <a:t>14/06/2024</a:t>
            </a:fld>
            <a:endParaRPr lang="pt-BR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2BEE8-94C6-4EC2-A9D4-AD7A4DB543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7278231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3B526-6742-4533-9567-03F0656AE10A}" type="datetimeFigureOut">
              <a:rPr lang="pt-BR" smtClean="0"/>
              <a:t>14/06/2024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2BEE8-94C6-4EC2-A9D4-AD7A4DB543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8357437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3B526-6742-4533-9567-03F0656AE10A}" type="datetimeFigureOut">
              <a:rPr lang="pt-BR" smtClean="0"/>
              <a:t>14/06/2024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2BEE8-94C6-4EC2-A9D4-AD7A4DB543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598561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95C3B526-6742-4533-9567-03F0656AE10A}" type="datetimeFigureOut">
              <a:rPr lang="pt-BR" smtClean="0"/>
              <a:t>14/06/2024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42BEE8-94C6-4EC2-A9D4-AD7A4DB543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0523965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06" r:id="rId1"/>
    <p:sldLayoutId id="2147483807" r:id="rId2"/>
    <p:sldLayoutId id="2147483808" r:id="rId3"/>
    <p:sldLayoutId id="2147483809" r:id="rId4"/>
    <p:sldLayoutId id="2147483810" r:id="rId5"/>
    <p:sldLayoutId id="2147483811" r:id="rId6"/>
    <p:sldLayoutId id="2147483812" r:id="rId7"/>
    <p:sldLayoutId id="2147483813" r:id="rId8"/>
    <p:sldLayoutId id="2147483814" r:id="rId9"/>
    <p:sldLayoutId id="2147483815" r:id="rId10"/>
    <p:sldLayoutId id="2147483816" r:id="rId11"/>
    <p:sldLayoutId id="2147483817" r:id="rId12"/>
    <p:sldLayoutId id="2147483818" r:id="rId13"/>
    <p:sldLayoutId id="2147483819" r:id="rId14"/>
    <p:sldLayoutId id="2147483820" r:id="rId15"/>
    <p:sldLayoutId id="2147483821" r:id="rId16"/>
    <p:sldLayoutId id="2147483822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6" Type="http://schemas.openxmlformats.org/officeDocument/2006/relationships/image" Target="../media/image8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slideLayout" Target="../slideLayouts/slideLayout5.xml"/><Relationship Id="rId7" Type="http://schemas.openxmlformats.org/officeDocument/2006/relationships/diagramColors" Target="../diagrams/colors1.xml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4.m4a"/><Relationship Id="rId1" Type="http://schemas.microsoft.com/office/2007/relationships/media" Target="../media/media4.m4a"/><Relationship Id="rId6" Type="http://schemas.openxmlformats.org/officeDocument/2006/relationships/image" Target="../media/image8.png"/><Relationship Id="rId5" Type="http://schemas.openxmlformats.org/officeDocument/2006/relationships/image" Target="../media/image20.png"/><Relationship Id="rId4" Type="http://schemas.openxmlformats.org/officeDocument/2006/relationships/customXml" Target="../ink/ink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audio" Target="../media/media5.m4a"/><Relationship Id="rId1" Type="http://schemas.microsoft.com/office/2007/relationships/media" Target="../media/media5.m4a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audio" Target="../media/media6.m4a"/><Relationship Id="rId1" Type="http://schemas.microsoft.com/office/2007/relationships/media" Target="../media/media6.m4a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B18682AF-D7DD-9F8F-9671-76C18CCFBB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743"/>
            <a:ext cx="3086722" cy="1845005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9D0C9B0D-0882-DBE0-614A-ECB550E13E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36231" y="0"/>
            <a:ext cx="2755769" cy="1845005"/>
          </a:xfrm>
          <a:prstGeom prst="rect">
            <a:avLst/>
          </a:prstGeom>
        </p:spPr>
      </p:pic>
      <p:sp>
        <p:nvSpPr>
          <p:cNvPr id="7" name="Caixa de texto 6">
            <a:extLst>
              <a:ext uri="{FF2B5EF4-FFF2-40B4-BE49-F238E27FC236}">
                <a16:creationId xmlns:a16="http://schemas.microsoft.com/office/drawing/2014/main" id="{D1F62844-03D4-40A4-00AC-9B3FD1BAFC3A}"/>
              </a:ext>
            </a:extLst>
          </p:cNvPr>
          <p:cNvSpPr txBox="1"/>
          <p:nvPr/>
        </p:nvSpPr>
        <p:spPr>
          <a:xfrm>
            <a:off x="3765400" y="2938805"/>
            <a:ext cx="4661199" cy="67710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rtl="0">
              <a:tabLst>
                <a:tab pos="347663" algn="l"/>
              </a:tabLst>
            </a:pPr>
            <a:r>
              <a:rPr lang="pt-BR" sz="4400" b="1" dirty="0">
                <a:solidFill>
                  <a:schemeClr val="bg1"/>
                </a:solidFill>
                <a:latin typeface="+mj-lt"/>
              </a:rPr>
              <a:t>POCOTECH </a:t>
            </a:r>
          </a:p>
        </p:txBody>
      </p:sp>
      <p:sp>
        <p:nvSpPr>
          <p:cNvPr id="8" name="Caixa de texto 20">
            <a:extLst>
              <a:ext uri="{FF2B5EF4-FFF2-40B4-BE49-F238E27FC236}">
                <a16:creationId xmlns:a16="http://schemas.microsoft.com/office/drawing/2014/main" id="{1FA507AA-FF07-851D-9982-1622BE6A9D2A}"/>
              </a:ext>
            </a:extLst>
          </p:cNvPr>
          <p:cNvSpPr txBox="1"/>
          <p:nvPr/>
        </p:nvSpPr>
        <p:spPr>
          <a:xfrm>
            <a:off x="2672526" y="4111760"/>
            <a:ext cx="6846945" cy="155374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rtl="0">
              <a:tabLst>
                <a:tab pos="347663" algn="l"/>
              </a:tabLst>
            </a:pPr>
            <a:r>
              <a:rPr lang="pt-BR" sz="2000" dirty="0">
                <a:solidFill>
                  <a:schemeClr val="bg1"/>
                </a:solidFill>
              </a:rPr>
              <a:t>Vitor de Andrade Ferreira Dias – RM 957132 </a:t>
            </a:r>
          </a:p>
          <a:p>
            <a:pPr algn="ctr" rtl="0">
              <a:tabLst>
                <a:tab pos="347663" algn="l"/>
              </a:tabLst>
            </a:pPr>
            <a:r>
              <a:rPr lang="pt-BR" sz="2000" dirty="0">
                <a:solidFill>
                  <a:schemeClr val="bg1"/>
                </a:solidFill>
              </a:rPr>
              <a:t>Guilherme Macário da Silva - RM: 84057 </a:t>
            </a:r>
          </a:p>
          <a:p>
            <a:pPr algn="ctr" rtl="0">
              <a:tabLst>
                <a:tab pos="347663" algn="l"/>
              </a:tabLst>
            </a:pPr>
            <a:r>
              <a:rPr lang="pt-BR" sz="2000" dirty="0" err="1">
                <a:solidFill>
                  <a:schemeClr val="bg1"/>
                </a:solidFill>
              </a:rPr>
              <a:t>Kaique</a:t>
            </a:r>
            <a:r>
              <a:rPr lang="pt-BR" sz="2000" dirty="0">
                <a:solidFill>
                  <a:schemeClr val="bg1"/>
                </a:solidFill>
              </a:rPr>
              <a:t> Carvalho da Silva - RM: 93040</a:t>
            </a:r>
          </a:p>
          <a:p>
            <a:pPr algn="ctr" rtl="0">
              <a:tabLst>
                <a:tab pos="347663" algn="l"/>
              </a:tabLst>
            </a:pPr>
            <a:r>
              <a:rPr lang="pt-BR" sz="2000" dirty="0" err="1">
                <a:solidFill>
                  <a:schemeClr val="bg1"/>
                </a:solidFill>
              </a:rPr>
              <a:t>Julio</a:t>
            </a:r>
            <a:r>
              <a:rPr lang="pt-BR" sz="2000" dirty="0">
                <a:solidFill>
                  <a:schemeClr val="bg1"/>
                </a:solidFill>
              </a:rPr>
              <a:t> Cesar de Andrade Santana – RM 88100</a:t>
            </a:r>
          </a:p>
          <a:p>
            <a:pPr algn="ctr" rtl="0">
              <a:tabLst>
                <a:tab pos="347663" algn="l"/>
              </a:tabLst>
            </a:pPr>
            <a:r>
              <a:rPr lang="pt-BR" sz="2000" dirty="0">
                <a:solidFill>
                  <a:schemeClr val="bg1"/>
                </a:solidFill>
              </a:rPr>
              <a:t>BENJAMIM LUCAS RODRIGUES GONÇALO - RM96026</a:t>
            </a:r>
          </a:p>
        </p:txBody>
      </p:sp>
      <p:pic>
        <p:nvPicPr>
          <p:cNvPr id="12" name="Áudio 11">
            <a:hlinkClick r:id="" action="ppaction://media"/>
            <a:extLst>
              <a:ext uri="{FF2B5EF4-FFF2-40B4-BE49-F238E27FC236}">
                <a16:creationId xmlns:a16="http://schemas.microsoft.com/office/drawing/2014/main" id="{5EDAF6B7-EDB2-32B8-AFD6-2CE8389EF50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865097445"/>
      </p:ext>
    </p:extLst>
  </p:cSld>
  <p:clrMapOvr>
    <a:masterClrMapping/>
  </p:clrMapOvr>
  <p:transition spd="slow" advTm="5845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2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ítulo 14">
            <a:extLst>
              <a:ext uri="{FF2B5EF4-FFF2-40B4-BE49-F238E27FC236}">
                <a16:creationId xmlns:a16="http://schemas.microsoft.com/office/drawing/2014/main" id="{8A029CF2-7BC6-95ED-5891-2FBE45156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BANCO DE DADOS</a:t>
            </a:r>
            <a:br>
              <a:rPr lang="pt-BR" dirty="0"/>
            </a:br>
            <a:r>
              <a:rPr lang="pt-BR" dirty="0"/>
              <a:t>SQL</a:t>
            </a:r>
          </a:p>
        </p:txBody>
      </p:sp>
      <p:pic>
        <p:nvPicPr>
          <p:cNvPr id="21" name="Imagem 20">
            <a:extLst>
              <a:ext uri="{FF2B5EF4-FFF2-40B4-BE49-F238E27FC236}">
                <a16:creationId xmlns:a16="http://schemas.microsoft.com/office/drawing/2014/main" id="{058E9084-2386-6D4F-89D6-BED969EE15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050" y="2749550"/>
            <a:ext cx="2934109" cy="2876951"/>
          </a:xfrm>
          <a:prstGeom prst="rect">
            <a:avLst/>
          </a:prstGeom>
        </p:spPr>
      </p:pic>
      <p:pic>
        <p:nvPicPr>
          <p:cNvPr id="23" name="Imagem 22">
            <a:extLst>
              <a:ext uri="{FF2B5EF4-FFF2-40B4-BE49-F238E27FC236}">
                <a16:creationId xmlns:a16="http://schemas.microsoft.com/office/drawing/2014/main" id="{5D4E4230-454A-7F50-CF23-F6945FDBEC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8399" y="2749550"/>
            <a:ext cx="2934109" cy="2879363"/>
          </a:xfrm>
          <a:prstGeom prst="rect">
            <a:avLst/>
          </a:prstGeom>
        </p:spPr>
      </p:pic>
      <p:pic>
        <p:nvPicPr>
          <p:cNvPr id="8" name="Áudio 7">
            <a:hlinkClick r:id="" action="ppaction://media"/>
            <a:extLst>
              <a:ext uri="{FF2B5EF4-FFF2-40B4-BE49-F238E27FC236}">
                <a16:creationId xmlns:a16="http://schemas.microsoft.com/office/drawing/2014/main" id="{3A30C33A-2E8A-96E6-3EA0-10DD1BDB0FC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41940411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924"/>
    </mc:Choice>
    <mc:Fallback>
      <p:transition spd="slow" advTm="1092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ítulo 15">
            <a:extLst>
              <a:ext uri="{FF2B5EF4-FFF2-40B4-BE49-F238E27FC236}">
                <a16:creationId xmlns:a16="http://schemas.microsoft.com/office/drawing/2014/main" id="{B6AA5F37-FD27-9118-86C6-E3AA993CB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227" y="261257"/>
            <a:ext cx="5963693" cy="1245826"/>
          </a:xfrm>
        </p:spPr>
        <p:txBody>
          <a:bodyPr/>
          <a:lstStyle/>
          <a:p>
            <a:r>
              <a:rPr lang="pt-BR" dirty="0"/>
              <a:t>Exemplo de ETL</a:t>
            </a:r>
          </a:p>
        </p:txBody>
      </p:sp>
      <p:graphicFrame>
        <p:nvGraphicFramePr>
          <p:cNvPr id="21" name="Espaço Reservado para Conteúdo 20">
            <a:extLst>
              <a:ext uri="{FF2B5EF4-FFF2-40B4-BE49-F238E27FC236}">
                <a16:creationId xmlns:a16="http://schemas.microsoft.com/office/drawing/2014/main" id="{92CA5DA2-8182-F628-8A76-B336DABB250F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818952602"/>
              </p:ext>
            </p:extLst>
          </p:nvPr>
        </p:nvGraphicFramePr>
        <p:xfrm>
          <a:off x="84910" y="2305594"/>
          <a:ext cx="6897188" cy="39507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10" name="Áudio 9">
            <a:hlinkClick r:id="" action="ppaction://media"/>
            <a:extLst>
              <a:ext uri="{FF2B5EF4-FFF2-40B4-BE49-F238E27FC236}">
                <a16:creationId xmlns:a16="http://schemas.microsoft.com/office/drawing/2014/main" id="{67834A25-067F-EF19-86B4-CE6DFB77F05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42143227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6776"/>
    </mc:Choice>
    <mc:Fallback>
      <p:transition spd="slow" advTm="2677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2" name="Tinta 11">
                <a:extLst>
                  <a:ext uri="{FF2B5EF4-FFF2-40B4-BE49-F238E27FC236}">
                    <a16:creationId xmlns:a16="http://schemas.microsoft.com/office/drawing/2014/main" id="{966B8903-2D0B-8DE4-1FCF-DBB2D7354669}"/>
                  </a:ext>
                </a:extLst>
              </p14:cNvPr>
              <p14:cNvContentPartPr/>
              <p14:nvPr/>
            </p14:nvContentPartPr>
            <p14:xfrm>
              <a:off x="1752570" y="1479220"/>
              <a:ext cx="360" cy="360"/>
            </p14:xfrm>
          </p:contentPart>
        </mc:Choice>
        <mc:Fallback xmlns="">
          <p:pic>
            <p:nvPicPr>
              <p:cNvPr id="12" name="Tinta 11">
                <a:extLst>
                  <a:ext uri="{FF2B5EF4-FFF2-40B4-BE49-F238E27FC236}">
                    <a16:creationId xmlns:a16="http://schemas.microsoft.com/office/drawing/2014/main" id="{966B8903-2D0B-8DE4-1FCF-DBB2D735466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743570" y="1470580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Título 15">
            <a:extLst>
              <a:ext uri="{FF2B5EF4-FFF2-40B4-BE49-F238E27FC236}">
                <a16:creationId xmlns:a16="http://schemas.microsoft.com/office/drawing/2014/main" id="{B6AA5F37-FD27-9118-86C6-E3AA993CBA62}"/>
              </a:ext>
            </a:extLst>
          </p:cNvPr>
          <p:cNvSpPr>
            <a:spLocks noGrp="1"/>
          </p:cNvSpPr>
          <p:nvPr/>
        </p:nvSpPr>
        <p:spPr>
          <a:xfrm>
            <a:off x="364603" y="285137"/>
            <a:ext cx="5963693" cy="124582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pt-BR" dirty="0"/>
              <a:t>Exemplo de Extração</a:t>
            </a:r>
          </a:p>
        </p:txBody>
      </p:sp>
      <p:pic>
        <p:nvPicPr>
          <p:cNvPr id="10" name="Áudio 9">
            <a:hlinkClick r:id="" action="ppaction://media"/>
            <a:extLst>
              <a:ext uri="{FF2B5EF4-FFF2-40B4-BE49-F238E27FC236}">
                <a16:creationId xmlns:a16="http://schemas.microsoft.com/office/drawing/2014/main" id="{BE8625EA-09AC-A3FD-3344-86E410C09C5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20775316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5699"/>
    </mc:Choice>
    <mc:Fallback>
      <p:transition spd="slow" advTm="2569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64731EF9-EE25-9E4B-52F1-6B358803DF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Análise de Dados  </a:t>
            </a:r>
            <a:br>
              <a:rPr lang="pt-BR" dirty="0"/>
            </a:br>
            <a:r>
              <a:rPr lang="pt-BR" dirty="0"/>
              <a:t>Controle de Mochilas e Periféricos</a:t>
            </a:r>
          </a:p>
        </p:txBody>
      </p:sp>
      <p:sp>
        <p:nvSpPr>
          <p:cNvPr id="6" name="Título 6">
            <a:extLst>
              <a:ext uri="{FF2B5EF4-FFF2-40B4-BE49-F238E27FC236}">
                <a16:creationId xmlns:a16="http://schemas.microsoft.com/office/drawing/2014/main" id="{429C4C6D-5AE8-FAFB-07EF-C52556886497}"/>
              </a:ext>
            </a:extLst>
          </p:cNvPr>
          <p:cNvSpPr txBox="1">
            <a:spLocks/>
          </p:cNvSpPr>
          <p:nvPr/>
        </p:nvSpPr>
        <p:spPr>
          <a:xfrm>
            <a:off x="779461" y="2728734"/>
            <a:ext cx="9271373" cy="341171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pt-BR" dirty="0"/>
              <a:t>Cronograma </a:t>
            </a:r>
          </a:p>
          <a:p>
            <a:endParaRPr lang="pt-BR" dirty="0"/>
          </a:p>
          <a:p>
            <a:r>
              <a:rPr lang="pt-BR" dirty="0"/>
              <a:t>e Inteligência artificial</a:t>
            </a:r>
          </a:p>
          <a:p>
            <a:r>
              <a:rPr lang="pt-BR" dirty="0"/>
              <a:t> </a:t>
            </a:r>
          </a:p>
          <a:p>
            <a:endParaRPr lang="pt-BR" dirty="0"/>
          </a:p>
          <a:p>
            <a:endParaRPr lang="pt-BR" dirty="0"/>
          </a:p>
        </p:txBody>
      </p:sp>
      <p:pic>
        <p:nvPicPr>
          <p:cNvPr id="11" name="Áudio 10">
            <a:hlinkClick r:id="" action="ppaction://media"/>
            <a:extLst>
              <a:ext uri="{FF2B5EF4-FFF2-40B4-BE49-F238E27FC236}">
                <a16:creationId xmlns:a16="http://schemas.microsoft.com/office/drawing/2014/main" id="{8F1B8E31-05E6-F76E-226B-CB7492A31FF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9232259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6883"/>
    </mc:Choice>
    <mc:Fallback>
      <p:transition spd="slow" advTm="5688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1137BF44-9A01-6FBF-0B27-A9ABF66CB7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2861734"/>
            <a:ext cx="8825657" cy="1915647"/>
          </a:xfrm>
        </p:spPr>
        <p:txBody>
          <a:bodyPr/>
          <a:lstStyle/>
          <a:p>
            <a:r>
              <a:rPr lang="pt-BR" dirty="0"/>
              <a:t>POCOTECH – SANOFI 2024</a:t>
            </a:r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D4FC2C15-564E-5E37-DAE8-D0CDA5D170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pt-BR" sz="3600" b="0" i="0" u="none" strike="noStrike" baseline="0" dirty="0">
                <a:solidFill>
                  <a:srgbClr val="EC1C5A"/>
                </a:solidFill>
                <a:latin typeface="Calibri" panose="020F0502020204030204" pitchFamily="34" charset="0"/>
              </a:rPr>
              <a:t>Inteligência Artificial e Computacional</a:t>
            </a:r>
            <a:endParaRPr lang="pt-BR" sz="3600" dirty="0"/>
          </a:p>
        </p:txBody>
      </p:sp>
      <p:pic>
        <p:nvPicPr>
          <p:cNvPr id="5" name="Áudio 4">
            <a:hlinkClick r:id="" action="ppaction://media"/>
            <a:extLst>
              <a:ext uri="{FF2B5EF4-FFF2-40B4-BE49-F238E27FC236}">
                <a16:creationId xmlns:a16="http://schemas.microsoft.com/office/drawing/2014/main" id="{0A8503DA-2B70-4A22-32A2-369CD6D00C5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  <p:sp>
        <p:nvSpPr>
          <p:cNvPr id="10" name="Retângulo 9">
            <a:extLst>
              <a:ext uri="{FF2B5EF4-FFF2-40B4-BE49-F238E27FC236}">
                <a16:creationId xmlns:a16="http://schemas.microsoft.com/office/drawing/2014/main" id="{F921CAA2-0A13-946A-446E-0E23D3822227}"/>
              </a:ext>
            </a:extLst>
          </p:cNvPr>
          <p:cNvSpPr/>
          <p:nvPr/>
        </p:nvSpPr>
        <p:spPr>
          <a:xfrm>
            <a:off x="151654" y="512333"/>
            <a:ext cx="8624046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40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SOLUÇ</a:t>
            </a:r>
            <a:r>
              <a:rPr lang="pt-BR" sz="40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ÃO QUE SE ADAPTA</a:t>
            </a:r>
            <a:endParaRPr lang="pt-BR" sz="40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E1CE9EFA-66D6-E3F2-519C-3CD953987D53}"/>
              </a:ext>
            </a:extLst>
          </p:cNvPr>
          <p:cNvSpPr/>
          <p:nvPr/>
        </p:nvSpPr>
        <p:spPr>
          <a:xfrm>
            <a:off x="151654" y="1372734"/>
            <a:ext cx="11164046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40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Tornar o trabalho menos </a:t>
            </a:r>
            <a:r>
              <a:rPr lang="pt-BR" sz="4000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burocratico</a:t>
            </a:r>
            <a:endParaRPr lang="pt-BR" sz="40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142801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4956"/>
    </mc:Choice>
    <mc:Fallback>
      <p:transition spd="slow" advTm="6495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Íon">
  <a:themeElements>
    <a:clrScheme name="Í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Í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Í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206</TotalTime>
  <Words>81</Words>
  <Application>Microsoft Office PowerPoint</Application>
  <PresentationFormat>Widescreen</PresentationFormat>
  <Paragraphs>18</Paragraphs>
  <Slides>6</Slides>
  <Notes>0</Notes>
  <HiddenSlides>0</HiddenSlides>
  <MMClips>6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11" baseType="lpstr">
      <vt:lpstr>Aptos</vt:lpstr>
      <vt:lpstr>Calibri</vt:lpstr>
      <vt:lpstr>Century Gothic</vt:lpstr>
      <vt:lpstr>Wingdings 3</vt:lpstr>
      <vt:lpstr>Íon</vt:lpstr>
      <vt:lpstr>Apresentação do PowerPoint</vt:lpstr>
      <vt:lpstr>BANCO DE DADOS SQL</vt:lpstr>
      <vt:lpstr>Exemplo de ETL</vt:lpstr>
      <vt:lpstr>Apresentação do PowerPoint</vt:lpstr>
      <vt:lpstr>Análise de Dados   Controle de Mochilas e Periféricos</vt:lpstr>
      <vt:lpstr>POCOTECH – SANOFI 2024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Guilherme Macario</dc:creator>
  <cp:lastModifiedBy>Guilherme Macario</cp:lastModifiedBy>
  <cp:revision>5</cp:revision>
  <dcterms:created xsi:type="dcterms:W3CDTF">2024-05-18T22:22:41Z</dcterms:created>
  <dcterms:modified xsi:type="dcterms:W3CDTF">2024-06-14T19:21:55Z</dcterms:modified>
</cp:coreProperties>
</file>
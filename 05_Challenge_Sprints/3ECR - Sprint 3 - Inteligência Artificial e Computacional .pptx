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.xml" ContentType="application/vnd.openxmlformats-officedocument.presentationml.tags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9"/>
  </p:notesMasterIdLst>
  <p:sldIdLst>
    <p:sldId id="256" r:id="rId2"/>
    <p:sldId id="285" r:id="rId3"/>
    <p:sldId id="286" r:id="rId4"/>
    <p:sldId id="283" r:id="rId5"/>
    <p:sldId id="282" r:id="rId6"/>
    <p:sldId id="288" r:id="rId7"/>
    <p:sldId id="28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777877-FFCA-45C0-BC67-27BFCC529F31}" v="73" dt="2024-09-29T19:22:37.837"/>
    <p1510:client id="{E2846881-AA9D-4A80-9544-7E000557ABED}" v="15" dt="2024-09-29T19:58:56.1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5" autoAdjust="0"/>
    <p:restoredTop sz="94688" autoAdjust="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herme Macario" userId="f7d209c4a899cfcf" providerId="LiveId" clId="{E2846881-AA9D-4A80-9544-7E000557ABED}"/>
    <pc:docChg chg="undo custSel modSld">
      <pc:chgData name="Guilherme Macario" userId="f7d209c4a899cfcf" providerId="LiveId" clId="{E2846881-AA9D-4A80-9544-7E000557ABED}" dt="2024-09-29T20:00:58.995" v="239" actId="20577"/>
      <pc:docMkLst>
        <pc:docMk/>
      </pc:docMkLst>
      <pc:sldChg chg="addSp delSp modSp mod modTransition modAnim">
        <pc:chgData name="Guilherme Macario" userId="f7d209c4a899cfcf" providerId="LiveId" clId="{E2846881-AA9D-4A80-9544-7E000557ABED}" dt="2024-09-29T19:57:36.984" v="76"/>
        <pc:sldMkLst>
          <pc:docMk/>
          <pc:sldMk cId="3923225915" sldId="282"/>
        </pc:sldMkLst>
        <pc:picChg chg="add del mod ord">
          <ac:chgData name="Guilherme Macario" userId="f7d209c4a899cfcf" providerId="LiveId" clId="{E2846881-AA9D-4A80-9544-7E000557ABED}" dt="2024-09-29T19:57:36.984" v="76"/>
          <ac:picMkLst>
            <pc:docMk/>
            <pc:sldMk cId="3923225915" sldId="282"/>
            <ac:picMk id="6" creationId="{FD766FE4-3093-3A3A-1794-0F923F44A0E3}"/>
          </ac:picMkLst>
        </pc:picChg>
        <pc:picChg chg="add mod">
          <ac:chgData name="Guilherme Macario" userId="f7d209c4a899cfcf" providerId="LiveId" clId="{E2846881-AA9D-4A80-9544-7E000557ABED}" dt="2024-09-29T19:57:36.984" v="76"/>
          <ac:picMkLst>
            <pc:docMk/>
            <pc:sldMk cId="3923225915" sldId="282"/>
            <ac:picMk id="7" creationId="{A5800139-9C70-7142-5E50-F7680677D8F3}"/>
          </ac:picMkLst>
        </pc:picChg>
        <pc:picChg chg="del">
          <ac:chgData name="Guilherme Macario" userId="f7d209c4a899cfcf" providerId="LiveId" clId="{E2846881-AA9D-4A80-9544-7E000557ABED}" dt="2024-09-29T19:56:00.701" v="75"/>
          <ac:picMkLst>
            <pc:docMk/>
            <pc:sldMk cId="3923225915" sldId="282"/>
            <ac:picMk id="15" creationId="{354B6D48-1205-0EC8-CC77-809CF8C8157E}"/>
          </ac:picMkLst>
        </pc:picChg>
      </pc:sldChg>
      <pc:sldChg chg="addSp delSp modSp mod modTransition delAnim">
        <pc:chgData name="Guilherme Macario" userId="f7d209c4a899cfcf" providerId="LiveId" clId="{E2846881-AA9D-4A80-9544-7E000557ABED}" dt="2024-09-29T19:55:55.182" v="73"/>
        <pc:sldMkLst>
          <pc:docMk/>
          <pc:sldMk cId="2077531642" sldId="283"/>
        </pc:sldMkLst>
        <pc:picChg chg="add del mod">
          <ac:chgData name="Guilherme Macario" userId="f7d209c4a899cfcf" providerId="LiveId" clId="{E2846881-AA9D-4A80-9544-7E000557ABED}" dt="2024-09-29T19:55:55.182" v="73"/>
          <ac:picMkLst>
            <pc:docMk/>
            <pc:sldMk cId="2077531642" sldId="283"/>
            <ac:picMk id="7" creationId="{3F735568-F813-2E0A-6395-F857FA89567F}"/>
          </ac:picMkLst>
        </pc:picChg>
        <pc:picChg chg="del">
          <ac:chgData name="Guilherme Macario" userId="f7d209c4a899cfcf" providerId="LiveId" clId="{E2846881-AA9D-4A80-9544-7E000557ABED}" dt="2024-09-29T19:54:57.796" v="70" actId="478"/>
          <ac:picMkLst>
            <pc:docMk/>
            <pc:sldMk cId="2077531642" sldId="283"/>
            <ac:picMk id="8" creationId="{CD506038-5875-4DDA-B050-602153A384DA}"/>
          </ac:picMkLst>
        </pc:picChg>
        <pc:picChg chg="add mod">
          <ac:chgData name="Guilherme Macario" userId="f7d209c4a899cfcf" providerId="LiveId" clId="{E2846881-AA9D-4A80-9544-7E000557ABED}" dt="2024-09-29T19:55:55.182" v="73"/>
          <ac:picMkLst>
            <pc:docMk/>
            <pc:sldMk cId="2077531642" sldId="283"/>
            <ac:picMk id="9" creationId="{429525C1-60F2-4C11-D8AC-09897A48B02A}"/>
          </ac:picMkLst>
        </pc:picChg>
      </pc:sldChg>
      <pc:sldChg chg="addSp delSp modSp mod modTransition delAnim">
        <pc:chgData name="Guilherme Macario" userId="f7d209c4a899cfcf" providerId="LiveId" clId="{E2846881-AA9D-4A80-9544-7E000557ABED}" dt="2024-09-29T19:53:20.914" v="66"/>
        <pc:sldMkLst>
          <pc:docMk/>
          <pc:sldMk cId="4214322796" sldId="285"/>
        </pc:sldMkLst>
        <pc:spChg chg="add mod">
          <ac:chgData name="Guilherme Macario" userId="f7d209c4a899cfcf" providerId="LiveId" clId="{E2846881-AA9D-4A80-9544-7E000557ABED}" dt="2024-09-29T19:48:51.483" v="58" actId="255"/>
          <ac:spMkLst>
            <pc:docMk/>
            <pc:sldMk cId="4214322796" sldId="285"/>
            <ac:spMk id="2" creationId="{9611D482-6301-684F-EEFD-CA15BF12F066}"/>
          </ac:spMkLst>
        </pc:spChg>
        <pc:spChg chg="mod">
          <ac:chgData name="Guilherme Macario" userId="f7d209c4a899cfcf" providerId="LiveId" clId="{E2846881-AA9D-4A80-9544-7E000557ABED}" dt="2024-09-29T19:48:59.620" v="59" actId="255"/>
          <ac:spMkLst>
            <pc:docMk/>
            <pc:sldMk cId="4214322796" sldId="285"/>
            <ac:spMk id="16" creationId="{B6AA5F37-FD27-9118-86C6-E3AA993CBA62}"/>
          </ac:spMkLst>
        </pc:spChg>
        <pc:picChg chg="add del mod">
          <ac:chgData name="Guilherme Macario" userId="f7d209c4a899cfcf" providerId="LiveId" clId="{E2846881-AA9D-4A80-9544-7E000557ABED}" dt="2024-09-29T19:51:31.465" v="63"/>
          <ac:picMkLst>
            <pc:docMk/>
            <pc:sldMk cId="4214322796" sldId="285"/>
            <ac:picMk id="8" creationId="{3D514F3A-0752-6489-0AC0-3D8F8375C47D}"/>
          </ac:picMkLst>
        </pc:picChg>
        <pc:picChg chg="del">
          <ac:chgData name="Guilherme Macario" userId="f7d209c4a899cfcf" providerId="LiveId" clId="{E2846881-AA9D-4A80-9544-7E000557ABED}" dt="2024-09-29T19:50:59.296" v="60" actId="478"/>
          <ac:picMkLst>
            <pc:docMk/>
            <pc:sldMk cId="4214322796" sldId="285"/>
            <ac:picMk id="20" creationId="{82564C0B-BDA4-944C-F63F-120DF0271A2E}"/>
          </ac:picMkLst>
        </pc:picChg>
        <pc:picChg chg="add del mod">
          <ac:chgData name="Guilherme Macario" userId="f7d209c4a899cfcf" providerId="LiveId" clId="{E2846881-AA9D-4A80-9544-7E000557ABED}" dt="2024-09-29T19:53:20.914" v="66"/>
          <ac:picMkLst>
            <pc:docMk/>
            <pc:sldMk cId="4214322796" sldId="285"/>
            <ac:picMk id="23" creationId="{ED675C86-43B6-61D2-CC35-4D52358A760D}"/>
          </ac:picMkLst>
        </pc:picChg>
        <pc:picChg chg="add mod">
          <ac:chgData name="Guilherme Macario" userId="f7d209c4a899cfcf" providerId="LiveId" clId="{E2846881-AA9D-4A80-9544-7E000557ABED}" dt="2024-09-29T19:53:20.914" v="66"/>
          <ac:picMkLst>
            <pc:docMk/>
            <pc:sldMk cId="4214322796" sldId="285"/>
            <ac:picMk id="24" creationId="{EA650353-F8F6-650F-5FFF-E2621CDF1072}"/>
          </ac:picMkLst>
        </pc:picChg>
      </pc:sldChg>
      <pc:sldChg chg="addSp delSp modSp mod modTransition modAnim">
        <pc:chgData name="Guilherme Macario" userId="f7d209c4a899cfcf" providerId="LiveId" clId="{E2846881-AA9D-4A80-9544-7E000557ABED}" dt="2024-09-29T19:54:20.512" v="69"/>
        <pc:sldMkLst>
          <pc:docMk/>
          <pc:sldMk cId="4194041164" sldId="286"/>
        </pc:sldMkLst>
        <pc:picChg chg="add del mod ord">
          <ac:chgData name="Guilherme Macario" userId="f7d209c4a899cfcf" providerId="LiveId" clId="{E2846881-AA9D-4A80-9544-7E000557ABED}" dt="2024-09-29T19:54:20.512" v="69"/>
          <ac:picMkLst>
            <pc:docMk/>
            <pc:sldMk cId="4194041164" sldId="286"/>
            <ac:picMk id="8" creationId="{F692BBDB-7A52-CBF5-99EB-AEE3A397A9F7}"/>
          </ac:picMkLst>
        </pc:picChg>
        <pc:picChg chg="add mod">
          <ac:chgData name="Guilherme Macario" userId="f7d209c4a899cfcf" providerId="LiveId" clId="{E2846881-AA9D-4A80-9544-7E000557ABED}" dt="2024-09-29T19:54:20.512" v="69"/>
          <ac:picMkLst>
            <pc:docMk/>
            <pc:sldMk cId="4194041164" sldId="286"/>
            <ac:picMk id="9" creationId="{F95ED26C-FF57-ACD0-AD3C-9F218C46DC31}"/>
          </ac:picMkLst>
        </pc:picChg>
        <pc:picChg chg="del">
          <ac:chgData name="Guilherme Macario" userId="f7d209c4a899cfcf" providerId="LiveId" clId="{E2846881-AA9D-4A80-9544-7E000557ABED}" dt="2024-09-29T19:53:29.654" v="68"/>
          <ac:picMkLst>
            <pc:docMk/>
            <pc:sldMk cId="4194041164" sldId="286"/>
            <ac:picMk id="18" creationId="{14A10025-E3D1-840A-D788-A8E1AAC0E39C}"/>
          </ac:picMkLst>
        </pc:picChg>
      </pc:sldChg>
      <pc:sldChg chg="addSp delSp modSp mod modTransition modAnim">
        <pc:chgData name="Guilherme Macario" userId="f7d209c4a899cfcf" providerId="LiveId" clId="{E2846881-AA9D-4A80-9544-7E000557ABED}" dt="2024-09-29T20:00:58.995" v="239" actId="20577"/>
        <pc:sldMkLst>
          <pc:docMk/>
          <pc:sldMk cId="114280100" sldId="287"/>
        </pc:sldMkLst>
        <pc:spChg chg="mod">
          <ac:chgData name="Guilherme Macario" userId="f7d209c4a899cfcf" providerId="LiveId" clId="{E2846881-AA9D-4A80-9544-7E000557ABED}" dt="2024-09-29T20:00:58.995" v="239" actId="20577"/>
          <ac:spMkLst>
            <pc:docMk/>
            <pc:sldMk cId="114280100" sldId="287"/>
            <ac:spMk id="2" creationId="{DE1396A5-8E90-6B4F-07E4-C61C73610EC2}"/>
          </ac:spMkLst>
        </pc:spChg>
        <pc:spChg chg="mod">
          <ac:chgData name="Guilherme Macario" userId="f7d209c4a899cfcf" providerId="LiveId" clId="{E2846881-AA9D-4A80-9544-7E000557ABED}" dt="2024-09-29T20:00:23.764" v="139" actId="20577"/>
          <ac:spMkLst>
            <pc:docMk/>
            <pc:sldMk cId="114280100" sldId="287"/>
            <ac:spMk id="6" creationId="{D4FC2C15-564E-5E37-DAE8-D0CDA5D170D8}"/>
          </ac:spMkLst>
        </pc:spChg>
        <pc:picChg chg="add del mod ord">
          <ac:chgData name="Guilherme Macario" userId="f7d209c4a899cfcf" providerId="LiveId" clId="{E2846881-AA9D-4A80-9544-7E000557ABED}" dt="2024-09-29T19:58:56.141" v="82"/>
          <ac:picMkLst>
            <pc:docMk/>
            <pc:sldMk cId="114280100" sldId="287"/>
            <ac:picMk id="5" creationId="{B536C628-7C45-43FA-7799-5BD5BBBF03BE}"/>
          </ac:picMkLst>
        </pc:picChg>
        <pc:picChg chg="add mod">
          <ac:chgData name="Guilherme Macario" userId="f7d209c4a899cfcf" providerId="LiveId" clId="{E2846881-AA9D-4A80-9544-7E000557ABED}" dt="2024-09-29T19:58:56.141" v="82"/>
          <ac:picMkLst>
            <pc:docMk/>
            <pc:sldMk cId="114280100" sldId="287"/>
            <ac:picMk id="7" creationId="{1E704E2D-AD86-79E0-D8A8-CB1701F1DA12}"/>
          </ac:picMkLst>
        </pc:picChg>
        <pc:picChg chg="del">
          <ac:chgData name="Guilherme Macario" userId="f7d209c4a899cfcf" providerId="LiveId" clId="{E2846881-AA9D-4A80-9544-7E000557ABED}" dt="2024-09-29T19:58:29.527" v="81"/>
          <ac:picMkLst>
            <pc:docMk/>
            <pc:sldMk cId="114280100" sldId="287"/>
            <ac:picMk id="8" creationId="{4F4626B5-0D84-ECC8-07BB-ADE90117C411}"/>
          </ac:picMkLst>
        </pc:picChg>
      </pc:sldChg>
      <pc:sldChg chg="addSp delSp modSp mod modTransition modAnim">
        <pc:chgData name="Guilherme Macario" userId="f7d209c4a899cfcf" providerId="LiveId" clId="{E2846881-AA9D-4A80-9544-7E000557ABED}" dt="2024-09-29T19:58:24.435" v="79"/>
        <pc:sldMkLst>
          <pc:docMk/>
          <pc:sldMk cId="376887899" sldId="288"/>
        </pc:sldMkLst>
        <pc:picChg chg="add del mod ord">
          <ac:chgData name="Guilherme Macario" userId="f7d209c4a899cfcf" providerId="LiveId" clId="{E2846881-AA9D-4A80-9544-7E000557ABED}" dt="2024-09-29T19:58:24.435" v="79"/>
          <ac:picMkLst>
            <pc:docMk/>
            <pc:sldMk cId="376887899" sldId="288"/>
            <ac:picMk id="3" creationId="{C9AC0027-69C3-E8E9-9F75-35280781EEE3}"/>
          </ac:picMkLst>
        </pc:picChg>
        <pc:picChg chg="add mod">
          <ac:chgData name="Guilherme Macario" userId="f7d209c4a899cfcf" providerId="LiveId" clId="{E2846881-AA9D-4A80-9544-7E000557ABED}" dt="2024-09-29T19:58:24.435" v="79"/>
          <ac:picMkLst>
            <pc:docMk/>
            <pc:sldMk cId="376887899" sldId="288"/>
            <ac:picMk id="4" creationId="{0CA1DEDB-F0DE-4A3D-337D-8D46AC345F74}"/>
          </ac:picMkLst>
        </pc:picChg>
        <pc:picChg chg="del">
          <ac:chgData name="Guilherme Macario" userId="f7d209c4a899cfcf" providerId="LiveId" clId="{E2846881-AA9D-4A80-9544-7E000557ABED}" dt="2024-09-29T19:57:45.244" v="78"/>
          <ac:picMkLst>
            <pc:docMk/>
            <pc:sldMk cId="376887899" sldId="288"/>
            <ac:picMk id="13" creationId="{0E97F0E9-A3DA-5A50-2EE0-33EED8433E61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94BD28-1993-4917-831D-B1DED4A0BE5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FF6C1FB-681F-4296-986B-798FDA78DAA0}" type="pres">
      <dgm:prSet presAssocID="{CB94BD28-1993-4917-831D-B1DED4A0BE57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67251782-B6E2-498C-9492-8518A08F11ED}" type="presOf" srcId="{CB94BD28-1993-4917-831D-B1DED4A0BE57}" destId="{BFF6C1FB-681F-4296-986B-798FDA78DAA0}" srcOrd="0" destOrd="0" presId="urn:microsoft.com/office/officeart/2005/8/layout/vList5"/>
  </dgm:cxnLst>
  <dgm:bg>
    <a:blipFill>
      <a:blip xmlns:r="http://schemas.openxmlformats.org/officeDocument/2006/relationships" r:embed="rId1">
        <a:extLst>
          <a:ext uri="{96DAC541-7B7A-43D3-8B79-37D633B846F1}">
            <asvg:svgBlip xmlns:asvg="http://schemas.microsoft.com/office/drawing/2016/SVG/main" r:embed="rId2"/>
          </a:ext>
        </a:extLst>
      </a:blip>
      <a:stretch>
        <a:fillRect/>
      </a:stretch>
    </a:blipFill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8T23:05:33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C7617C-B373-4523-802F-C83E419317BF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057BB7-C63D-47FC-A750-13C9BFA35B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5410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8688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9619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0773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6885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9559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991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7481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1040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0784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1017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6991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24204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97610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5534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7823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35743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9856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5C3B526-6742-4533-9567-03F0656AE10A}" type="datetimeFigureOut">
              <a:rPr lang="pt-BR" smtClean="0"/>
              <a:t>29/09/2024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52396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  <p:sldLayoutId id="2147483820" r:id="rId15"/>
    <p:sldLayoutId id="2147483821" r:id="rId16"/>
    <p:sldLayoutId id="214748382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openxmlformats.org/officeDocument/2006/relationships/image" Target="../media/image15.png"/><Relationship Id="rId3" Type="http://schemas.openxmlformats.org/officeDocument/2006/relationships/slideLayout" Target="../slideLayouts/slideLayout5.xml"/><Relationship Id="rId7" Type="http://schemas.openxmlformats.org/officeDocument/2006/relationships/diagramColors" Target="../diagrams/colors1.xml"/><Relationship Id="rId12" Type="http://schemas.openxmlformats.org/officeDocument/2006/relationships/image" Target="../media/image14.svg"/><Relationship Id="rId17" Type="http://schemas.openxmlformats.org/officeDocument/2006/relationships/image" Target="../media/image8.png"/><Relationship Id="rId2" Type="http://schemas.openxmlformats.org/officeDocument/2006/relationships/audio" Target="../media/media2.m4a"/><Relationship Id="rId16" Type="http://schemas.openxmlformats.org/officeDocument/2006/relationships/image" Target="../media/image18.svg"/><Relationship Id="rId1" Type="http://schemas.microsoft.com/office/2007/relationships/media" Target="../media/media2.m4a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13.png"/><Relationship Id="rId5" Type="http://schemas.openxmlformats.org/officeDocument/2006/relationships/diagramLayout" Target="../diagrams/layout1.xml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diagramData" Target="../diagrams/data1.xml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audio" Target="../media/media3.m4a"/><Relationship Id="rId7" Type="http://schemas.openxmlformats.org/officeDocument/2006/relationships/image" Target="../media/image20.png"/><Relationship Id="rId2" Type="http://schemas.microsoft.com/office/2007/relationships/media" Target="../media/media3.m4a"/><Relationship Id="rId1" Type="http://schemas.openxmlformats.org/officeDocument/2006/relationships/tags" Target="../tags/tag1.xml"/><Relationship Id="rId6" Type="http://schemas.openxmlformats.org/officeDocument/2006/relationships/image" Target="../media/image19.png"/><Relationship Id="rId5" Type="http://schemas.microsoft.com/office/2017/06/relationships/model3d" Target="../media/model3d1.glb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17/06/relationships/model3d" Target="../media/model3d2.glb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3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22.png"/><Relationship Id="rId5" Type="http://schemas.openxmlformats.org/officeDocument/2006/relationships/image" Target="../media/image200.png"/><Relationship Id="rId10" Type="http://schemas.openxmlformats.org/officeDocument/2006/relationships/image" Target="../media/image8.png"/><Relationship Id="rId4" Type="http://schemas.openxmlformats.org/officeDocument/2006/relationships/customXml" Target="../ink/ink1.xml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8.png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8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18682AF-D7DD-9F8F-9671-76C18CCFBB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43"/>
            <a:ext cx="3086722" cy="184500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D0C9B0D-0882-DBE0-614A-ECB550E13E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231" y="0"/>
            <a:ext cx="2755769" cy="1845005"/>
          </a:xfrm>
          <a:prstGeom prst="rect">
            <a:avLst/>
          </a:prstGeom>
        </p:spPr>
      </p:pic>
      <p:sp>
        <p:nvSpPr>
          <p:cNvPr id="7" name="Caixa de texto 6">
            <a:extLst>
              <a:ext uri="{FF2B5EF4-FFF2-40B4-BE49-F238E27FC236}">
                <a16:creationId xmlns:a16="http://schemas.microsoft.com/office/drawing/2014/main" id="{D1F62844-03D4-40A4-00AC-9B3FD1BAFC3A}"/>
              </a:ext>
            </a:extLst>
          </p:cNvPr>
          <p:cNvSpPr txBox="1"/>
          <p:nvPr/>
        </p:nvSpPr>
        <p:spPr>
          <a:xfrm>
            <a:off x="3765400" y="2938805"/>
            <a:ext cx="4661199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tabLst>
                <a:tab pos="347663" algn="l"/>
              </a:tabLst>
            </a:pPr>
            <a:r>
              <a:rPr lang="pt-BR" sz="4400" b="1" dirty="0">
                <a:solidFill>
                  <a:schemeClr val="bg1"/>
                </a:solidFill>
                <a:latin typeface="+mj-lt"/>
              </a:rPr>
              <a:t>POCOTECH </a:t>
            </a:r>
          </a:p>
        </p:txBody>
      </p:sp>
      <p:sp>
        <p:nvSpPr>
          <p:cNvPr id="8" name="Caixa de texto 20">
            <a:extLst>
              <a:ext uri="{FF2B5EF4-FFF2-40B4-BE49-F238E27FC236}">
                <a16:creationId xmlns:a16="http://schemas.microsoft.com/office/drawing/2014/main" id="{1FA507AA-FF07-851D-9982-1622BE6A9D2A}"/>
              </a:ext>
            </a:extLst>
          </p:cNvPr>
          <p:cNvSpPr txBox="1"/>
          <p:nvPr/>
        </p:nvSpPr>
        <p:spPr>
          <a:xfrm>
            <a:off x="2672526" y="4111760"/>
            <a:ext cx="6846945" cy="1553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tabLst>
                <a:tab pos="347663" algn="l"/>
              </a:tabLst>
            </a:pPr>
            <a:r>
              <a:rPr lang="pt-BR" sz="2000" dirty="0">
                <a:solidFill>
                  <a:schemeClr val="bg1"/>
                </a:solidFill>
              </a:rPr>
              <a:t>Vitor de Andrade Ferreira Dias – RM 957132 </a:t>
            </a:r>
          </a:p>
          <a:p>
            <a:pPr algn="ctr" rtl="0">
              <a:tabLst>
                <a:tab pos="347663" algn="l"/>
              </a:tabLst>
            </a:pPr>
            <a:r>
              <a:rPr lang="pt-BR" sz="2000" dirty="0">
                <a:solidFill>
                  <a:schemeClr val="bg1"/>
                </a:solidFill>
              </a:rPr>
              <a:t>Guilherme Macário da Silva - RM: 84057 </a:t>
            </a:r>
          </a:p>
          <a:p>
            <a:pPr algn="ctr" rtl="0">
              <a:tabLst>
                <a:tab pos="347663" algn="l"/>
              </a:tabLst>
            </a:pPr>
            <a:r>
              <a:rPr lang="pt-BR" sz="2000" dirty="0" err="1">
                <a:solidFill>
                  <a:schemeClr val="bg1"/>
                </a:solidFill>
              </a:rPr>
              <a:t>Kaique</a:t>
            </a:r>
            <a:r>
              <a:rPr lang="pt-BR" sz="2000" dirty="0">
                <a:solidFill>
                  <a:schemeClr val="bg1"/>
                </a:solidFill>
              </a:rPr>
              <a:t> Carvalho da Silva - RM: 93040</a:t>
            </a:r>
          </a:p>
          <a:p>
            <a:pPr algn="ctr" rtl="0">
              <a:tabLst>
                <a:tab pos="347663" algn="l"/>
              </a:tabLst>
            </a:pPr>
            <a:r>
              <a:rPr lang="pt-BR" sz="2000" dirty="0" err="1">
                <a:solidFill>
                  <a:schemeClr val="bg1"/>
                </a:solidFill>
              </a:rPr>
              <a:t>Julio</a:t>
            </a:r>
            <a:r>
              <a:rPr lang="pt-BR" sz="2000" dirty="0">
                <a:solidFill>
                  <a:schemeClr val="bg1"/>
                </a:solidFill>
              </a:rPr>
              <a:t> Cesar de Andrade Santana – RM 88100</a:t>
            </a:r>
          </a:p>
          <a:p>
            <a:pPr algn="ctr" rtl="0">
              <a:tabLst>
                <a:tab pos="347663" algn="l"/>
              </a:tabLst>
            </a:pPr>
            <a:r>
              <a:rPr lang="pt-BR" sz="2000" dirty="0">
                <a:solidFill>
                  <a:schemeClr val="bg1"/>
                </a:solidFill>
              </a:rPr>
              <a:t>BENJAMIM LUCAS RODRIGUES GONÇALO - RM96026</a:t>
            </a:r>
          </a:p>
        </p:txBody>
      </p:sp>
      <p:pic>
        <p:nvPicPr>
          <p:cNvPr id="11" name="Áudio 10">
            <a:hlinkClick r:id="" action="ppaction://media"/>
            <a:extLst>
              <a:ext uri="{FF2B5EF4-FFF2-40B4-BE49-F238E27FC236}">
                <a16:creationId xmlns:a16="http://schemas.microsoft.com/office/drawing/2014/main" id="{19EB7223-6511-3E8F-821D-925333B8F75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65097445"/>
      </p:ext>
    </p:extLst>
  </p:cSld>
  <p:clrMapOvr>
    <a:masterClrMapping/>
  </p:clrMapOvr>
  <p:transition spd="slow" advTm="8693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5">
            <a:extLst>
              <a:ext uri="{FF2B5EF4-FFF2-40B4-BE49-F238E27FC236}">
                <a16:creationId xmlns:a16="http://schemas.microsoft.com/office/drawing/2014/main" id="{B6AA5F37-FD27-9118-86C6-E3AA993CB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27" y="261257"/>
            <a:ext cx="9512073" cy="805543"/>
          </a:xfrm>
        </p:spPr>
        <p:txBody>
          <a:bodyPr/>
          <a:lstStyle/>
          <a:p>
            <a:r>
              <a:rPr lang="pt-BR" sz="3200" dirty="0"/>
              <a:t>Nosso projeto – Malas e  periféricos </a:t>
            </a:r>
          </a:p>
        </p:txBody>
      </p:sp>
      <p:graphicFrame>
        <p:nvGraphicFramePr>
          <p:cNvPr id="21" name="Espaço Reservado para Conteúdo 20">
            <a:extLst>
              <a:ext uri="{FF2B5EF4-FFF2-40B4-BE49-F238E27FC236}">
                <a16:creationId xmlns:a16="http://schemas.microsoft.com/office/drawing/2014/main" id="{92CA5DA2-8182-F628-8A76-B336DABB250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33634098"/>
              </p:ext>
            </p:extLst>
          </p:nvPr>
        </p:nvGraphicFramePr>
        <p:xfrm>
          <a:off x="254226" y="4337050"/>
          <a:ext cx="1422174" cy="979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Retângulo 3">
            <a:extLst>
              <a:ext uri="{FF2B5EF4-FFF2-40B4-BE49-F238E27FC236}">
                <a16:creationId xmlns:a16="http://schemas.microsoft.com/office/drawing/2014/main" id="{59F638D7-E771-D55C-52FA-A761BAAABFFD}"/>
              </a:ext>
            </a:extLst>
          </p:cNvPr>
          <p:cNvSpPr/>
          <p:nvPr/>
        </p:nvSpPr>
        <p:spPr>
          <a:xfrm>
            <a:off x="254227" y="1917700"/>
            <a:ext cx="1422173" cy="22542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OBDC</a:t>
            </a:r>
          </a:p>
        </p:txBody>
      </p:sp>
      <p:pic>
        <p:nvPicPr>
          <p:cNvPr id="5" name="Espaço Reservado para Imagem 100" descr="Internet das Coisas com preenchimento sólido">
            <a:extLst>
              <a:ext uri="{FF2B5EF4-FFF2-40B4-BE49-F238E27FC236}">
                <a16:creationId xmlns:a16="http://schemas.microsoft.com/office/drawing/2014/main" id="{7E41A082-4C2E-2700-E22F-FC72C8CB17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p:blipFill>
        <p:spPr>
          <a:xfrm>
            <a:off x="2064415" y="4483894"/>
            <a:ext cx="1422172" cy="68580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A0BD9415-6C4A-6E0D-02AA-12F34C0D4DC1}"/>
              </a:ext>
            </a:extLst>
          </p:cNvPr>
          <p:cNvSpPr/>
          <p:nvPr/>
        </p:nvSpPr>
        <p:spPr>
          <a:xfrm>
            <a:off x="2064415" y="1906293"/>
            <a:ext cx="1422173" cy="22542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SAP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F3C5612-1ABF-6F0B-7D66-847385C59C3B}"/>
              </a:ext>
            </a:extLst>
          </p:cNvPr>
          <p:cNvSpPr/>
          <p:nvPr/>
        </p:nvSpPr>
        <p:spPr>
          <a:xfrm>
            <a:off x="7799325" y="1906293"/>
            <a:ext cx="1422173" cy="22542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EXCEL</a:t>
            </a:r>
          </a:p>
        </p:txBody>
      </p:sp>
      <p:pic>
        <p:nvPicPr>
          <p:cNvPr id="9" name="Espaço Reservado para Imagem 101" descr="Rede social com preenchimento sólido">
            <a:extLst>
              <a:ext uri="{FF2B5EF4-FFF2-40B4-BE49-F238E27FC236}">
                <a16:creationId xmlns:a16="http://schemas.microsoft.com/office/drawing/2014/main" id="{6E0B0AA9-0EA4-F225-2A81-91CBA967E13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p:blipFill>
        <p:spPr>
          <a:xfrm>
            <a:off x="5952689" y="4483894"/>
            <a:ext cx="1422174" cy="685800"/>
          </a:xfrm>
          <a:prstGeom prst="rect">
            <a:avLst/>
          </a:prstGeom>
        </p:spPr>
      </p:pic>
      <p:pic>
        <p:nvPicPr>
          <p:cNvPr id="11" name="Espaço Reservado para Imagem 103" descr="Internet com preenchimento sólido">
            <a:extLst>
              <a:ext uri="{FF2B5EF4-FFF2-40B4-BE49-F238E27FC236}">
                <a16:creationId xmlns:a16="http://schemas.microsoft.com/office/drawing/2014/main" id="{74DD8FA3-3408-3741-4610-5B6D46EF7EC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4013864" y="4483894"/>
            <a:ext cx="1422174" cy="685800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079F8258-5E4D-75FE-9999-796BC20C9B61}"/>
              </a:ext>
            </a:extLst>
          </p:cNvPr>
          <p:cNvSpPr/>
          <p:nvPr/>
        </p:nvSpPr>
        <p:spPr>
          <a:xfrm>
            <a:off x="4106053" y="1906293"/>
            <a:ext cx="1422173" cy="22542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SQL</a:t>
            </a:r>
          </a:p>
        </p:txBody>
      </p:sp>
      <p:pic>
        <p:nvPicPr>
          <p:cNvPr id="13" name="Espaço Reservado para Imagem 102" descr="Lista de verificação com preenchimento sólido">
            <a:extLst>
              <a:ext uri="{FF2B5EF4-FFF2-40B4-BE49-F238E27FC236}">
                <a16:creationId xmlns:a16="http://schemas.microsoft.com/office/drawing/2014/main" id="{76FAA0DD-1452-B1C5-5105-5AA1FE83ECB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7804637" y="4420506"/>
            <a:ext cx="1411547" cy="685800"/>
          </a:xfrm>
          <a:prstGeom prst="rect">
            <a:avLst/>
          </a:prstGeom>
        </p:spPr>
      </p:pic>
      <p:sp>
        <p:nvSpPr>
          <p:cNvPr id="15" name="Retângulo 14">
            <a:extLst>
              <a:ext uri="{FF2B5EF4-FFF2-40B4-BE49-F238E27FC236}">
                <a16:creationId xmlns:a16="http://schemas.microsoft.com/office/drawing/2014/main" id="{85063BD1-5EC3-6C7A-EA56-53D4884FEF2E}"/>
              </a:ext>
            </a:extLst>
          </p:cNvPr>
          <p:cNvSpPr/>
          <p:nvPr/>
        </p:nvSpPr>
        <p:spPr>
          <a:xfrm>
            <a:off x="5952689" y="1917700"/>
            <a:ext cx="1422173" cy="22542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ETL</a:t>
            </a:r>
          </a:p>
        </p:txBody>
      </p:sp>
      <p:sp>
        <p:nvSpPr>
          <p:cNvPr id="2" name="Título 15">
            <a:extLst>
              <a:ext uri="{FF2B5EF4-FFF2-40B4-BE49-F238E27FC236}">
                <a16:creationId xmlns:a16="http://schemas.microsoft.com/office/drawing/2014/main" id="{9611D482-6301-684F-EEFD-CA15BF12F066}"/>
              </a:ext>
            </a:extLst>
          </p:cNvPr>
          <p:cNvSpPr txBox="1">
            <a:spLocks/>
          </p:cNvSpPr>
          <p:nvPr/>
        </p:nvSpPr>
        <p:spPr>
          <a:xfrm>
            <a:off x="254227" y="950481"/>
            <a:ext cx="9512073" cy="80554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sz="2800" dirty="0"/>
              <a:t>Gestora – Raissa Barbosa</a:t>
            </a:r>
          </a:p>
        </p:txBody>
      </p:sp>
      <p:pic>
        <p:nvPicPr>
          <p:cNvPr id="24" name="Áudio 23">
            <a:hlinkClick r:id="" action="ppaction://media"/>
            <a:extLst>
              <a:ext uri="{FF2B5EF4-FFF2-40B4-BE49-F238E27FC236}">
                <a16:creationId xmlns:a16="http://schemas.microsoft.com/office/drawing/2014/main" id="{EA650353-F8F6-650F-5FFF-E2621CDF107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7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214322796"/>
      </p:ext>
    </p:extLst>
  </p:cSld>
  <p:clrMapOvr>
    <a:masterClrMapping/>
  </p:clrMapOvr>
  <p:transition spd="slow" advTm="66311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50" x="5167313" y="6524625"/>
          <p14:tracePt t="723" x="4948238" y="6851650"/>
          <p14:tracePt t="724" x="4941888" y="6840538"/>
          <p14:tracePt t="726" x="4935538" y="6835775"/>
          <p14:tracePt t="729" x="4930775" y="6823075"/>
          <p14:tracePt t="736" x="4902200" y="6778625"/>
          <p14:tracePt t="743" x="4862513" y="6726238"/>
          <p14:tracePt t="750" x="4810125" y="6657975"/>
          <p14:tracePt t="757" x="4741863" y="6578600"/>
          <p14:tracePt t="764" x="4679950" y="6492875"/>
          <p14:tracePt t="765" x="4656138" y="6459538"/>
          <p14:tracePt t="766" x="4651375" y="6446838"/>
          <p14:tracePt t="767" x="4633913" y="6435725"/>
          <p14:tracePt t="771" x="4583113" y="6356350"/>
          <p14:tracePt t="778" x="4502150" y="6230938"/>
          <p14:tracePt t="785" x="4422775" y="6111875"/>
          <p14:tracePt t="786" x="4394200" y="6070600"/>
          <p14:tracePt t="786" x="4389438" y="6054725"/>
          <p14:tracePt t="792" x="4308475" y="5911850"/>
          <p14:tracePt t="799" x="4229100" y="5775325"/>
          <p14:tracePt t="800" x="4206875" y="5729288"/>
          <p14:tracePt t="801" x="4195763" y="5700713"/>
          <p14:tracePt t="806" x="4143375" y="5621338"/>
          <p14:tracePt t="813" x="4052888" y="5478463"/>
          <p14:tracePt t="820" x="3932238" y="5318125"/>
          <p14:tracePt t="827" x="3790950" y="5130800"/>
          <p14:tracePt t="834" x="3579813" y="4873625"/>
          <p14:tracePt t="841" x="3390900" y="4646613"/>
          <p14:tracePt t="847" x="3152775" y="4371975"/>
          <p14:tracePt t="854" x="2963863" y="4144963"/>
          <p14:tracePt t="861" x="2787650" y="3938588"/>
          <p14:tracePt t="868" x="2622550" y="3740150"/>
          <p14:tracePt t="875" x="2439988" y="3489325"/>
          <p14:tracePt t="882" x="2314575" y="3324225"/>
          <p14:tracePt t="890" x="2182813" y="3146425"/>
          <p14:tracePt t="896" x="2103438" y="3027363"/>
          <p14:tracePt t="903" x="2017713" y="2901950"/>
          <p14:tracePt t="910" x="1960563" y="2805113"/>
          <p14:tracePt t="917" x="1914525" y="2719388"/>
          <p14:tracePt t="924" x="1857375" y="2627313"/>
          <p14:tracePt t="931" x="1824038" y="2565400"/>
          <p14:tracePt t="938" x="1784350" y="2497138"/>
          <p14:tracePt t="945" x="1749425" y="2433638"/>
          <p14:tracePt t="946" x="1738313" y="2417763"/>
          <p14:tracePt t="947" x="1733550" y="2411413"/>
          <p14:tracePt t="952" x="1716088" y="2365375"/>
          <p14:tracePt t="952" x="1704975" y="2354263"/>
          <p14:tracePt t="954" x="1704975" y="2349500"/>
          <p14:tracePt t="959" x="1681163" y="2314575"/>
          <p14:tracePt t="966" x="1652588" y="2257425"/>
          <p14:tracePt t="973" x="1635125" y="2211388"/>
          <p14:tracePt t="974" x="1624013" y="2189163"/>
          <p14:tracePt t="975" x="1624013" y="2178050"/>
          <p14:tracePt t="979" x="1612900" y="2154238"/>
          <p14:tracePt t="986" x="1601788" y="2097088"/>
          <p14:tracePt t="993" x="1595438" y="2046288"/>
          <p14:tracePt t="1000" x="1584325" y="1989138"/>
          <p14:tracePt t="1007" x="1566863" y="1920875"/>
          <p14:tracePt t="1014" x="1550988" y="1846263"/>
          <p14:tracePt t="1015" x="1550988" y="1830388"/>
          <p14:tracePt t="1016" x="1550988" y="1819275"/>
          <p14:tracePt t="1017" x="1544638" y="1806575"/>
          <p14:tracePt t="1021" x="1538288" y="1778000"/>
          <p14:tracePt t="1028" x="1522413" y="1709738"/>
          <p14:tracePt t="1035" x="1504950" y="1658938"/>
          <p14:tracePt t="1042" x="1487488" y="1601788"/>
          <p14:tracePt t="1043" x="1476375" y="1584325"/>
          <p14:tracePt t="1044" x="1476375" y="1568450"/>
          <p14:tracePt t="1049" x="1465263" y="1550988"/>
          <p14:tracePt t="1056" x="1447800" y="1504950"/>
          <p14:tracePt t="1063" x="1430338" y="1465263"/>
          <p14:tracePt t="1070" x="1408113" y="1430338"/>
          <p14:tracePt t="1071" x="1408113" y="1419225"/>
          <p14:tracePt t="1072" x="1401763" y="1408113"/>
          <p14:tracePt t="1076" x="1390650" y="1379538"/>
          <p14:tracePt t="1083" x="1368425" y="1328738"/>
          <p14:tracePt t="1090" x="1339850" y="1265238"/>
          <p14:tracePt t="1097" x="1316038" y="1214438"/>
          <p14:tracePt t="1104" x="1304925" y="1128713"/>
          <p14:tracePt t="1111" x="1304925" y="1054100"/>
          <p14:tracePt t="1118" x="1304925" y="981075"/>
          <p14:tracePt t="1125" x="1316038" y="912813"/>
          <p14:tracePt t="1132" x="1344613" y="838200"/>
          <p14:tracePt t="1139" x="1379538" y="781050"/>
          <p14:tracePt t="1140" x="1390650" y="763588"/>
          <p14:tracePt t="1141" x="1390650" y="752475"/>
          <p14:tracePt t="1142" x="1401763" y="741363"/>
          <p14:tracePt t="1146" x="1419225" y="712788"/>
          <p14:tracePt t="1153" x="1458913" y="655638"/>
          <p14:tracePt t="1160" x="1504950" y="604838"/>
          <p14:tracePt t="1167" x="1527175" y="569913"/>
          <p14:tracePt t="1174" x="1533525" y="565150"/>
          <p14:tracePt t="1394" x="1527175" y="565150"/>
          <p14:tracePt t="1396" x="1516063" y="558800"/>
          <p14:tracePt t="1397" x="1509713" y="558800"/>
          <p14:tracePt t="1399" x="1504950" y="558800"/>
          <p14:tracePt t="1410" x="1425575" y="541338"/>
          <p14:tracePt t="1411" x="1401763" y="530225"/>
          <p14:tracePt t="1411" x="1397000" y="530225"/>
          <p14:tracePt t="1417" x="1350963" y="501650"/>
          <p14:tracePt t="1424" x="1265238" y="466725"/>
          <p14:tracePt t="1425" x="1243013" y="455613"/>
          <p14:tracePt t="1426" x="1231900" y="444500"/>
          <p14:tracePt t="1430" x="1196975" y="427038"/>
          <p14:tracePt t="1437" x="1139825" y="393700"/>
          <p14:tracePt t="1444" x="1089025" y="376238"/>
          <p14:tracePt t="1451" x="1071563" y="365125"/>
          <p14:tracePt t="1789" x="1065213" y="365125"/>
          <p14:tracePt t="1793" x="1060450" y="365125"/>
          <p14:tracePt t="1797" x="1054100" y="365125"/>
          <p14:tracePt t="1799" x="1049338" y="365125"/>
          <p14:tracePt t="1806" x="1036638" y="365125"/>
          <p14:tracePt t="1813" x="1025525" y="365125"/>
          <p14:tracePt t="1820" x="1014413" y="365125"/>
          <p14:tracePt t="1827" x="1003300" y="365125"/>
          <p14:tracePt t="1833" x="992188" y="369888"/>
          <p14:tracePt t="1840" x="968375" y="382588"/>
          <p14:tracePt t="1847" x="946150" y="387350"/>
          <p14:tracePt t="1854" x="923925" y="404813"/>
          <p14:tracePt t="1861" x="900113" y="415925"/>
          <p14:tracePt t="1862" x="889000" y="422275"/>
          <p14:tracePt t="1868" x="860425" y="444500"/>
          <p14:tracePt t="1875" x="838200" y="473075"/>
          <p14:tracePt t="1882" x="814388" y="508000"/>
          <p14:tracePt t="1883" x="809625" y="512763"/>
          <p14:tracePt t="1883" x="809625" y="519113"/>
          <p14:tracePt t="1889" x="803275" y="536575"/>
          <p14:tracePt t="1896" x="792163" y="576263"/>
          <p14:tracePt t="1897" x="792163" y="587375"/>
          <p14:tracePt t="1898" x="792163" y="592138"/>
          <p14:tracePt t="1903" x="792163" y="615950"/>
          <p14:tracePt t="1910" x="781050" y="644525"/>
          <p14:tracePt t="1917" x="774700" y="673100"/>
          <p14:tracePt t="1923" x="774700" y="690563"/>
          <p14:tracePt t="1930" x="769938" y="690563"/>
          <p14:tracePt t="2059" x="763588" y="690563"/>
          <p14:tracePt t="2062" x="758825" y="690563"/>
          <p14:tracePt t="2066" x="752475" y="690563"/>
          <p14:tracePt t="2071" x="746125" y="690563"/>
          <p14:tracePt t="2077" x="741363" y="690563"/>
          <p14:tracePt t="2083" x="735013" y="690563"/>
          <p14:tracePt t="2131" x="730250" y="690563"/>
          <p14:tracePt t="2140" x="723900" y="690563"/>
          <p14:tracePt t="2152" x="717550" y="690563"/>
          <p14:tracePt t="2159" x="712788" y="690563"/>
          <p14:tracePt t="2168" x="706438" y="690563"/>
          <p14:tracePt t="2190" x="701675" y="690563"/>
          <p14:tracePt t="2211" x="695325" y="690563"/>
          <p14:tracePt t="2230" x="688975" y="690563"/>
          <p14:tracePt t="2240" x="684213" y="690563"/>
          <p14:tracePt t="2247" x="677863" y="690563"/>
          <p14:tracePt t="2254" x="673100" y="690563"/>
          <p14:tracePt t="2256" x="666750" y="690563"/>
          <p14:tracePt t="2263" x="660400" y="690563"/>
          <p14:tracePt t="2270" x="655638" y="690563"/>
          <p14:tracePt t="2277" x="649288" y="690563"/>
          <p14:tracePt t="2281" x="644525" y="690563"/>
          <p14:tracePt t="2290" x="638175" y="690563"/>
          <p14:tracePt t="2300" x="633413" y="690563"/>
          <p14:tracePt t="2309" x="627063" y="690563"/>
          <p14:tracePt t="2316" x="620713" y="690563"/>
          <p14:tracePt t="2319" x="615950" y="690563"/>
          <p14:tracePt t="2327" x="609600" y="690563"/>
          <p14:tracePt t="2334" x="604838" y="690563"/>
          <p14:tracePt t="2340" x="592138" y="690563"/>
          <p14:tracePt t="2347" x="587375" y="690563"/>
          <p14:tracePt t="2357" x="581025" y="690563"/>
          <p14:tracePt t="3036" x="587375" y="690563"/>
          <p14:tracePt t="3043" x="592138" y="690563"/>
          <p14:tracePt t="3044" x="598488" y="690563"/>
          <p14:tracePt t="3048" x="604838" y="690563"/>
          <p14:tracePt t="3052" x="609600" y="690563"/>
          <p14:tracePt t="3055" x="620713" y="690563"/>
          <p14:tracePt t="3063" x="633413" y="690563"/>
          <p14:tracePt t="3070" x="655638" y="690563"/>
          <p14:tracePt t="3077" x="673100" y="690563"/>
          <p14:tracePt t="3084" x="695325" y="684213"/>
          <p14:tracePt t="3090" x="712788" y="684213"/>
          <p14:tracePt t="3097" x="730250" y="684213"/>
          <p14:tracePt t="3104" x="758825" y="684213"/>
          <p14:tracePt t="3111" x="785813" y="677863"/>
          <p14:tracePt t="3112" x="798513" y="677863"/>
          <p14:tracePt t="3118" x="820738" y="677863"/>
          <p14:tracePt t="3125" x="871538" y="673100"/>
          <p14:tracePt t="3126" x="889000" y="666750"/>
          <p14:tracePt t="3127" x="900113" y="666750"/>
          <p14:tracePt t="3132" x="939800" y="661988"/>
          <p14:tracePt t="3139" x="1036638" y="649288"/>
          <p14:tracePt t="3140" x="1065213" y="644525"/>
          <p14:tracePt t="3141" x="1077913" y="644525"/>
          <p14:tracePt t="3146" x="1139825" y="638175"/>
          <p14:tracePt t="3147" x="1174750" y="638175"/>
          <p14:tracePt t="3148" x="1185863" y="638175"/>
          <p14:tracePt t="3153" x="1243013" y="638175"/>
          <p14:tracePt t="3160" x="1328738" y="638175"/>
          <p14:tracePt t="3161" x="1357313" y="638175"/>
          <p14:tracePt t="3167" x="1419225" y="638175"/>
          <p14:tracePt t="3174" x="1509713" y="644525"/>
          <p14:tracePt t="3175" x="1533525" y="649288"/>
          <p14:tracePt t="3176" x="1550988" y="649288"/>
          <p14:tracePt t="3180" x="1595438" y="655638"/>
          <p14:tracePt t="3188" x="1681163" y="666750"/>
          <p14:tracePt t="3188" x="1687513" y="673100"/>
          <p14:tracePt t="3189" x="1698625" y="673100"/>
          <p14:tracePt t="3190" x="1716088" y="673100"/>
          <p14:tracePt t="3194" x="1755775" y="677863"/>
          <p14:tracePt t="3201" x="1835150" y="695325"/>
          <p14:tracePt t="3202" x="1841500" y="695325"/>
          <p14:tracePt t="3203" x="1857375" y="701675"/>
          <p14:tracePt t="3208" x="1909763" y="706438"/>
          <p14:tracePt t="3215" x="1989138" y="723900"/>
          <p14:tracePt t="3222" x="2057400" y="741363"/>
          <p14:tracePt t="3223" x="2081213" y="746125"/>
          <p14:tracePt t="3229" x="2136775" y="758825"/>
          <p14:tracePt t="3236" x="2222500" y="774700"/>
          <p14:tracePt t="3243" x="2319338" y="792163"/>
          <p14:tracePt t="3250" x="2411413" y="809625"/>
          <p14:tracePt t="3251" x="2439988" y="809625"/>
          <p14:tracePt t="3251" x="2451100" y="820738"/>
          <p14:tracePt t="3257" x="2508250" y="827088"/>
          <p14:tracePt t="3264" x="2605088" y="842963"/>
          <p14:tracePt t="3265" x="2644775" y="842963"/>
          <p14:tracePt t="3266" x="2662238" y="842963"/>
          <p14:tracePt t="3271" x="2719388" y="855663"/>
          <p14:tracePt t="3278" x="2816225" y="877888"/>
          <p14:tracePt t="3278" x="2838450" y="884238"/>
          <p14:tracePt t="3285" x="2906713" y="895350"/>
          <p14:tracePt t="3292" x="2992438" y="917575"/>
          <p14:tracePt t="3292" x="3009900" y="923925"/>
          <p14:tracePt t="3293" x="3027363" y="923925"/>
          <p14:tracePt t="3294" x="3032125" y="923925"/>
          <p14:tracePt t="3298" x="3071813" y="935038"/>
          <p14:tracePt t="3306" x="3152775" y="952500"/>
          <p14:tracePt t="3306" x="3163888" y="952500"/>
          <p14:tracePt t="3307" x="3168650" y="957263"/>
          <p14:tracePt t="3308" x="3179763" y="957263"/>
          <p14:tracePt t="3313" x="3236913" y="968375"/>
          <p14:tracePt t="3319" x="3300413" y="974725"/>
          <p14:tracePt t="3326" x="3346450" y="974725"/>
          <p14:tracePt t="3333" x="3403600" y="974725"/>
          <p14:tracePt t="3334" x="3414713" y="974725"/>
          <p14:tracePt t="3340" x="3448050" y="974725"/>
          <p14:tracePt t="3347" x="3471863" y="968375"/>
          <p14:tracePt t="3354" x="3487738" y="957263"/>
          <p14:tracePt t="3361" x="3500438" y="952500"/>
          <p14:tracePt t="3362" x="3505200" y="952500"/>
          <p14:tracePt t="3363" x="3505200" y="946150"/>
          <p14:tracePt t="3368" x="3511550" y="941388"/>
          <p14:tracePt t="3375" x="3522663" y="928688"/>
          <p14:tracePt t="3376" x="3527425" y="917575"/>
          <p14:tracePt t="3382" x="3540125" y="912813"/>
          <p14:tracePt t="3389" x="3551238" y="895350"/>
          <p14:tracePt t="3396" x="3562350" y="877888"/>
          <p14:tracePt t="3403" x="3568700" y="866775"/>
          <p14:tracePt t="3410" x="3579813" y="849313"/>
          <p14:tracePt t="3417" x="3590925" y="831850"/>
          <p14:tracePt t="3424" x="3597275" y="820738"/>
          <p14:tracePt t="3431" x="3613150" y="803275"/>
          <p14:tracePt t="3438" x="3625850" y="787400"/>
          <p14:tracePt t="3446" x="3641725" y="774700"/>
          <p14:tracePt t="3459" x="3681413" y="752475"/>
          <p14:tracePt t="3466" x="3698875" y="741363"/>
          <p14:tracePt t="3473" x="3716338" y="735013"/>
          <p14:tracePt t="3480" x="3744913" y="730250"/>
          <p14:tracePt t="3487" x="3767138" y="717550"/>
          <p14:tracePt t="3493" x="3802063" y="706438"/>
          <p14:tracePt t="3500" x="3824288" y="695325"/>
          <p14:tracePt t="3508" x="3859213" y="690563"/>
          <p14:tracePt t="3515" x="3887788" y="677863"/>
          <p14:tracePt t="3521" x="3932238" y="666750"/>
          <p14:tracePt t="3528" x="4002088" y="655638"/>
          <p14:tracePt t="3529" x="4024313" y="649288"/>
          <p14:tracePt t="3529" x="4035425" y="649288"/>
          <p14:tracePt t="3535" x="4081463" y="649288"/>
          <p14:tracePt t="3542" x="4154488" y="649288"/>
          <p14:tracePt t="3549" x="4229100" y="649288"/>
          <p14:tracePt t="3556" x="4303713" y="649288"/>
          <p14:tracePt t="3563" x="4389438" y="649288"/>
          <p14:tracePt t="3564" x="4418013" y="649288"/>
          <p14:tracePt t="3565" x="4429125" y="649288"/>
          <p14:tracePt t="3569" x="4468813" y="649288"/>
          <p14:tracePt t="3577" x="4554538" y="649288"/>
          <p14:tracePt t="3577" x="4583113" y="655638"/>
          <p14:tracePt t="3583" x="4651375" y="661988"/>
          <p14:tracePt t="3590" x="4737100" y="666750"/>
          <p14:tracePt t="3591" x="4752975" y="666750"/>
          <p14:tracePt t="3592" x="4765675" y="673100"/>
          <p14:tracePt t="3593" x="4776788" y="673100"/>
          <p14:tracePt t="3593" x="4787900" y="673100"/>
          <p14:tracePt t="3597" x="4838700" y="677863"/>
          <p14:tracePt t="3604" x="4895850" y="677863"/>
          <p14:tracePt t="3611" x="4948238" y="684213"/>
          <p14:tracePt t="3619" x="5010150" y="690563"/>
          <p14:tracePt t="3620" x="5038725" y="695325"/>
          <p14:tracePt t="3621" x="5045075" y="695325"/>
          <p14:tracePt t="3625" x="5067300" y="695325"/>
          <p14:tracePt t="3632" x="5106988" y="701675"/>
          <p14:tracePt t="3639" x="5135563" y="706438"/>
          <p14:tracePt t="3646" x="5157788" y="712788"/>
          <p14:tracePt t="3653" x="5175250" y="717550"/>
          <p14:tracePt t="3660" x="5186363" y="717550"/>
          <p14:tracePt t="3667" x="5192713" y="723900"/>
          <p14:tracePt t="3680" x="5192713" y="730250"/>
          <p14:tracePt t="3682" x="5199063" y="730250"/>
          <p14:tracePt t="3697" x="5203825" y="730250"/>
          <p14:tracePt t="3707" x="5210175" y="730250"/>
          <p14:tracePt t="3711" x="5214938" y="730250"/>
          <p14:tracePt t="3716" x="5221288" y="730250"/>
          <p14:tracePt t="3722" x="5249863" y="730250"/>
          <p14:tracePt t="3729" x="5278438" y="730250"/>
          <p14:tracePt t="3737" x="5340350" y="723900"/>
          <p14:tracePt t="3737" x="5357813" y="723900"/>
          <p14:tracePt t="3739" x="5386388" y="723900"/>
          <p14:tracePt t="3740" x="5397500" y="723900"/>
          <p14:tracePt t="3741" x="5408613" y="723900"/>
          <p14:tracePt t="3742" x="5432425" y="723900"/>
          <p14:tracePt t="3744" x="5461000" y="717550"/>
          <p14:tracePt t="3745" x="5476875" y="717550"/>
          <p14:tracePt t="3750" x="5534025" y="717550"/>
          <p14:tracePt t="3757" x="5659438" y="717550"/>
          <p14:tracePt t="3764" x="5784850" y="717550"/>
          <p14:tracePt t="3771" x="5905500" y="717550"/>
          <p14:tracePt t="3772" x="5934075" y="717550"/>
          <p14:tracePt t="3772" x="5949950" y="717550"/>
          <p14:tracePt t="3778" x="6007100" y="712788"/>
          <p14:tracePt t="3778" x="6024563" y="712788"/>
          <p14:tracePt t="3785" x="6081713" y="712788"/>
          <p14:tracePt t="3786" x="6103938" y="712788"/>
          <p14:tracePt t="3786" x="6116638" y="712788"/>
          <p14:tracePt t="3792" x="6149975" y="706438"/>
          <p14:tracePt t="3799" x="6213475" y="706438"/>
          <p14:tracePt t="3799" x="6224588" y="706438"/>
          <p14:tracePt t="3800" x="6229350" y="706438"/>
          <p14:tracePt t="3801" x="6235700" y="706438"/>
          <p14:tracePt t="3805" x="6257925" y="706438"/>
          <p14:tracePt t="3813" x="6310313" y="706438"/>
          <p14:tracePt t="3821" x="6343650" y="706438"/>
          <p14:tracePt t="3827" x="6361113" y="712788"/>
          <p14:tracePt t="3828" x="6367463" y="712788"/>
          <p14:tracePt t="3829" x="6372225" y="712788"/>
          <p14:tracePt t="3833" x="6378575" y="717550"/>
          <p14:tracePt t="3840" x="6389688" y="717550"/>
          <p14:tracePt t="3847" x="6400800" y="717550"/>
          <p14:tracePt t="3854" x="6407150" y="717550"/>
          <p14:tracePt t="3861" x="6411913" y="717550"/>
          <p14:tracePt t="3862" x="6418263" y="717550"/>
          <p14:tracePt t="3868" x="6429375" y="717550"/>
          <p14:tracePt t="3875" x="6440488" y="717550"/>
          <p14:tracePt t="3882" x="6457950" y="717550"/>
          <p14:tracePt t="3889" x="6480175" y="717550"/>
          <p14:tracePt t="3896" x="6497638" y="717550"/>
          <p14:tracePt t="3903" x="6519863" y="712788"/>
          <p14:tracePt t="3910" x="6548438" y="712788"/>
          <p14:tracePt t="3917" x="6577013" y="712788"/>
          <p14:tracePt t="3918" x="6589713" y="712788"/>
          <p14:tracePt t="3924" x="6605588" y="706438"/>
          <p14:tracePt t="3924" x="6618288" y="706438"/>
          <p14:tracePt t="3930" x="6634163" y="706438"/>
          <p14:tracePt t="3937" x="6657975" y="706438"/>
          <p14:tracePt t="3944" x="6686550" y="701675"/>
          <p14:tracePt t="3951" x="6708775" y="701675"/>
          <p14:tracePt t="3958" x="6731000" y="701675"/>
          <p14:tracePt t="3959" x="6737350" y="701675"/>
          <p14:tracePt t="3960" x="6743700" y="701675"/>
          <p14:tracePt t="3965" x="6748463" y="701675"/>
          <p14:tracePt t="3972" x="6754813" y="701675"/>
          <p14:tracePt t="3981" x="6759575" y="701675"/>
          <p14:tracePt t="4027" x="6770688" y="701675"/>
          <p14:tracePt t="4031" x="6777038" y="701675"/>
          <p14:tracePt t="4035" x="6788150" y="701675"/>
          <p14:tracePt t="4042" x="6816725" y="695325"/>
          <p14:tracePt t="4043" x="6827838" y="695325"/>
          <p14:tracePt t="4049" x="6851650" y="695325"/>
          <p14:tracePt t="4050" x="6862763" y="695325"/>
          <p14:tracePt t="4055" x="6884988" y="695325"/>
          <p14:tracePt t="4063" x="6924675" y="695325"/>
          <p14:tracePt t="4064" x="6942138" y="695325"/>
          <p14:tracePt t="4069" x="6970713" y="701675"/>
          <p14:tracePt t="4077" x="7016750" y="706438"/>
          <p14:tracePt t="4084" x="7067550" y="706438"/>
          <p14:tracePt t="4091" x="7102475" y="706438"/>
          <p14:tracePt t="4098" x="7135813" y="706438"/>
          <p14:tracePt t="4098" x="7146925" y="706438"/>
          <p14:tracePt t="4105" x="7164388" y="706438"/>
          <p14:tracePt t="4112" x="7188200" y="706438"/>
          <p14:tracePt t="4119" x="7199313" y="706438"/>
          <p14:tracePt t="4125" x="7210425" y="706438"/>
          <p14:tracePt t="4132" x="7216775" y="706438"/>
          <p14:tracePt t="4139" x="7227888" y="701675"/>
          <p14:tracePt t="4140" x="7232650" y="701675"/>
          <p14:tracePt t="4146" x="7239000" y="701675"/>
          <p14:tracePt t="4154" x="7250113" y="701675"/>
          <p14:tracePt t="4160" x="7261225" y="695325"/>
          <p14:tracePt t="4167" x="7278688" y="695325"/>
          <p14:tracePt t="4168" x="7285038" y="695325"/>
          <p14:tracePt t="4174" x="7296150" y="695325"/>
          <p14:tracePt t="4181" x="7313613" y="695325"/>
          <p14:tracePt t="4188" x="7335838" y="695325"/>
          <p14:tracePt t="4194" x="7358063" y="695325"/>
          <p14:tracePt t="4202" x="7381875" y="695325"/>
          <p14:tracePt t="4208" x="7404100" y="695325"/>
          <p14:tracePt t="4215" x="7421563" y="695325"/>
          <p14:tracePt t="4222" x="7432675" y="695325"/>
          <p14:tracePt t="4229" x="7450138" y="695325"/>
          <p14:tracePt t="4236" x="7454900" y="695325"/>
          <p14:tracePt t="4243" x="7461250" y="695325"/>
          <p14:tracePt t="4250" x="7467600" y="701675"/>
          <p14:tracePt t="4257" x="7472363" y="701675"/>
          <p14:tracePt t="4264" x="7478713" y="701675"/>
          <p14:tracePt t="4271" x="7489825" y="706438"/>
          <p14:tracePt t="4278" x="7494588" y="706438"/>
          <p14:tracePt t="4285" x="7500938" y="706438"/>
          <p14:tracePt t="4292" x="7512050" y="706438"/>
          <p14:tracePt t="4299" x="7518400" y="712788"/>
          <p14:tracePt t="4300" x="7523163" y="712788"/>
          <p14:tracePt t="4306" x="7529513" y="712788"/>
          <p14:tracePt t="4313" x="7540625" y="717550"/>
          <p14:tracePt t="4320" x="7546975" y="717550"/>
          <p14:tracePt t="4327" x="7551738" y="717550"/>
          <p14:tracePt t="4334" x="7558088" y="717550"/>
          <p14:tracePt t="4634" x="7551738" y="723900"/>
          <p14:tracePt t="4640" x="7546975" y="723900"/>
          <p14:tracePt t="4644" x="7540625" y="723900"/>
          <p14:tracePt t="4649" x="7535863" y="723900"/>
          <p14:tracePt t="4653" x="7529513" y="730250"/>
          <p14:tracePt t="4660" x="7518400" y="730250"/>
          <p14:tracePt t="4660" x="7512050" y="735013"/>
          <p14:tracePt t="4667" x="7494588" y="735013"/>
          <p14:tracePt t="4674" x="7467600" y="746125"/>
          <p14:tracePt t="4674" x="7454900" y="752475"/>
          <p14:tracePt t="4680" x="7421563" y="758825"/>
          <p14:tracePt t="4688" x="7375525" y="769938"/>
          <p14:tracePt t="4688" x="7358063" y="774700"/>
          <p14:tracePt t="4694" x="7318375" y="787400"/>
          <p14:tracePt t="4702" x="7232650" y="809625"/>
          <p14:tracePt t="4703" x="7204075" y="815975"/>
          <p14:tracePt t="4708" x="7124700" y="838200"/>
          <p14:tracePt t="4715" x="7005638" y="871538"/>
          <p14:tracePt t="4723" x="6799263" y="923925"/>
          <p14:tracePt t="4724" x="6748463" y="935038"/>
          <p14:tracePt t="4725" x="6726238" y="941388"/>
          <p14:tracePt t="4726" x="6697663" y="941388"/>
          <p14:tracePt t="4729" x="6640513" y="952500"/>
          <p14:tracePt t="4736" x="6423025" y="996950"/>
          <p14:tracePt t="4737" x="6372225" y="1003300"/>
          <p14:tracePt t="4743" x="6200775" y="1031875"/>
          <p14:tracePt t="4750" x="5978525" y="1071563"/>
          <p14:tracePt t="4757" x="5699125" y="1106488"/>
          <p14:tracePt t="4765" x="5505450" y="1135063"/>
          <p14:tracePt t="4771" x="5311775" y="1157288"/>
          <p14:tracePt t="4785" x="4924425" y="1179513"/>
          <p14:tracePt t="4792" x="4702175" y="1179513"/>
          <p14:tracePt t="4799" x="4468813" y="1179513"/>
          <p14:tracePt t="4812" x="3973513" y="1174750"/>
          <p14:tracePt t="4817" x="3751263" y="1174750"/>
          <p14:tracePt t="4820" x="3652838" y="1174750"/>
          <p14:tracePt t="4834" x="3232150" y="1174750"/>
          <p14:tracePt t="4841" x="3071813" y="1168400"/>
          <p14:tracePt t="4848" x="2849563" y="1163638"/>
          <p14:tracePt t="4862" x="2536825" y="1163638"/>
          <p14:tracePt t="4862" x="2490788" y="1163638"/>
          <p14:tracePt t="4863" x="2462213" y="1163638"/>
          <p14:tracePt t="4868" x="2343150" y="1163638"/>
          <p14:tracePt t="4875" x="2171700" y="1179513"/>
          <p14:tracePt t="4882" x="1971675" y="1196975"/>
          <p14:tracePt t="4889" x="1806575" y="1214438"/>
          <p14:tracePt t="4896" x="1590675" y="1225550"/>
          <p14:tracePt t="4903" x="1430338" y="1225550"/>
          <p14:tracePt t="4910" x="1282700" y="1231900"/>
          <p14:tracePt t="4917" x="1139825" y="1236663"/>
          <p14:tracePt t="4924" x="1009650" y="1243013"/>
          <p14:tracePt t="4931" x="900113" y="1243013"/>
          <p14:tracePt t="4938" x="792163" y="1247775"/>
          <p14:tracePt t="4939" x="763588" y="1247775"/>
          <p14:tracePt t="4940" x="741363" y="1247775"/>
          <p14:tracePt t="4945" x="688975" y="1247775"/>
          <p14:tracePt t="4952" x="592138" y="1260475"/>
          <p14:tracePt t="4953" x="552450" y="1260475"/>
          <p14:tracePt t="4954" x="536575" y="1265238"/>
          <p14:tracePt t="4955" x="523875" y="1265238"/>
          <p14:tracePt t="4956" x="512763" y="1265238"/>
          <p14:tracePt t="4957" x="501650" y="1265238"/>
          <p14:tracePt t="4960" x="461963" y="1265238"/>
          <p14:tracePt t="4960" x="444500" y="1265238"/>
          <p14:tracePt t="4965" x="382588" y="1276350"/>
          <p14:tracePt t="4972" x="301625" y="1289050"/>
          <p14:tracePt t="4979" x="215900" y="1300163"/>
          <p14:tracePt t="4986" x="136525" y="1311275"/>
          <p14:tracePt t="4993" x="74613" y="1322388"/>
          <p14:tracePt t="5000" x="22225" y="1328738"/>
          <p14:tracePt t="5184" x="6350" y="1333500"/>
          <p14:tracePt t="5187" x="11113" y="1333500"/>
          <p14:tracePt t="5194" x="34925" y="1328738"/>
          <p14:tracePt t="5201" x="61913" y="1317625"/>
          <p14:tracePt t="5214" x="125413" y="1304925"/>
          <p14:tracePt t="5216" x="147638" y="1293813"/>
          <p14:tracePt t="5223" x="187325" y="1289050"/>
          <p14:tracePt t="5224" x="204788" y="1282700"/>
          <p14:tracePt t="5229" x="239713" y="1276350"/>
          <p14:tracePt t="5230" x="261938" y="1276350"/>
          <p14:tracePt t="5236" x="301625" y="1265238"/>
          <p14:tracePt t="5243" x="369888" y="1254125"/>
          <p14:tracePt t="5250" x="438150" y="1247775"/>
          <p14:tracePt t="5257" x="519113" y="1236663"/>
          <p14:tracePt t="5264" x="598488" y="1231900"/>
          <p14:tracePt t="5265" x="627063" y="1225550"/>
          <p14:tracePt t="5266" x="633413" y="1225550"/>
          <p14:tracePt t="5271" x="677863" y="1219200"/>
          <p14:tracePt t="5278" x="758825" y="1219200"/>
          <p14:tracePt t="5285" x="842963" y="1214438"/>
          <p14:tracePt t="5286" x="871538" y="1214438"/>
          <p14:tracePt t="5286" x="877888" y="1214438"/>
          <p14:tracePt t="5292" x="923925" y="1214438"/>
          <p14:tracePt t="5299" x="981075" y="1214438"/>
          <p14:tracePt t="5300" x="1003300" y="1214438"/>
          <p14:tracePt t="5301" x="1009650" y="1214438"/>
          <p14:tracePt t="5305" x="1036638" y="1214438"/>
          <p14:tracePt t="5313" x="1093788" y="1214438"/>
          <p14:tracePt t="5319" x="1139825" y="1214438"/>
          <p14:tracePt t="5327" x="1174750" y="1225550"/>
          <p14:tracePt t="5328" x="1179513" y="1225550"/>
          <p14:tracePt t="5333" x="1190625" y="1225550"/>
          <p14:tracePt t="5347" x="1214438" y="1231900"/>
          <p14:tracePt t="5354" x="1225550" y="1231900"/>
          <p14:tracePt t="5361" x="1236663" y="1236663"/>
          <p14:tracePt t="5368" x="1247775" y="1236663"/>
          <p14:tracePt t="5376" x="1258888" y="1236663"/>
          <p14:tracePt t="5382" x="1282700" y="1243013"/>
          <p14:tracePt t="5389" x="1293813" y="1247775"/>
          <p14:tracePt t="5390" x="1304925" y="1247775"/>
          <p14:tracePt t="5403" x="1339850" y="1254125"/>
          <p14:tracePt t="5410" x="1362075" y="1254125"/>
          <p14:tracePt t="5417" x="1384300" y="1260475"/>
          <p14:tracePt t="5424" x="1401763" y="1260475"/>
          <p14:tracePt t="5425" x="1408113" y="1265238"/>
          <p14:tracePt t="5426" x="1412875" y="1265238"/>
          <p14:tracePt t="5431" x="1425575" y="1265238"/>
          <p14:tracePt t="5438" x="1447800" y="1265238"/>
          <p14:tracePt t="5445" x="1465263" y="1271588"/>
          <p14:tracePt t="5452" x="1487488" y="1271588"/>
          <p14:tracePt t="5453" x="1498600" y="1271588"/>
          <p14:tracePt t="5459" x="1509713" y="1271588"/>
          <p14:tracePt t="5466" x="1533525" y="1271588"/>
          <p14:tracePt t="5473" x="1555750" y="1271588"/>
          <p14:tracePt t="5474" x="1562100" y="1271588"/>
          <p14:tracePt t="5480" x="1573213" y="1271588"/>
          <p14:tracePt t="5487" x="1590675" y="1271588"/>
          <p14:tracePt t="5493" x="1601788" y="1271588"/>
          <p14:tracePt t="5500" x="1612900" y="1271588"/>
          <p14:tracePt t="5507" x="1630363" y="1271588"/>
          <p14:tracePt t="5514" x="1647825" y="1271588"/>
          <p14:tracePt t="5522" x="1663700" y="1271588"/>
          <p14:tracePt t="5528" x="1687513" y="1271588"/>
          <p14:tracePt t="5535" x="1698625" y="1271588"/>
          <p14:tracePt t="5542" x="1727200" y="1271588"/>
          <p14:tracePt t="5543" x="1733550" y="1271588"/>
          <p14:tracePt t="5544" x="1738313" y="1271588"/>
          <p14:tracePt t="5545" x="1738313" y="1276350"/>
          <p14:tracePt t="5549" x="1749425" y="1276350"/>
          <p14:tracePt t="5556" x="1773238" y="1282700"/>
          <p14:tracePt t="5563" x="1801813" y="1282700"/>
          <p14:tracePt t="5564" x="1806575" y="1289050"/>
          <p14:tracePt t="5565" x="1812925" y="1289050"/>
          <p14:tracePt t="5570" x="1830388" y="1293813"/>
          <p14:tracePt t="5571" x="1841500" y="1300163"/>
          <p14:tracePt t="5577" x="1857375" y="1304925"/>
          <p14:tracePt t="5577" x="1870075" y="1311275"/>
          <p14:tracePt t="5584" x="1885950" y="1317625"/>
          <p14:tracePt t="5590" x="1920875" y="1328738"/>
          <p14:tracePt t="5597" x="1943100" y="1333500"/>
          <p14:tracePt t="5604" x="1960563" y="1339850"/>
          <p14:tracePt t="5612" x="1989138" y="1344613"/>
          <p14:tracePt t="5618" x="2017713" y="1350963"/>
          <p14:tracePt t="5628" x="2068513" y="1350963"/>
          <p14:tracePt t="5635" x="2097088" y="1350963"/>
          <p14:tracePt t="5636" x="2108200" y="1350963"/>
          <p14:tracePt t="5637" x="2114550" y="1350963"/>
          <p14:tracePt t="5640" x="2125663" y="1350963"/>
          <p14:tracePt t="5640" x="2132013" y="1350963"/>
          <p14:tracePt t="5641" x="2136775" y="1350963"/>
          <p14:tracePt t="5646" x="2165350" y="1350963"/>
          <p14:tracePt t="5653" x="2200275" y="1344613"/>
          <p14:tracePt t="5660" x="2233613" y="1339850"/>
          <p14:tracePt t="5667" x="2274888" y="1328738"/>
          <p14:tracePt t="5674" x="2303463" y="1328738"/>
          <p14:tracePt t="5675" x="2308225" y="1322388"/>
          <p14:tracePt t="5676" x="2314575" y="1322388"/>
          <p14:tracePt t="5681" x="2330450" y="1317625"/>
          <p14:tracePt t="5688" x="2359025" y="1311275"/>
          <p14:tracePt t="5694" x="2382838" y="1304925"/>
          <p14:tracePt t="5701" x="2400300" y="1300163"/>
          <p14:tracePt t="5709" x="2428875" y="1289050"/>
          <p14:tracePt t="5710" x="2433638" y="1289050"/>
          <p14:tracePt t="5716" x="2444750" y="1289050"/>
          <p14:tracePt t="5723" x="2455863" y="1289050"/>
          <p14:tracePt t="5724" x="2468563" y="1282700"/>
          <p14:tracePt t="5729" x="2473325" y="1282700"/>
          <p14:tracePt t="5737" x="2484438" y="1282700"/>
          <p14:tracePt t="5737" x="2484438" y="1276350"/>
          <p14:tracePt t="5738" x="2490788" y="1276350"/>
          <p14:tracePt t="5739" x="2497138" y="1276350"/>
          <p14:tracePt t="5743" x="2501900" y="1271588"/>
          <p14:tracePt t="5750" x="2519363" y="1271588"/>
          <p14:tracePt t="5757" x="2536825" y="1271588"/>
          <p14:tracePt t="5758" x="2547938" y="1271588"/>
          <p14:tracePt t="5764" x="2559050" y="1271588"/>
          <p14:tracePt t="5771" x="2581275" y="1271588"/>
          <p14:tracePt t="5778" x="2622550" y="1271588"/>
          <p14:tracePt t="5779" x="2633663" y="1271588"/>
          <p14:tracePt t="5785" x="2684463" y="1271588"/>
          <p14:tracePt t="5792" x="2752725" y="1271588"/>
          <p14:tracePt t="5799" x="2827338" y="1271588"/>
          <p14:tracePt t="5800" x="2849563" y="1271588"/>
          <p14:tracePt t="5800" x="2860675" y="1271588"/>
          <p14:tracePt t="5805" x="2924175" y="1271588"/>
          <p14:tracePt t="5813" x="3049588" y="1271588"/>
          <p14:tracePt t="5814" x="3078163" y="1271588"/>
          <p14:tracePt t="5815" x="3100388" y="1276350"/>
          <p14:tracePt t="5815" x="3117850" y="1276350"/>
          <p14:tracePt t="5819" x="3168650" y="1276350"/>
          <p14:tracePt t="5827" x="3294063" y="1276350"/>
          <p14:tracePt t="5828" x="3317875" y="1276350"/>
          <p14:tracePt t="5828" x="3333750" y="1276350"/>
          <p14:tracePt t="5833" x="3397250" y="1276350"/>
          <p14:tracePt t="5840" x="3527425" y="1276350"/>
          <p14:tracePt t="5847" x="3648075" y="1276350"/>
          <p14:tracePt t="5854" x="3727450" y="1276350"/>
          <p14:tracePt t="5861" x="3813175" y="1276350"/>
          <p14:tracePt t="5868" x="3892550" y="1276350"/>
          <p14:tracePt t="5875" x="3956050" y="1276350"/>
          <p14:tracePt t="5882" x="4002088" y="1276350"/>
          <p14:tracePt t="5889" x="4029075" y="1282700"/>
          <p14:tracePt t="5890" x="4041775" y="1289050"/>
          <p14:tracePt t="5896" x="4052888" y="1289050"/>
          <p14:tracePt t="5903" x="4064000" y="1293813"/>
          <p14:tracePt t="5910" x="4070350" y="1300163"/>
          <p14:tracePt t="5917" x="4075113" y="1300163"/>
          <p14:tracePt t="5924" x="4075113" y="1304925"/>
          <p14:tracePt t="5940" x="4081463" y="1311275"/>
          <p14:tracePt t="5944" x="4086225" y="1311275"/>
          <p14:tracePt t="5950" x="4086225" y="1317625"/>
          <p14:tracePt t="5955" x="4092575" y="1317625"/>
          <p14:tracePt t="5958" x="4092575" y="1322388"/>
          <p14:tracePt t="5965" x="4098925" y="1328738"/>
          <p14:tracePt t="5972" x="4110038" y="1333500"/>
          <p14:tracePt t="5979" x="4114800" y="1333500"/>
          <p14:tracePt t="5986" x="4125913" y="1344613"/>
          <p14:tracePt t="5987" x="4132263" y="1344613"/>
          <p14:tracePt t="5993" x="4138613" y="1350963"/>
          <p14:tracePt t="6000" x="4149725" y="1357313"/>
          <p14:tracePt t="6007" x="4160838" y="1357313"/>
          <p14:tracePt t="6014" x="4167188" y="1362075"/>
          <p14:tracePt t="6015" x="4171950" y="1362075"/>
          <p14:tracePt t="6021" x="4183063" y="1362075"/>
          <p14:tracePt t="6028" x="4189413" y="1362075"/>
          <p14:tracePt t="6035" x="4189413" y="1368425"/>
          <p14:tracePt t="6042" x="4195763" y="1368425"/>
          <p14:tracePt t="26896" x="4189413" y="1368425"/>
          <p14:tracePt t="26898" x="4183063" y="1368425"/>
          <p14:tracePt t="26903" x="4167188" y="1368425"/>
          <p14:tracePt t="26910" x="4110038" y="1368425"/>
          <p14:tracePt t="26911" x="4092575" y="1368425"/>
          <p14:tracePt t="26912" x="4081463" y="1368425"/>
          <p14:tracePt t="26917" x="4024313" y="1362075"/>
          <p14:tracePt t="26918" x="4006850" y="1362075"/>
          <p14:tracePt t="26924" x="3949700" y="1357313"/>
          <p14:tracePt t="26925" x="3932238" y="1357313"/>
          <p14:tracePt t="26925" x="3916363" y="1350963"/>
          <p14:tracePt t="26926" x="3898900" y="1350963"/>
          <p14:tracePt t="26931" x="3806825" y="1344613"/>
          <p14:tracePt t="26938" x="3716338" y="1328738"/>
          <p14:tracePt t="26945" x="3641725" y="1311275"/>
          <p14:tracePt t="26952" x="3625850" y="1300163"/>
          <p14:tracePt t="26952" x="3625850" y="1293813"/>
          <p14:tracePt t="26968" x="3619500" y="1293813"/>
          <p14:tracePt t="26977" x="3613150" y="1293813"/>
          <p14:tracePt t="27052" x="3619500" y="1293813"/>
          <p14:tracePt t="27089" x="3625850" y="1293813"/>
          <p14:tracePt t="27090" x="3630613" y="1293813"/>
          <p14:tracePt t="27098" x="3636963" y="1300163"/>
          <p14:tracePt t="27105" x="3648075" y="1322388"/>
          <p14:tracePt t="27119" x="3694113" y="1458913"/>
          <p14:tracePt t="27133" x="3705225" y="1601788"/>
          <p14:tracePt t="27140" x="3687763" y="1652588"/>
          <p14:tracePt t="27140" x="3687763" y="1665288"/>
          <p14:tracePt t="27147" x="3676650" y="1687513"/>
          <p14:tracePt t="27160" x="3670300" y="1744663"/>
          <p14:tracePt t="27167" x="3670300" y="1778000"/>
          <p14:tracePt t="27175" x="3681413" y="1812925"/>
          <p14:tracePt t="27181" x="3709988" y="1863725"/>
          <p14:tracePt t="27195" x="3806825" y="2017713"/>
          <p14:tracePt t="27202" x="3859213" y="2092325"/>
          <p14:tracePt t="27203" x="3870325" y="2114550"/>
          <p14:tracePt t="27204" x="3881438" y="2120900"/>
          <p14:tracePt t="27209" x="3910013" y="2166938"/>
          <p14:tracePt t="27216" x="3956050" y="2239963"/>
          <p14:tracePt t="27223" x="4006850" y="2308225"/>
          <p14:tracePt t="27230" x="4070350" y="2411413"/>
          <p14:tracePt t="27231" x="4098925" y="2451100"/>
          <p14:tracePt t="27232" x="4103688" y="2468563"/>
          <p14:tracePt t="27236" x="4138613" y="2519363"/>
          <p14:tracePt t="27244" x="4200525" y="2627313"/>
          <p14:tracePt t="27251" x="4268788" y="2776538"/>
          <p14:tracePt t="27257" x="4321175" y="2913063"/>
          <p14:tracePt t="27265" x="4365625" y="3067050"/>
          <p14:tracePt t="27265" x="4376738" y="3113088"/>
          <p14:tracePt t="27266" x="4376738" y="3124200"/>
          <p14:tracePt t="27267" x="4383088" y="3146425"/>
          <p14:tracePt t="27278" x="4418013" y="3335338"/>
          <p14:tracePt t="27279" x="4418013" y="3363913"/>
          <p14:tracePt t="27280" x="4418013" y="3379788"/>
          <p14:tracePt t="27281" x="4418013" y="3397250"/>
          <p14:tracePt t="27282" x="4422775" y="3414713"/>
          <p14:tracePt t="27283" x="4422775" y="3432175"/>
          <p14:tracePt t="27286" x="4422775" y="3460750"/>
          <p14:tracePt t="27287" x="4422775" y="3489325"/>
          <p14:tracePt t="27292" x="4422775" y="3540125"/>
          <p14:tracePt t="27299" x="4429125" y="3597275"/>
          <p14:tracePt t="27300" x="4433888" y="3614738"/>
          <p14:tracePt t="27306" x="4440238" y="3643313"/>
          <p14:tracePt t="27307" x="4446588" y="3654425"/>
          <p14:tracePt t="27308" x="4446588" y="3659188"/>
          <p14:tracePt t="27313" x="4446588" y="3671888"/>
          <p14:tracePt t="27320" x="4462463" y="3700463"/>
          <p14:tracePt t="27321" x="4468813" y="3705225"/>
          <p14:tracePt t="27327" x="4475163" y="3711575"/>
          <p14:tracePt t="27334" x="4486275" y="3716338"/>
          <p14:tracePt t="27341" x="4491038" y="3716338"/>
          <p14:tracePt t="27348" x="4497388" y="3716338"/>
          <p14:tracePt t="27357" x="4502150" y="3716338"/>
          <p14:tracePt t="27361" x="4508500" y="3716338"/>
          <p14:tracePt t="27369" x="4508500" y="3711575"/>
          <p14:tracePt t="27375" x="4514850" y="3700463"/>
          <p14:tracePt t="27382" x="4514850" y="3687763"/>
          <p14:tracePt t="27389" x="4514850" y="3676650"/>
          <p14:tracePt t="27390" x="4514850" y="3671888"/>
          <p14:tracePt t="27391" x="4514850" y="3665538"/>
          <p14:tracePt t="27396" x="4514850" y="3659188"/>
          <p14:tracePt t="27403" x="4514850" y="3630613"/>
          <p14:tracePt t="27410" x="4519613" y="3619500"/>
          <p14:tracePt t="27417" x="4525963" y="3603625"/>
          <p14:tracePt t="27424" x="4525963" y="3597275"/>
          <p14:tracePt t="27431" x="4530725" y="3597275"/>
          <p14:tracePt t="27474" x="4530725" y="3590925"/>
          <p14:tracePt t="27475" x="4530725" y="3586163"/>
          <p14:tracePt t="27480" x="4530725" y="3579813"/>
          <p14:tracePt t="27487" x="4530725" y="3562350"/>
          <p14:tracePt t="27493" x="4537075" y="3540125"/>
          <p14:tracePt t="27500" x="4537075" y="3511550"/>
          <p14:tracePt t="27501" x="4537075" y="3500438"/>
          <p14:tracePt t="27502" x="4537075" y="3494088"/>
          <p14:tracePt t="27507" x="4530725" y="3471863"/>
          <p14:tracePt t="27514" x="4525963" y="3414713"/>
          <p14:tracePt t="27521" x="4508500" y="3363913"/>
          <p14:tracePt t="27528" x="4486275" y="3311525"/>
          <p14:tracePt t="27529" x="4479925" y="3289300"/>
          <p14:tracePt t="27530" x="4479925" y="3282950"/>
          <p14:tracePt t="27535" x="4457700" y="3249613"/>
          <p14:tracePt t="27536" x="4451350" y="3238500"/>
          <p14:tracePt t="27542" x="4433888" y="3203575"/>
          <p14:tracePt t="27549" x="4411663" y="3146425"/>
          <p14:tracePt t="27550" x="4405313" y="3141663"/>
          <p14:tracePt t="27556" x="4394200" y="3117850"/>
          <p14:tracePt t="27564" x="4389438" y="3101975"/>
          <p14:tracePt t="27577" x="4371975" y="3067050"/>
          <p14:tracePt t="27584" x="4371975" y="3055938"/>
          <p14:tracePt t="27598" x="4371975" y="3044825"/>
          <p14:tracePt t="27604" x="4365625" y="3038475"/>
          <p14:tracePt t="27611" x="4365625" y="3032125"/>
          <p14:tracePt t="27618" x="4365625" y="3016250"/>
          <p14:tracePt t="27625" x="4360863" y="2998788"/>
          <p14:tracePt t="27632" x="4360863" y="2976563"/>
          <p14:tracePt t="27639" x="4354513" y="2952750"/>
          <p14:tracePt t="27640" x="4349750" y="2941638"/>
          <p14:tracePt t="27641" x="4349750" y="2935288"/>
          <p14:tracePt t="27647" x="4349750" y="2924175"/>
          <p14:tracePt t="27653" x="4337050" y="2895600"/>
          <p14:tracePt t="27660" x="4332288" y="2878138"/>
          <p14:tracePt t="27667" x="4325938" y="2851150"/>
          <p14:tracePt t="27674" x="4325938" y="2838450"/>
          <p14:tracePt t="27681" x="4325938" y="2827338"/>
          <p14:tracePt t="27688" x="4325938" y="2816225"/>
          <p14:tracePt t="27695" x="4325938" y="2809875"/>
          <p14:tracePt t="27702" x="4325938" y="2798763"/>
          <p14:tracePt t="27709" x="4332288" y="2794000"/>
          <p14:tracePt t="27716" x="4337050" y="2781300"/>
          <p14:tracePt t="27723" x="4343400" y="2776538"/>
          <p14:tracePt t="27730" x="4349750" y="2770188"/>
          <p14:tracePt t="27738" x="4354513" y="2752725"/>
          <p14:tracePt t="27744" x="4365625" y="2747963"/>
          <p14:tracePt t="27758" x="4383088" y="2725738"/>
          <p14:tracePt t="27764" x="4394200" y="2713038"/>
          <p14:tracePt t="27772" x="4411663" y="2701925"/>
          <p14:tracePt t="27778" x="4422775" y="2697163"/>
          <p14:tracePt t="27785" x="4433888" y="2684463"/>
          <p14:tracePt t="27786" x="4440238" y="2684463"/>
          <p14:tracePt t="27792" x="4451350" y="2679700"/>
          <p14:tracePt t="27800" x="4462463" y="2673350"/>
          <p14:tracePt t="27808" x="4479925" y="2668588"/>
          <p14:tracePt t="27813" x="4491038" y="2655888"/>
          <p14:tracePt t="27827" x="4530725" y="2640013"/>
          <p14:tracePt t="27834" x="4548188" y="2627313"/>
          <p14:tracePt t="27841" x="4565650" y="2616200"/>
          <p14:tracePt t="27848" x="4587875" y="2611438"/>
          <p14:tracePt t="27855" x="4594225" y="2605088"/>
          <p14:tracePt t="27862" x="4611688" y="2593975"/>
          <p14:tracePt t="27868" x="4616450" y="2587625"/>
          <p14:tracePt t="27875" x="4627563" y="2587625"/>
          <p14:tracePt t="27882" x="4640263" y="2582863"/>
          <p14:tracePt t="27889" x="4651375" y="2576513"/>
          <p14:tracePt t="27890" x="4656138" y="2576513"/>
          <p14:tracePt t="27896" x="4662488" y="2571750"/>
          <p14:tracePt t="27903" x="4679950" y="2571750"/>
          <p14:tracePt t="27911" x="4702175" y="2565400"/>
          <p14:tracePt t="27917" x="4724400" y="2565400"/>
          <p14:tracePt t="27924" x="4748213" y="2565400"/>
          <p14:tracePt t="27931" x="4776788" y="2565400"/>
          <p14:tracePt t="27932" x="4781550" y="2565400"/>
          <p14:tracePt t="27938" x="4805363" y="2565400"/>
          <p14:tracePt t="27945" x="4838700" y="2565400"/>
          <p14:tracePt t="27952" x="4878388" y="2571750"/>
          <p14:tracePt t="27953" x="4895850" y="2576513"/>
          <p14:tracePt t="27958" x="4935538" y="2593975"/>
          <p14:tracePt t="27966" x="4981575" y="2622550"/>
          <p14:tracePt t="27972" x="5056188" y="2662238"/>
          <p14:tracePt t="27979" x="5113338" y="2708275"/>
          <p14:tracePt t="27987" x="5186363" y="2752725"/>
          <p14:tracePt t="27988" x="5214938" y="2781300"/>
          <p14:tracePt t="27993" x="5249863" y="2809875"/>
          <p14:tracePt t="28000" x="5300663" y="2851150"/>
          <p14:tracePt t="28007" x="5340350" y="2890838"/>
          <p14:tracePt t="28014" x="5368925" y="2919413"/>
          <p14:tracePt t="28021" x="5386388" y="2935288"/>
          <p14:tracePt t="28028" x="5403850" y="2959100"/>
          <p14:tracePt t="28029" x="5408613" y="2959100"/>
          <p14:tracePt t="28030" x="5408613" y="2963863"/>
          <p14:tracePt t="28035" x="5421313" y="2970213"/>
          <p14:tracePt t="28042" x="5432425" y="2981325"/>
          <p14:tracePt t="28043" x="5432425" y="2987675"/>
          <p14:tracePt t="28049" x="5437188" y="2987675"/>
          <p14:tracePt t="28056" x="5437188" y="3003550"/>
          <p14:tracePt t="28063" x="5443538" y="3009900"/>
          <p14:tracePt t="28070" x="5448300" y="3021013"/>
          <p14:tracePt t="28077" x="5448300" y="3038475"/>
          <p14:tracePt t="28083" x="5448300" y="3049588"/>
          <p14:tracePt t="28091" x="5448300" y="3067050"/>
          <p14:tracePt t="28098" x="5443538" y="3078163"/>
          <p14:tracePt t="28098" x="5443538" y="3084513"/>
          <p14:tracePt t="28104" x="5437188" y="3101975"/>
          <p14:tracePt t="28111" x="5426075" y="3124200"/>
          <p14:tracePt t="28118" x="5414963" y="3141663"/>
          <p14:tracePt t="28125" x="5397500" y="3170238"/>
          <p14:tracePt t="28132" x="5386388" y="3186113"/>
          <p14:tracePt t="28139" x="5357813" y="3214688"/>
          <p14:tracePt t="28146" x="5340350" y="3238500"/>
          <p14:tracePt t="28147" x="5329238" y="3243263"/>
          <p14:tracePt t="28153" x="5311775" y="3260725"/>
          <p14:tracePt t="28160" x="5289550" y="3271838"/>
          <p14:tracePt t="28161" x="5283200" y="3282950"/>
          <p14:tracePt t="28167" x="5260975" y="3289300"/>
          <p14:tracePt t="28174" x="5232400" y="3306763"/>
          <p14:tracePt t="28174" x="5226050" y="3306763"/>
          <p14:tracePt t="28175" x="5226050" y="3311525"/>
          <p14:tracePt t="28176" x="5214938" y="3311525"/>
          <p14:tracePt t="28181" x="5199063" y="3324225"/>
          <p14:tracePt t="28188" x="5153025" y="3340100"/>
          <p14:tracePt t="28189" x="5135563" y="3346450"/>
          <p14:tracePt t="28195" x="5106988" y="3352800"/>
          <p14:tracePt t="28202" x="5060950" y="3363913"/>
          <p14:tracePt t="28203" x="5056188" y="3368675"/>
          <p14:tracePt t="28203" x="5049838" y="3368675"/>
          <p14:tracePt t="28209" x="4999038" y="3379788"/>
          <p14:tracePt t="28210" x="4992688" y="3379788"/>
          <p14:tracePt t="28215" x="4948238" y="3386138"/>
          <p14:tracePt t="28223" x="4895850" y="3397250"/>
          <p14:tracePt t="28229" x="4862513" y="3397250"/>
          <p14:tracePt t="28237" x="4816475" y="3408363"/>
          <p14:tracePt t="28243" x="4794250" y="3408363"/>
          <p14:tracePt t="28250" x="4759325" y="3408363"/>
          <p14:tracePt t="28251" x="4748213" y="3408363"/>
          <p14:tracePt t="28252" x="4737100" y="3408363"/>
          <p14:tracePt t="28257" x="4719638" y="3414713"/>
          <p14:tracePt t="28264" x="4697413" y="3414713"/>
          <p14:tracePt t="28265" x="4691063" y="3414713"/>
          <p14:tracePt t="28271" x="4673600" y="3414713"/>
          <p14:tracePt t="28278" x="4645025" y="3414713"/>
          <p14:tracePt t="28279" x="4640263" y="3414713"/>
          <p14:tracePt t="28285" x="4622800" y="3414713"/>
          <p14:tracePt t="28292" x="4605338" y="3414713"/>
          <p14:tracePt t="28293" x="4600575" y="3414713"/>
          <p14:tracePt t="28299" x="4587875" y="3414713"/>
          <p14:tracePt t="28299" x="4583113" y="3414713"/>
          <p14:tracePt t="28306" x="4565650" y="3408363"/>
          <p14:tracePt t="28313" x="4548188" y="3403600"/>
          <p14:tracePt t="28320" x="4530725" y="3392488"/>
          <p14:tracePt t="28327" x="4514850" y="3386138"/>
          <p14:tracePt t="28328" x="4508500" y="3379788"/>
          <p14:tracePt t="28329" x="4502150" y="3379788"/>
          <p14:tracePt t="28334" x="4486275" y="3375025"/>
          <p14:tracePt t="28341" x="4468813" y="3357563"/>
          <p14:tracePt t="28348" x="4451350" y="3346450"/>
          <p14:tracePt t="28354" x="4440238" y="3328988"/>
          <p14:tracePt t="28361" x="4429125" y="3311525"/>
          <p14:tracePt t="28368" x="4418013" y="3295650"/>
          <p14:tracePt t="28376" x="4411663" y="3271838"/>
          <p14:tracePt t="28383" x="4405313" y="3249613"/>
          <p14:tracePt t="28390" x="4400550" y="3227388"/>
          <p14:tracePt t="28397" x="4394200" y="3198813"/>
          <p14:tracePt t="28403" x="4394200" y="3170238"/>
          <p14:tracePt t="28410" x="4394200" y="3141663"/>
          <p14:tracePt t="28417" x="4394200" y="3106738"/>
          <p14:tracePt t="28425" x="4394200" y="3084513"/>
          <p14:tracePt t="28431" x="4400550" y="3060700"/>
          <p14:tracePt t="28438" x="4405313" y="3038475"/>
          <p14:tracePt t="28445" x="4411663" y="3016250"/>
          <p14:tracePt t="28452" x="4418013" y="2987675"/>
          <p14:tracePt t="28459" x="4429125" y="2959100"/>
          <p14:tracePt t="28466" x="4433888" y="2924175"/>
          <p14:tracePt t="28473" x="4440238" y="2901950"/>
          <p14:tracePt t="28473" x="4446588" y="2890838"/>
          <p14:tracePt t="28479" x="4446588" y="2873375"/>
          <p14:tracePt t="28487" x="4457700" y="2855913"/>
          <p14:tracePt t="28493" x="4462463" y="2833688"/>
          <p14:tracePt t="28501" x="4468813" y="2822575"/>
          <p14:tracePt t="28507" x="4475163" y="2809875"/>
          <p14:tracePt t="28514" x="4479925" y="2798763"/>
          <p14:tracePt t="28521" x="4486275" y="2794000"/>
          <p14:tracePt t="28528" x="4497388" y="2787650"/>
          <p14:tracePt t="28535" x="4508500" y="2781300"/>
          <p14:tracePt t="28542" x="4519613" y="2776538"/>
          <p14:tracePt t="28549" x="4537075" y="2770188"/>
          <p14:tracePt t="28556" x="4548188" y="2770188"/>
          <p14:tracePt t="28563" x="4565650" y="2770188"/>
          <p14:tracePt t="28570" x="4576763" y="2770188"/>
          <p14:tracePt t="28577" x="4587875" y="2770188"/>
          <p14:tracePt t="28578" x="4594225" y="2770188"/>
          <p14:tracePt t="28584" x="4605338" y="2765425"/>
          <p14:tracePt t="28591" x="4633913" y="2765425"/>
          <p14:tracePt t="28598" x="4662488" y="2765425"/>
          <p14:tracePt t="28605" x="4691063" y="2765425"/>
          <p14:tracePt t="28612" x="4724400" y="2770188"/>
          <p14:tracePt t="28612" x="4741863" y="2770188"/>
          <p14:tracePt t="28618" x="4770438" y="2776538"/>
          <p14:tracePt t="28626" x="4822825" y="2781300"/>
          <p14:tracePt t="28632" x="4862513" y="2787650"/>
          <p14:tracePt t="28639" x="4924425" y="2794000"/>
          <p14:tracePt t="28640" x="4948238" y="2794000"/>
          <p14:tracePt t="28641" x="4959350" y="2794000"/>
          <p14:tracePt t="28646" x="4987925" y="2798763"/>
          <p14:tracePt t="28653" x="5038725" y="2805113"/>
          <p14:tracePt t="28654" x="5049838" y="2805113"/>
          <p14:tracePt t="28660" x="5078413" y="2809875"/>
          <p14:tracePt t="28667" x="5118100" y="2816225"/>
          <p14:tracePt t="28674" x="5153025" y="2827338"/>
          <p14:tracePt t="28681" x="5186363" y="2838450"/>
          <p14:tracePt t="28682" x="5192713" y="2851150"/>
          <p14:tracePt t="28688" x="5210175" y="2855913"/>
          <p14:tracePt t="28695" x="5238750" y="2878138"/>
          <p14:tracePt t="28702" x="5267325" y="2913063"/>
          <p14:tracePt t="28703" x="5272088" y="2913063"/>
          <p14:tracePt t="28703" x="5278438" y="2919413"/>
          <p14:tracePt t="28704" x="5278438" y="2924175"/>
          <p14:tracePt t="28708" x="5295900" y="2941638"/>
          <p14:tracePt t="28715" x="5322888" y="2970213"/>
          <p14:tracePt t="28723" x="5340350" y="2998788"/>
          <p14:tracePt t="28730" x="5364163" y="3027363"/>
          <p14:tracePt t="28736" x="5380038" y="3044825"/>
          <p14:tracePt t="28743" x="5392738" y="3060700"/>
          <p14:tracePt t="28750" x="5392738" y="3073400"/>
          <p14:tracePt t="28751" x="5397500" y="3073400"/>
          <p14:tracePt t="28757" x="5403850" y="3078163"/>
          <p14:tracePt t="28764" x="5403850" y="3084513"/>
          <p14:tracePt t="28771" x="5403850" y="3089275"/>
          <p14:tracePt t="28778" x="5403850" y="3095625"/>
          <p14:tracePt t="28785" x="5403850" y="3101975"/>
          <p14:tracePt t="28792" x="5403850" y="3113088"/>
          <p14:tracePt t="28799" x="5403850" y="3124200"/>
          <p14:tracePt t="28800" x="5397500" y="3128963"/>
          <p14:tracePt t="28800" x="5397500" y="3135313"/>
          <p14:tracePt t="28806" x="5397500" y="3141663"/>
          <p14:tracePt t="28814" x="5386388" y="3170238"/>
          <p14:tracePt t="28815" x="5380038" y="3170238"/>
          <p14:tracePt t="28815" x="5375275" y="3175000"/>
          <p14:tracePt t="28816" x="5375275" y="3186113"/>
          <p14:tracePt t="28820" x="5364163" y="3203575"/>
          <p14:tracePt t="28834" x="5322888" y="3271838"/>
          <p14:tracePt t="28840" x="5300663" y="3300413"/>
          <p14:tracePt t="28848" x="5283200" y="3328988"/>
          <p14:tracePt t="28848" x="5278438" y="3335338"/>
          <p14:tracePt t="28849" x="5267325" y="3346450"/>
          <p14:tracePt t="28854" x="5254625" y="3363913"/>
          <p14:tracePt t="28861" x="5221288" y="3397250"/>
          <p14:tracePt t="28862" x="5210175" y="3408363"/>
          <p14:tracePt t="28863" x="5203825" y="3408363"/>
          <p14:tracePt t="28868" x="5186363" y="3421063"/>
          <p14:tracePt t="28875" x="5170488" y="3436938"/>
          <p14:tracePt t="28876" x="5164138" y="3443288"/>
          <p14:tracePt t="28877" x="5157788" y="3449638"/>
          <p14:tracePt t="28882" x="5146675" y="3454400"/>
          <p14:tracePt t="28889" x="5124450" y="3471863"/>
          <p14:tracePt t="28890" x="5118100" y="3478213"/>
          <p14:tracePt t="28896" x="5100638" y="3478213"/>
          <p14:tracePt t="28903" x="5084763" y="3489325"/>
          <p14:tracePt t="28904" x="5073650" y="3494088"/>
          <p14:tracePt t="28910" x="5060950" y="3494088"/>
          <p14:tracePt t="28911" x="5056188" y="3494088"/>
          <p14:tracePt t="28911" x="5056188" y="3500438"/>
          <p14:tracePt t="28912" x="5049838" y="3500438"/>
          <p14:tracePt t="28917" x="5038725" y="3500438"/>
          <p14:tracePt t="28924" x="5010150" y="3505200"/>
          <p14:tracePt t="28925" x="5003800" y="3505200"/>
          <p14:tracePt t="28931" x="4987925" y="3505200"/>
          <p14:tracePt t="28932" x="4975225" y="3505200"/>
          <p14:tracePt t="28938" x="4959350" y="3505200"/>
          <p14:tracePt t="28945" x="4930775" y="3505200"/>
          <p14:tracePt t="28952" x="4902200" y="3505200"/>
          <p14:tracePt t="28959" x="4867275" y="3500438"/>
          <p14:tracePt t="28965" x="4833938" y="3489325"/>
          <p14:tracePt t="28973" x="4794250" y="3471863"/>
          <p14:tracePt t="28980" x="4765675" y="3460750"/>
          <p14:tracePt t="28987" x="4737100" y="3443288"/>
          <p14:tracePt t="28987" x="4730750" y="3443288"/>
          <p14:tracePt t="28988" x="4724400" y="3436938"/>
          <p14:tracePt t="28993" x="4713288" y="3425825"/>
          <p14:tracePt t="29000" x="4691063" y="3414713"/>
          <p14:tracePt t="29007" x="4673600" y="3403600"/>
          <p14:tracePt t="29015" x="4662488" y="3386138"/>
          <p14:tracePt t="29022" x="4651375" y="3379788"/>
          <p14:tracePt t="29029" x="4645025" y="3375025"/>
          <p14:tracePt t="29036" x="4640263" y="3363913"/>
          <p14:tracePt t="29042" x="4633913" y="3357563"/>
          <p14:tracePt t="29043" x="4633913" y="3352800"/>
          <p14:tracePt t="29049" x="4627563" y="3346450"/>
          <p14:tracePt t="29056" x="4627563" y="3335338"/>
          <p14:tracePt t="29063" x="4622800" y="3324225"/>
          <p14:tracePt t="29070" x="4622800" y="3306763"/>
          <p14:tracePt t="29077" x="4622800" y="3282950"/>
          <p14:tracePt t="29084" x="4622800" y="3249613"/>
          <p14:tracePt t="29092" x="4616450" y="3209925"/>
          <p14:tracePt t="29098" x="4616450" y="3170238"/>
          <p14:tracePt t="29105" x="4616450" y="3124200"/>
          <p14:tracePt t="29112" x="4611688" y="3084513"/>
          <p14:tracePt t="29119" x="4611688" y="3044825"/>
          <p14:tracePt t="29126" x="4611688" y="3003550"/>
          <p14:tracePt t="29133" x="4611688" y="2976563"/>
          <p14:tracePt t="29139" x="4611688" y="2941638"/>
          <p14:tracePt t="29146" x="4611688" y="2913063"/>
          <p14:tracePt t="29153" x="4611688" y="2884488"/>
          <p14:tracePt t="29160" x="4611688" y="2867025"/>
          <p14:tracePt t="29167" x="4616450" y="2844800"/>
          <p14:tracePt t="29174" x="4616450" y="2827338"/>
          <p14:tracePt t="29175" x="4622800" y="2822575"/>
          <p14:tracePt t="29181" x="4622800" y="2809875"/>
          <p14:tracePt t="29188" x="4622800" y="2794000"/>
          <p14:tracePt t="29195" x="4627563" y="2776538"/>
          <p14:tracePt t="29202" x="4633913" y="2765425"/>
          <p14:tracePt t="29209" x="4633913" y="2752725"/>
          <p14:tracePt t="29216" x="4645025" y="2747963"/>
          <p14:tracePt t="29223" x="4651375" y="2736850"/>
          <p14:tracePt t="29229" x="4656138" y="2725738"/>
          <p14:tracePt t="29237" x="4668838" y="2713038"/>
          <p14:tracePt t="29243" x="4679950" y="2701925"/>
          <p14:tracePt t="29250" x="4691063" y="2697163"/>
          <p14:tracePt t="29257" x="4702175" y="2684463"/>
          <p14:tracePt t="29264" x="4708525" y="2679700"/>
          <p14:tracePt t="29271" x="4713288" y="2679700"/>
          <p14:tracePt t="29278" x="4719638" y="2673350"/>
          <p14:tracePt t="29279" x="4724400" y="2673350"/>
          <p14:tracePt t="29285" x="4730750" y="2673350"/>
          <p14:tracePt t="29292" x="4741863" y="2673350"/>
          <p14:tracePt t="29299" x="4748213" y="2673350"/>
          <p14:tracePt t="29300" x="4752975" y="2673350"/>
          <p14:tracePt t="29306" x="4765675" y="2673350"/>
          <p14:tracePt t="29313" x="4781550" y="2673350"/>
          <p14:tracePt t="29320" x="4805363" y="2673350"/>
          <p14:tracePt t="29321" x="4810125" y="2673350"/>
          <p14:tracePt t="29322" x="4816475" y="2673350"/>
          <p14:tracePt t="29327" x="4827588" y="2679700"/>
          <p14:tracePt t="29328" x="4838700" y="2679700"/>
          <p14:tracePt t="29328" x="4838700" y="2684463"/>
          <p14:tracePt t="29329" x="4845050" y="2684463"/>
          <p14:tracePt t="29334" x="4862513" y="2690813"/>
          <p14:tracePt t="29340" x="4895850" y="2701925"/>
          <p14:tracePt t="29347" x="4919663" y="2713038"/>
          <p14:tracePt t="29348" x="4924425" y="2719388"/>
          <p14:tracePt t="29349" x="4930775" y="2719388"/>
          <p14:tracePt t="29354" x="4941888" y="2725738"/>
          <p14:tracePt t="29361" x="4975225" y="2730500"/>
          <p14:tracePt t="29368" x="4999038" y="2741613"/>
          <p14:tracePt t="29375" x="5021263" y="2752725"/>
          <p14:tracePt t="29382" x="5049838" y="2765425"/>
          <p14:tracePt t="29383" x="5049838" y="2770188"/>
          <p14:tracePt t="29389" x="5073650" y="2776538"/>
          <p14:tracePt t="29390" x="5073650" y="2781300"/>
          <p14:tracePt t="29396" x="5095875" y="2794000"/>
          <p14:tracePt t="29403" x="5106988" y="2805113"/>
          <p14:tracePt t="29410" x="5118100" y="2816225"/>
          <p14:tracePt t="29417" x="5124450" y="2827338"/>
          <p14:tracePt t="29424" x="5129213" y="2833688"/>
          <p14:tracePt t="29425" x="5129213" y="2838450"/>
          <p14:tracePt t="29431" x="5129213" y="2844800"/>
          <p14:tracePt t="29438" x="5129213" y="2851150"/>
          <p14:tracePt t="29439" x="5129213" y="2855913"/>
          <p14:tracePt t="29445" x="5129213" y="2862263"/>
          <p14:tracePt t="29452" x="5129213" y="2873375"/>
          <p14:tracePt t="29458" x="5129213" y="2895600"/>
          <p14:tracePt t="29465" x="5129213" y="2913063"/>
          <p14:tracePt t="29473" x="5124450" y="2924175"/>
          <p14:tracePt t="29479" x="5118100" y="2941638"/>
          <p14:tracePt t="29487" x="5113338" y="2952750"/>
          <p14:tracePt t="29493" x="5106988" y="2963863"/>
          <p14:tracePt t="29500" x="5100638" y="2970213"/>
          <p14:tracePt t="29501" x="5100638" y="2976563"/>
          <p14:tracePt t="29507" x="5100638" y="2981325"/>
          <p14:tracePt t="29515" x="5100638" y="2987675"/>
          <p14:tracePt t="29526" x="5095875" y="2987675"/>
          <p14:tracePt t="29528" x="5095875" y="2992438"/>
          <p14:tracePt t="29536" x="5095875" y="2998788"/>
          <p14:tracePt t="29542" x="5095875" y="3003550"/>
          <p14:tracePt t="29549" x="5089525" y="3009900"/>
          <p14:tracePt t="29556" x="5089525" y="3016250"/>
          <p14:tracePt t="29563" x="5089525" y="3021013"/>
          <p14:tracePt t="29564" x="5089525" y="3027363"/>
          <p14:tracePt t="29570" x="5084763" y="3032125"/>
          <p14:tracePt t="29577" x="5084763" y="3044825"/>
          <p14:tracePt t="29583" x="5078413" y="3055938"/>
          <p14:tracePt t="29591" x="5078413" y="3073400"/>
          <p14:tracePt t="29592" x="5078413" y="3078163"/>
          <p14:tracePt t="29598" x="5078413" y="3095625"/>
          <p14:tracePt t="29604" x="5078413" y="3113088"/>
          <p14:tracePt t="29612" x="5078413" y="3135313"/>
          <p14:tracePt t="29618" x="5078413" y="3146425"/>
          <p14:tracePt t="29625" x="5078413" y="3163888"/>
          <p14:tracePt t="29632" x="5078413" y="3175000"/>
          <p14:tracePt t="29639" x="5073650" y="3192463"/>
          <p14:tracePt t="29646" x="5067300" y="3209925"/>
          <p14:tracePt t="29653" x="5060950" y="3221038"/>
          <p14:tracePt t="29660" x="5056188" y="3238500"/>
          <p14:tracePt t="29668" x="5049838" y="3249613"/>
          <p14:tracePt t="29681" x="5045075" y="3271838"/>
          <p14:tracePt t="29689" x="5032375" y="3289300"/>
          <p14:tracePt t="29695" x="5027613" y="3300413"/>
          <p14:tracePt t="29696" x="5021263" y="3306763"/>
          <p14:tracePt t="29702" x="5016500" y="3311525"/>
          <p14:tracePt t="29709" x="4999038" y="3328988"/>
          <p14:tracePt t="29723" x="4959350" y="3357563"/>
          <p14:tracePt t="29724" x="4953000" y="3363913"/>
          <p14:tracePt t="29731" x="4935538" y="3375025"/>
          <p14:tracePt t="29737" x="4895850" y="3392488"/>
          <p14:tracePt t="29751" x="4794250" y="3432175"/>
          <p14:tracePt t="29751" x="4776788" y="3436938"/>
          <p14:tracePt t="29752" x="4765675" y="3443288"/>
          <p14:tracePt t="29753" x="4752975" y="3449638"/>
          <p14:tracePt t="29757" x="4724400" y="3454400"/>
          <p14:tracePt t="29764" x="4651375" y="3471863"/>
          <p14:tracePt t="29771" x="4576763" y="3482975"/>
          <p14:tracePt t="29778" x="4491038" y="3494088"/>
          <p14:tracePt t="29785" x="4422775" y="3494088"/>
          <p14:tracePt t="29792" x="4349750" y="3494088"/>
          <p14:tracePt t="29799" x="4286250" y="3494088"/>
          <p14:tracePt t="29800" x="4268788" y="3494088"/>
          <p14:tracePt t="29801" x="4264025" y="3494088"/>
          <p14:tracePt t="29806" x="4224338" y="3494088"/>
          <p14:tracePt t="29814" x="4149725" y="3478213"/>
          <p14:tracePt t="29815" x="4138613" y="3471863"/>
          <p14:tracePt t="29820" x="4103688" y="3460750"/>
          <p14:tracePt t="29835" x="4035425" y="3425825"/>
          <p14:tracePt t="29841" x="4024313" y="3414713"/>
          <p14:tracePt t="29848" x="4013200" y="3386138"/>
          <p14:tracePt t="29854" x="4006850" y="3375025"/>
          <p14:tracePt t="29862" x="4006850" y="3357563"/>
          <p14:tracePt t="29869" x="4002088" y="3335338"/>
          <p14:tracePt t="29875" x="4002088" y="3317875"/>
          <p14:tracePt t="29882" x="4002088" y="3278188"/>
          <p14:tracePt t="29889" x="4006850" y="3243263"/>
          <p14:tracePt t="29896" x="4013200" y="3192463"/>
          <p14:tracePt t="29903" x="4029075" y="3152775"/>
          <p14:tracePt t="29910" x="4041775" y="3113088"/>
          <p14:tracePt t="29911" x="4046538" y="3101975"/>
          <p14:tracePt t="29912" x="4052888" y="3084513"/>
          <p14:tracePt t="29917" x="4064000" y="3049588"/>
          <p14:tracePt t="29924" x="4098925" y="2992438"/>
          <p14:tracePt t="29925" x="4103688" y="2976563"/>
          <p14:tracePt t="29926" x="4110038" y="2970213"/>
          <p14:tracePt t="29931" x="4125913" y="2941638"/>
          <p14:tracePt t="29938" x="4160838" y="2884488"/>
          <p14:tracePt t="29945" x="4200525" y="2833688"/>
          <p14:tracePt t="29952" x="4246563" y="2776538"/>
          <p14:tracePt t="29959" x="4292600" y="2730500"/>
          <p14:tracePt t="29960" x="4303713" y="2713038"/>
          <p14:tracePt t="29961" x="4308475" y="2713038"/>
          <p14:tracePt t="29965" x="4337050" y="2697163"/>
          <p14:tracePt t="29972" x="4383088" y="2662238"/>
          <p14:tracePt t="29979" x="4422775" y="2640013"/>
          <p14:tracePt t="29986" x="4475163" y="2622550"/>
          <p14:tracePt t="29993" x="4519613" y="2611438"/>
          <p14:tracePt t="30000" x="4554538" y="2600325"/>
          <p14:tracePt t="30007" x="4587875" y="2600325"/>
          <p14:tracePt t="30014" x="4605338" y="2593975"/>
          <p14:tracePt t="30015" x="4616450" y="2593975"/>
          <p14:tracePt t="30016" x="4622800" y="2593975"/>
          <p14:tracePt t="30021" x="4640263" y="2593975"/>
          <p14:tracePt t="30028" x="4656138" y="2593975"/>
          <p14:tracePt t="30035" x="4684713" y="2605088"/>
          <p14:tracePt t="30042" x="4713288" y="2622550"/>
          <p14:tracePt t="30049" x="4748213" y="2644775"/>
          <p14:tracePt t="30056" x="4781550" y="2673350"/>
          <p14:tracePt t="30063" x="4822825" y="2713038"/>
          <p14:tracePt t="30064" x="4833938" y="2719388"/>
          <p14:tracePt t="30064" x="4838700" y="2725738"/>
          <p14:tracePt t="30065" x="4849813" y="2736850"/>
          <p14:tracePt t="30069" x="4873625" y="2765425"/>
          <p14:tracePt t="30077" x="4924425" y="2816225"/>
          <p14:tracePt t="30077" x="4935538" y="2833688"/>
          <p14:tracePt t="30078" x="4941888" y="2833688"/>
          <p14:tracePt t="30083" x="4981575" y="2878138"/>
          <p14:tracePt t="30090" x="5021263" y="2924175"/>
          <p14:tracePt t="30097" x="5056188" y="2976563"/>
          <p14:tracePt t="30104" x="5084763" y="3016250"/>
          <p14:tracePt t="30111" x="5100638" y="3060700"/>
          <p14:tracePt t="30118" x="5113338" y="3089275"/>
          <p14:tracePt t="30125" x="5124450" y="3117850"/>
          <p14:tracePt t="30126" x="5129213" y="3128963"/>
          <p14:tracePt t="30127" x="5129213" y="3135313"/>
          <p14:tracePt t="30132" x="5129213" y="3146425"/>
          <p14:tracePt t="30139" x="5129213" y="3170238"/>
          <p14:tracePt t="30146" x="5129213" y="3186113"/>
          <p14:tracePt t="30153" x="5129213" y="3203575"/>
          <p14:tracePt t="30160" x="5129213" y="3214688"/>
          <p14:tracePt t="30167" x="5129213" y="3232150"/>
          <p14:tracePt t="30168" x="5129213" y="3238500"/>
          <p14:tracePt t="30174" x="5124450" y="3249613"/>
          <p14:tracePt t="30181" x="5118100" y="3260725"/>
          <p14:tracePt t="30188" x="5106988" y="3271838"/>
          <p14:tracePt t="30195" x="5095875" y="3282950"/>
          <p14:tracePt t="30202" x="5089525" y="3289300"/>
          <p14:tracePt t="30209" x="5078413" y="3295650"/>
          <p14:tracePt t="30842" x="5084763" y="3295650"/>
          <p14:tracePt t="30843" x="5084763" y="3289300"/>
          <p14:tracePt t="30848" x="5095875" y="3289300"/>
          <p14:tracePt t="30855" x="5118100" y="3278188"/>
          <p14:tracePt t="30855" x="5124450" y="3271838"/>
          <p14:tracePt t="30856" x="5129213" y="3267075"/>
          <p14:tracePt t="30862" x="5141913" y="3260725"/>
          <p14:tracePt t="30868" x="5181600" y="3243263"/>
          <p14:tracePt t="30875" x="5232400" y="3227388"/>
          <p14:tracePt t="30882" x="5278438" y="3203575"/>
          <p14:tracePt t="30889" x="5335588" y="3186113"/>
          <p14:tracePt t="30897" x="5375275" y="3163888"/>
          <p14:tracePt t="30903" x="5408613" y="3157538"/>
          <p14:tracePt t="30911" x="5432425" y="3146425"/>
          <p14:tracePt t="30917" x="5448300" y="3141663"/>
          <p14:tracePt t="30924" x="5461000" y="3128963"/>
          <p14:tracePt t="30925" x="5472113" y="3128963"/>
          <p14:tracePt t="30931" x="5476875" y="3128963"/>
          <p14:tracePt t="30938" x="5494338" y="3117850"/>
          <p14:tracePt t="30946" x="5505450" y="3113088"/>
          <p14:tracePt t="30947" x="5518150" y="3106738"/>
          <p14:tracePt t="30952" x="5518150" y="3101975"/>
          <p14:tracePt t="30959" x="5540375" y="3084513"/>
          <p14:tracePt t="30966" x="5557838" y="3067050"/>
          <p14:tracePt t="30973" x="5580063" y="3044825"/>
          <p14:tracePt t="30981" x="5602288" y="3032125"/>
          <p14:tracePt t="30987" x="5614988" y="3021013"/>
          <p14:tracePt t="30988" x="5626100" y="3016250"/>
          <p14:tracePt t="31001" x="5654675" y="2992438"/>
          <p14:tracePt t="31007" x="5659438" y="2981325"/>
          <p14:tracePt t="31015" x="5676900" y="2976563"/>
          <p14:tracePt t="31021" x="5688013" y="2963863"/>
          <p14:tracePt t="31028" x="5705475" y="2952750"/>
          <p14:tracePt t="31029" x="5711825" y="2952750"/>
          <p14:tracePt t="31035" x="5727700" y="2941638"/>
          <p14:tracePt t="31042" x="5740400" y="2930525"/>
          <p14:tracePt t="31049" x="5756275" y="2919413"/>
          <p14:tracePt t="31050" x="5762625" y="2913063"/>
          <p14:tracePt t="31056" x="5773738" y="2906713"/>
          <p14:tracePt t="31063" x="5797550" y="2890838"/>
          <p14:tracePt t="31064" x="5802313" y="2890838"/>
          <p14:tracePt t="31064" x="5808663" y="2884488"/>
          <p14:tracePt t="31070" x="5824538" y="2873375"/>
          <p14:tracePt t="31077" x="5859463" y="2855913"/>
          <p14:tracePt t="31078" x="5865813" y="2851150"/>
          <p14:tracePt t="31079" x="5870575" y="2851150"/>
          <p14:tracePt t="31080" x="5876925" y="2838450"/>
          <p14:tracePt t="31084" x="5888038" y="2833688"/>
          <p14:tracePt t="31085" x="5899150" y="2827338"/>
          <p14:tracePt t="31091" x="5921375" y="2809875"/>
          <p14:tracePt t="31098" x="5949950" y="2798763"/>
          <p14:tracePt t="31099" x="5956300" y="2787650"/>
          <p14:tracePt t="31099" x="5962650" y="2787650"/>
          <p14:tracePt t="31100" x="5962650" y="2781300"/>
          <p14:tracePt t="31104" x="5978525" y="2770188"/>
          <p14:tracePt t="31112" x="6007100" y="2752725"/>
          <p14:tracePt t="31113" x="6013450" y="2747963"/>
          <p14:tracePt t="31113" x="6019800" y="2741613"/>
          <p14:tracePt t="31114" x="6024563" y="2736850"/>
          <p14:tracePt t="31118" x="6035675" y="2730500"/>
          <p14:tracePt t="31125" x="6053138" y="2713038"/>
          <p14:tracePt t="31132" x="6075363" y="2701925"/>
          <p14:tracePt t="31139" x="6092825" y="2684463"/>
          <p14:tracePt t="31147" x="6103938" y="2679700"/>
          <p14:tracePt t="31153" x="6121400" y="2668588"/>
          <p14:tracePt t="31161" x="6132513" y="2655888"/>
          <p14:tracePt t="31161" x="6138863" y="2651125"/>
          <p14:tracePt t="31167" x="6149975" y="2640013"/>
          <p14:tracePt t="31174" x="6172200" y="2622550"/>
          <p14:tracePt t="31175" x="6184900" y="2616200"/>
          <p14:tracePt t="31176" x="6184900" y="2611438"/>
          <p14:tracePt t="31177" x="6196013" y="2611438"/>
          <p14:tracePt t="31181" x="6200775" y="2600325"/>
          <p14:tracePt t="31188" x="6229350" y="2582863"/>
          <p14:tracePt t="31189" x="6235700" y="2576513"/>
          <p14:tracePt t="31196" x="6264275" y="2559050"/>
          <p14:tracePt t="31196" x="6270625" y="2554288"/>
          <p14:tracePt t="31202" x="6281738" y="2536825"/>
          <p14:tracePt t="31203" x="6292850" y="2536825"/>
          <p14:tracePt t="31209" x="6303963" y="2519363"/>
          <p14:tracePt t="31216" x="6315075" y="2508250"/>
          <p14:tracePt t="31223" x="6321425" y="2497138"/>
          <p14:tracePt t="31229" x="6332538" y="2490788"/>
          <p14:tracePt t="31237" x="6332538" y="2486025"/>
          <p14:tracePt t="31247" x="6332538" y="2479675"/>
          <p14:tracePt t="31262" x="6338888" y="2479675"/>
          <p14:tracePt t="31329" x="6338888" y="2474913"/>
          <p14:tracePt t="31364" x="6338888" y="2468563"/>
          <p14:tracePt t="31376" x="6338888" y="2462213"/>
          <p14:tracePt t="31378" x="6343650" y="2457450"/>
          <p14:tracePt t="31385" x="6343650" y="2451100"/>
          <p14:tracePt t="31389" x="6350000" y="2451100"/>
          <p14:tracePt t="31396" x="6354763" y="2446338"/>
          <p14:tracePt t="31404" x="6354763" y="2439988"/>
          <p14:tracePt t="31410" x="6354763" y="2433638"/>
          <p14:tracePt t="31424" x="6361113" y="2428875"/>
          <p14:tracePt t="31432" x="6367463" y="2428875"/>
          <p14:tracePt t="31438" x="6367463" y="2422525"/>
          <p14:tracePt t="31475" x="6367463" y="2417763"/>
          <p14:tracePt t="31478" x="6372225" y="2417763"/>
          <p14:tracePt t="31482" x="6378575" y="2411413"/>
          <p14:tracePt t="31487" x="6378575" y="2405063"/>
          <p14:tracePt t="31493" x="6383338" y="2405063"/>
          <p14:tracePt t="31500" x="6389688" y="2393950"/>
          <p14:tracePt t="31507" x="6400800" y="2382838"/>
          <p14:tracePt t="31514" x="6411913" y="2376488"/>
          <p14:tracePt t="31515" x="6418263" y="2371725"/>
          <p14:tracePt t="31516" x="6423025" y="2371725"/>
          <p14:tracePt t="31521" x="6435725" y="2360613"/>
          <p14:tracePt t="31528" x="6457950" y="2354263"/>
          <p14:tracePt t="31535" x="6480175" y="2343150"/>
          <p14:tracePt t="31542" x="6508750" y="2336800"/>
          <p14:tracePt t="31543" x="6519863" y="2332038"/>
          <p14:tracePt t="31550" x="6543675" y="2332038"/>
          <p14:tracePt t="31557" x="6577013" y="2320925"/>
          <p14:tracePt t="31564" x="6605588" y="2320925"/>
          <p14:tracePt t="31577" x="6680200" y="2325688"/>
          <p14:tracePt t="31578" x="6691313" y="2325688"/>
          <p14:tracePt t="31584" x="6719888" y="2332038"/>
          <p14:tracePt t="31591" x="6765925" y="2343150"/>
          <p14:tracePt t="31605" x="6827838" y="2365375"/>
          <p14:tracePt t="31612" x="6856413" y="2376488"/>
          <p14:tracePt t="31619" x="6896100" y="2405063"/>
          <p14:tracePt t="31626" x="6937375" y="2433638"/>
          <p14:tracePt t="31633" x="6977063" y="2468563"/>
          <p14:tracePt t="31639" x="7034213" y="2514600"/>
          <p14:tracePt t="31647" x="7091363" y="2576513"/>
          <p14:tracePt t="31653" x="7135813" y="2627313"/>
          <p14:tracePt t="31660" x="7188200" y="2684463"/>
          <p14:tracePt t="31667" x="7227888" y="2736850"/>
          <p14:tracePt t="31674" x="7261225" y="2781300"/>
          <p14:tracePt t="31675" x="7272338" y="2787650"/>
          <p14:tracePt t="31676" x="7278688" y="2794000"/>
          <p14:tracePt t="31681" x="7296150" y="2809875"/>
          <p14:tracePt t="31688" x="7313613" y="2844800"/>
          <p14:tracePt t="31695" x="7335838" y="2878138"/>
          <p14:tracePt t="31702" x="7342188" y="2895600"/>
          <p14:tracePt t="31709" x="7346950" y="2913063"/>
          <p14:tracePt t="31716" x="7353300" y="2930525"/>
          <p14:tracePt t="31723" x="7353300" y="2947988"/>
          <p14:tracePt t="31730" x="7353300" y="2976563"/>
          <p14:tracePt t="31737" x="7353300" y="2992438"/>
          <p14:tracePt t="31751" x="7342188" y="3055938"/>
          <p14:tracePt t="31757" x="7329488" y="3084513"/>
          <p14:tracePt t="31764" x="7318375" y="3124200"/>
          <p14:tracePt t="31765" x="7313613" y="3141663"/>
          <p14:tracePt t="31766" x="7313613" y="3146425"/>
          <p14:tracePt t="31771" x="7296150" y="3175000"/>
          <p14:tracePt t="31778" x="7261225" y="3243263"/>
          <p14:tracePt t="31785" x="7227888" y="3306763"/>
          <p14:tracePt t="31792" x="7175500" y="3379788"/>
          <p14:tracePt t="31799" x="7135813" y="3432175"/>
          <p14:tracePt t="31806" x="7096125" y="3471863"/>
          <p14:tracePt t="31807" x="7091363" y="3482975"/>
          <p14:tracePt t="31813" x="7056438" y="3505200"/>
          <p14:tracePt t="31820" x="7016750" y="3551238"/>
          <p14:tracePt t="31821" x="7005638" y="3557588"/>
          <p14:tracePt t="31828" x="6970713" y="3586163"/>
          <p14:tracePt t="31834" x="6937375" y="3603625"/>
          <p14:tracePt t="31848" x="6862763" y="3643313"/>
          <p14:tracePt t="31855" x="6851650" y="3648075"/>
          <p14:tracePt t="31862" x="6834188" y="3648075"/>
          <p14:tracePt t="31862" x="6827838" y="3654425"/>
          <p14:tracePt t="31863" x="6823075" y="3654425"/>
          <p14:tracePt t="31868" x="6811963" y="3659188"/>
          <p14:tracePt t="31875" x="6799263" y="3659188"/>
          <p14:tracePt t="31876" x="6788150" y="3659188"/>
          <p14:tracePt t="31882" x="6783388" y="3659188"/>
          <p14:tracePt t="31889" x="6765925" y="3659188"/>
          <p14:tracePt t="31896" x="6748463" y="3659188"/>
          <p14:tracePt t="31897" x="6743700" y="3659188"/>
          <p14:tracePt t="31903" x="6726238" y="3659188"/>
          <p14:tracePt t="31910" x="6708775" y="3659188"/>
          <p14:tracePt t="31911" x="6697663" y="3659188"/>
          <p14:tracePt t="31917" x="6680200" y="3654425"/>
          <p14:tracePt t="31924" x="6651625" y="3648075"/>
          <p14:tracePt t="31931" x="6629400" y="3643313"/>
          <p14:tracePt t="31938" x="6600825" y="3630613"/>
          <p14:tracePt t="31939" x="6600825" y="3625850"/>
          <p14:tracePt t="31939" x="6594475" y="3625850"/>
          <p14:tracePt t="31940" x="6589713" y="3625850"/>
          <p14:tracePt t="31945" x="6577013" y="3614738"/>
          <p14:tracePt t="31952" x="6561138" y="3590925"/>
          <p14:tracePt t="31953" x="6554788" y="3590925"/>
          <p14:tracePt t="31953" x="6548438" y="3586163"/>
          <p14:tracePt t="31958" x="6537325" y="3575050"/>
          <p14:tracePt t="31965" x="6526213" y="3551238"/>
          <p14:tracePt t="31973" x="6508750" y="3529013"/>
          <p14:tracePt t="31979" x="6486525" y="3500438"/>
          <p14:tracePt t="31986" x="6464300" y="3465513"/>
          <p14:tracePt t="31993" x="6435725" y="3432175"/>
          <p14:tracePt t="32000" x="6411913" y="3392488"/>
          <p14:tracePt t="32001" x="6400800" y="3379788"/>
          <p14:tracePt t="32002" x="6394450" y="3379788"/>
          <p14:tracePt t="32007" x="6383338" y="3357563"/>
          <p14:tracePt t="32014" x="6361113" y="3324225"/>
          <p14:tracePt t="32015" x="6354763" y="3317875"/>
          <p14:tracePt t="32021" x="6338888" y="3295650"/>
          <p14:tracePt t="32022" x="6338888" y="3282950"/>
          <p14:tracePt t="32023" x="6332538" y="3282950"/>
          <p14:tracePt t="32028" x="6321425" y="3267075"/>
          <p14:tracePt t="32029" x="6321425" y="3260725"/>
          <p14:tracePt t="32029" x="6321425" y="3254375"/>
          <p14:tracePt t="32030" x="6321425" y="3249613"/>
          <p14:tracePt t="32035" x="6303963" y="3232150"/>
          <p14:tracePt t="32036" x="6303963" y="3214688"/>
          <p14:tracePt t="32037" x="6297613" y="3214688"/>
          <p14:tracePt t="32042" x="6292850" y="3186113"/>
          <p14:tracePt t="32049" x="6281738" y="3152775"/>
          <p14:tracePt t="32050" x="6281738" y="3141663"/>
          <p14:tracePt t="32050" x="6281738" y="3135313"/>
          <p14:tracePt t="32051" x="6281738" y="3128963"/>
          <p14:tracePt t="32056" x="6270625" y="3113088"/>
          <p14:tracePt t="32063" x="6257925" y="3078163"/>
          <p14:tracePt t="32070" x="6253163" y="3038475"/>
          <p14:tracePt t="32077" x="6246813" y="3009900"/>
          <p14:tracePt t="32077" x="6242050" y="2998788"/>
          <p14:tracePt t="32083" x="6242050" y="2976563"/>
          <p14:tracePt t="32090" x="6235700" y="2947988"/>
          <p14:tracePt t="32098" x="6235700" y="2935288"/>
          <p14:tracePt t="32098" x="6235700" y="2924175"/>
          <p14:tracePt t="32104" x="6235700" y="2913063"/>
          <p14:tracePt t="32111" x="6235700" y="2890838"/>
          <p14:tracePt t="32118" x="6235700" y="2862263"/>
          <p14:tracePt t="32126" x="6253163" y="2851150"/>
          <p14:tracePt t="32132" x="6264275" y="2822575"/>
          <p14:tracePt t="32139" x="6286500" y="2805113"/>
          <p14:tracePt t="32146" x="6310313" y="2781300"/>
          <p14:tracePt t="32153" x="6350000" y="2759075"/>
          <p14:tracePt t="32160" x="6400800" y="2741613"/>
          <p14:tracePt t="32167" x="6446838" y="2736850"/>
          <p14:tracePt t="32174" x="6492875" y="2725738"/>
          <p14:tracePt t="32175" x="6508750" y="2719388"/>
          <p14:tracePt t="32181" x="6537325" y="2713038"/>
          <p14:tracePt t="32189" x="6589713" y="2708275"/>
          <p14:tracePt t="32196" x="6640513" y="2708275"/>
          <p14:tracePt t="32202" x="6691313" y="2708275"/>
          <p14:tracePt t="32209" x="6759575" y="2719388"/>
          <p14:tracePt t="32216" x="6834188" y="2730500"/>
          <p14:tracePt t="32224" x="6908800" y="2752725"/>
          <p14:tracePt t="32225" x="6924675" y="2759075"/>
          <p14:tracePt t="32226" x="6937375" y="2765425"/>
          <p14:tracePt t="32227" x="6948488" y="2770188"/>
          <p14:tracePt t="32230" x="6965950" y="2776538"/>
          <p14:tracePt t="32237" x="7038975" y="2809875"/>
          <p14:tracePt t="32244" x="7096125" y="2844800"/>
          <p14:tracePt t="32251" x="7146925" y="2878138"/>
          <p14:tracePt t="32258" x="7181850" y="2913063"/>
          <p14:tracePt t="32265" x="7210425" y="2947988"/>
          <p14:tracePt t="32271" x="7232650" y="2976563"/>
          <p14:tracePt t="32278" x="7250113" y="3003550"/>
          <p14:tracePt t="32285" x="7261225" y="3038475"/>
          <p14:tracePt t="32292" x="7267575" y="3067050"/>
          <p14:tracePt t="32299" x="7267575" y="3095625"/>
          <p14:tracePt t="32300" x="7267575" y="3106738"/>
          <p14:tracePt t="32306" x="7267575" y="3124200"/>
          <p14:tracePt t="32313" x="7256463" y="3157538"/>
          <p14:tracePt t="32320" x="7243763" y="3192463"/>
          <p14:tracePt t="32327" x="7210425" y="3227388"/>
          <p14:tracePt t="32328" x="7199313" y="3243263"/>
          <p14:tracePt t="32334" x="7175500" y="3271838"/>
          <p14:tracePt t="32341" x="7135813" y="3306763"/>
          <p14:tracePt t="32348" x="7073900" y="3352800"/>
          <p14:tracePt t="32355" x="7027863" y="3379788"/>
          <p14:tracePt t="32362" x="6965950" y="3408363"/>
          <p14:tracePt t="32369" x="6908800" y="3432175"/>
          <p14:tracePt t="32376" x="6851650" y="3460750"/>
          <p14:tracePt t="32382" x="6799263" y="3471863"/>
          <p14:tracePt t="32389" x="6748463" y="3489325"/>
          <p14:tracePt t="32396" x="6697663" y="3505200"/>
          <p14:tracePt t="32403" x="6662738" y="3517900"/>
          <p14:tracePt t="32410" x="6629400" y="3517900"/>
          <p14:tracePt t="32417" x="6605588" y="3522663"/>
          <p14:tracePt t="32424" x="6594475" y="3522663"/>
          <p14:tracePt t="32431" x="6583363" y="3522663"/>
          <p14:tracePt t="32700" x="6589713" y="3522663"/>
          <p14:tracePt t="32704" x="6594475" y="3522663"/>
          <p14:tracePt t="32709" x="6600825" y="3522663"/>
          <p14:tracePt t="32716" x="6623050" y="3522663"/>
          <p14:tracePt t="32723" x="6640513" y="3522663"/>
          <p14:tracePt t="32730" x="6651625" y="3517900"/>
          <p14:tracePt t="32737" x="6662738" y="3505200"/>
          <p14:tracePt t="32743" x="6669088" y="3494088"/>
          <p14:tracePt t="32750" x="6686550" y="3478213"/>
          <p14:tracePt t="32758" x="6715125" y="3443288"/>
          <p14:tracePt t="32765" x="6759575" y="3397250"/>
          <p14:tracePt t="32771" x="6816725" y="3352800"/>
          <p14:tracePt t="32778" x="6896100" y="3289300"/>
          <p14:tracePt t="32779" x="6924675" y="3271838"/>
          <p14:tracePt t="32780" x="6931025" y="3267075"/>
          <p14:tracePt t="32785" x="6981825" y="3238500"/>
          <p14:tracePt t="32792" x="7078663" y="3181350"/>
          <p14:tracePt t="32799" x="7170738" y="3124200"/>
          <p14:tracePt t="32806" x="7267575" y="3073400"/>
          <p14:tracePt t="32813" x="7358063" y="3032125"/>
          <p14:tracePt t="32824" x="7529513" y="2959100"/>
          <p14:tracePt t="32831" x="7597775" y="2935288"/>
          <p14:tracePt t="32835" x="7661275" y="2913063"/>
          <p14:tracePt t="32848" x="7802563" y="2867025"/>
          <p14:tracePt t="32855" x="7859713" y="2851150"/>
          <p14:tracePt t="32863" x="7916863" y="2833688"/>
          <p14:tracePt t="32864" x="7945438" y="2822575"/>
          <p14:tracePt t="32865" x="7956550" y="2822575"/>
          <p14:tracePt t="32865" x="7962900" y="2816225"/>
          <p14:tracePt t="32866" x="7967663" y="2816225"/>
          <p14:tracePt t="32867" x="7980363" y="2809875"/>
          <p14:tracePt t="32871" x="7996238" y="2809875"/>
          <p14:tracePt t="32872" x="7996238" y="2805113"/>
          <p14:tracePt t="32873" x="8002588" y="2798763"/>
          <p14:tracePt t="32873" x="8020050" y="2798763"/>
          <p14:tracePt t="32877" x="8037513" y="2794000"/>
          <p14:tracePt t="32878" x="8037513" y="2787650"/>
          <p14:tracePt t="32879" x="8042275" y="2781300"/>
          <p14:tracePt t="32879" x="8048625" y="2781300"/>
          <p14:tracePt t="32882" x="8059738" y="2781300"/>
          <p14:tracePt t="32889" x="8088313" y="2765425"/>
          <p14:tracePt t="32896" x="8116888" y="2752725"/>
          <p14:tracePt t="32903" x="8134350" y="2741613"/>
          <p14:tracePt t="32911" x="8145463" y="2736850"/>
          <p14:tracePt t="32917" x="8150225" y="2730500"/>
          <p14:tracePt t="33069" x="8150225" y="2736850"/>
          <p14:tracePt t="33073" x="8150225" y="2741613"/>
          <p14:tracePt t="33078" x="8150225" y="2747963"/>
          <p14:tracePt t="33084" x="8150225" y="2759075"/>
          <p14:tracePt t="33091" x="8150225" y="2770188"/>
          <p14:tracePt t="33098" x="8150225" y="2798763"/>
          <p14:tracePt t="33104" x="8145463" y="2816225"/>
          <p14:tracePt t="33112" x="8139113" y="2844800"/>
          <p14:tracePt t="33112" x="8139113" y="2855913"/>
          <p14:tracePt t="33118" x="8134350" y="2873375"/>
          <p14:tracePt t="33125" x="8128000" y="2901950"/>
          <p14:tracePt t="33132" x="8121650" y="2919413"/>
          <p14:tracePt t="33139" x="8116888" y="2930525"/>
          <p14:tracePt t="33140" x="8110538" y="2930525"/>
          <p14:tracePt t="33146" x="8110538" y="2935288"/>
          <p14:tracePt t="33335" x="8110538" y="2930525"/>
          <p14:tracePt t="33339" x="8110538" y="2924175"/>
          <p14:tracePt t="33342" x="8110538" y="2919413"/>
          <p14:tracePt t="33342" x="8110538" y="2913063"/>
          <p14:tracePt t="33347" x="8110538" y="2901950"/>
          <p14:tracePt t="33354" x="8105775" y="2878138"/>
          <p14:tracePt t="33362" x="8093075" y="2838450"/>
          <p14:tracePt t="33368" x="8077200" y="2805113"/>
          <p14:tracePt t="33375" x="8066088" y="2770188"/>
          <p14:tracePt t="33382" x="8053388" y="2747963"/>
          <p14:tracePt t="33389" x="8037513" y="2713038"/>
          <p14:tracePt t="33396" x="8024813" y="2690813"/>
          <p14:tracePt t="33403" x="8013700" y="2668588"/>
          <p14:tracePt t="33404" x="8008938" y="2662238"/>
          <p14:tracePt t="33410" x="8002588" y="2644775"/>
          <p14:tracePt t="33411" x="7996238" y="2644775"/>
          <p14:tracePt t="33411" x="7996238" y="2640013"/>
          <p14:tracePt t="33417" x="7991475" y="2627313"/>
          <p14:tracePt t="33424" x="7991475" y="2616200"/>
          <p14:tracePt t="33431" x="7991475" y="2605088"/>
          <p14:tracePt t="33438" x="7991475" y="2593975"/>
          <p14:tracePt t="33445" x="7991475" y="2582863"/>
          <p14:tracePt t="33452" x="7996238" y="2559050"/>
          <p14:tracePt t="33453" x="7996238" y="2547938"/>
          <p14:tracePt t="33459" x="8002588" y="2530475"/>
          <p14:tracePt t="33466" x="8013700" y="2508250"/>
          <p14:tracePt t="33473" x="8031163" y="2486025"/>
          <p14:tracePt t="33473" x="8037513" y="2479675"/>
          <p14:tracePt t="33474" x="8037513" y="2474913"/>
          <p14:tracePt t="33480" x="8048625" y="2462213"/>
          <p14:tracePt t="33487" x="8066088" y="2446338"/>
          <p14:tracePt t="33487" x="8066088" y="2439988"/>
          <p14:tracePt t="33488" x="8070850" y="2439988"/>
          <p14:tracePt t="33493" x="8081963" y="2428875"/>
          <p14:tracePt t="33501" x="8093075" y="2417763"/>
          <p14:tracePt t="33508" x="8110538" y="2405063"/>
          <p14:tracePt t="33522" x="8162925" y="2389188"/>
          <p14:tracePt t="33522" x="8174038" y="2389188"/>
          <p14:tracePt t="33523" x="8178800" y="2389188"/>
          <p14:tracePt t="33524" x="8185150" y="2389188"/>
          <p14:tracePt t="33525" x="8189913" y="2389188"/>
          <p14:tracePt t="33526" x="8207375" y="2376488"/>
          <p14:tracePt t="33527" x="8213725" y="2376488"/>
          <p14:tracePt t="33530" x="8242300" y="2376488"/>
          <p14:tracePt t="33531" x="8247063" y="2376488"/>
          <p14:tracePt t="33532" x="8253413" y="2376488"/>
          <p14:tracePt t="33535" x="8275638" y="2376488"/>
          <p14:tracePt t="33542" x="8367713" y="2371725"/>
          <p14:tracePt t="33550" x="8482013" y="2371725"/>
          <p14:tracePt t="33551" x="8510588" y="2371725"/>
          <p14:tracePt t="33551" x="8521700" y="2371725"/>
          <p14:tracePt t="33552" x="8539163" y="2376488"/>
          <p14:tracePt t="33553" x="8555038" y="2376488"/>
          <p14:tracePt t="33556" x="8589963" y="2376488"/>
          <p14:tracePt t="33563" x="8715375" y="2393950"/>
          <p14:tracePt t="33564" x="8748713" y="2400300"/>
          <p14:tracePt t="33565" x="8766175" y="2400300"/>
          <p14:tracePt t="33566" x="8801100" y="2405063"/>
          <p14:tracePt t="33570" x="8845550" y="2411413"/>
          <p14:tracePt t="33578" x="8948738" y="2433638"/>
          <p14:tracePt t="33585" x="9039225" y="2457450"/>
          <p14:tracePt t="33598" x="9148763" y="2501900"/>
          <p14:tracePt t="33599" x="9159875" y="2508250"/>
          <p14:tracePt t="33605" x="9182100" y="2530475"/>
          <p14:tracePt t="33612" x="9205913" y="2559050"/>
          <p14:tracePt t="33612" x="9210675" y="2571750"/>
          <p14:tracePt t="33618" x="9217025" y="2587625"/>
          <p14:tracePt t="33625" x="9217025" y="2622550"/>
          <p14:tracePt t="33632" x="9221788" y="2655888"/>
          <p14:tracePt t="33639" x="9221788" y="2701925"/>
          <p14:tracePt t="33646" x="9217025" y="2752725"/>
          <p14:tracePt t="33653" x="9205913" y="2798763"/>
          <p14:tracePt t="33660" x="9188450" y="2862263"/>
          <p14:tracePt t="33661" x="9182100" y="2873375"/>
          <p14:tracePt t="33662" x="9177338" y="2890838"/>
          <p14:tracePt t="33667" x="9164638" y="2913063"/>
          <p14:tracePt t="33674" x="9148763" y="2970213"/>
          <p14:tracePt t="33675" x="9148763" y="2981325"/>
          <p14:tracePt t="33676" x="9148763" y="2987675"/>
          <p14:tracePt t="33681" x="9137650" y="3003550"/>
          <p14:tracePt t="33688" x="9124950" y="3044825"/>
          <p14:tracePt t="33695" x="9113838" y="3078163"/>
          <p14:tracePt t="33702" x="9102725" y="3113088"/>
          <p14:tracePt t="33703" x="9096375" y="3124200"/>
          <p14:tracePt t="33709" x="9091613" y="3146425"/>
          <p14:tracePt t="33716" x="9074150" y="3181350"/>
          <p14:tracePt t="33723" x="9063038" y="3209925"/>
          <p14:tracePt t="33729" x="9045575" y="3243263"/>
          <p14:tracePt t="33737" x="9028113" y="3271838"/>
          <p14:tracePt t="33737" x="9028113" y="3278188"/>
          <p14:tracePt t="33738" x="9023350" y="3282950"/>
          <p14:tracePt t="33739" x="9017000" y="3282950"/>
          <p14:tracePt t="33743" x="9012238" y="3295650"/>
          <p14:tracePt t="33750" x="8994775" y="3317875"/>
          <p14:tracePt t="33757" x="8977313" y="3340100"/>
          <p14:tracePt t="33764" x="8959850" y="3357563"/>
          <p14:tracePt t="33765" x="8948738" y="3363913"/>
          <p14:tracePt t="33771" x="8937625" y="3375025"/>
          <p14:tracePt t="33778" x="8909050" y="3392488"/>
          <p14:tracePt t="33785" x="8880475" y="3397250"/>
          <p14:tracePt t="33792" x="8845550" y="3414713"/>
          <p14:tracePt t="33799" x="8805863" y="3425825"/>
          <p14:tracePt t="33800" x="8788400" y="3425825"/>
          <p14:tracePt t="33801" x="8783638" y="3425825"/>
          <p14:tracePt t="33806" x="8755063" y="3432175"/>
          <p14:tracePt t="33813" x="8691563" y="3436938"/>
          <p14:tracePt t="33814" x="8680450" y="3436938"/>
          <p14:tracePt t="33815" x="8675688" y="3436938"/>
          <p14:tracePt t="33816" x="8658225" y="3436938"/>
          <p14:tracePt t="33817" x="8651875" y="3436938"/>
          <p14:tracePt t="33831" x="8532813" y="3432175"/>
          <p14:tracePt t="33835" x="8493125" y="3425825"/>
          <p14:tracePt t="33848" x="8367713" y="3414713"/>
          <p14:tracePt t="33848" x="8343900" y="3414713"/>
          <p14:tracePt t="33862" x="8235950" y="3403600"/>
          <p14:tracePt t="33862" x="8224838" y="3403600"/>
          <p14:tracePt t="33868" x="8189913" y="3403600"/>
          <p14:tracePt t="33875" x="8139113" y="3403600"/>
          <p14:tracePt t="33882" x="8105775" y="3392488"/>
          <p14:tracePt t="33889" x="8077200" y="3379788"/>
          <p14:tracePt t="33890" x="8070850" y="3379788"/>
          <p14:tracePt t="33896" x="8053388" y="3363913"/>
          <p14:tracePt t="33903" x="8031163" y="3352800"/>
          <p14:tracePt t="33904" x="8031163" y="3346450"/>
          <p14:tracePt t="33910" x="8020050" y="3328988"/>
          <p14:tracePt t="33917" x="7996238" y="3311525"/>
          <p14:tracePt t="33924" x="7980363" y="3282950"/>
          <p14:tracePt t="33931" x="7962900" y="3243263"/>
          <p14:tracePt t="33938" x="7956550" y="3209925"/>
          <p14:tracePt t="33945" x="7945438" y="3163888"/>
          <p14:tracePt t="33952" x="7940675" y="3124200"/>
          <p14:tracePt t="33952" x="7940675" y="3113088"/>
          <p14:tracePt t="33953" x="7934325" y="3106738"/>
          <p14:tracePt t="33959" x="7934325" y="3073400"/>
          <p14:tracePt t="33966" x="7927975" y="3021013"/>
          <p14:tracePt t="33973" x="7927975" y="2987675"/>
          <p14:tracePt t="33979" x="7923213" y="2952750"/>
          <p14:tracePt t="33986" x="7916863" y="2919413"/>
          <p14:tracePt t="33987" x="7916863" y="2906713"/>
          <p14:tracePt t="33988" x="7916863" y="2901950"/>
          <p14:tracePt t="33989" x="7916863" y="2895600"/>
          <p14:tracePt t="33993" x="7916863" y="2884488"/>
          <p14:tracePt t="34000" x="7912100" y="2838450"/>
          <p14:tracePt t="34007" x="7905750" y="2809875"/>
          <p14:tracePt t="34008" x="7905750" y="2798763"/>
          <p14:tracePt t="34009" x="7899400" y="2798763"/>
          <p14:tracePt t="34014" x="7899400" y="2781300"/>
          <p14:tracePt t="34015" x="7899400" y="2770188"/>
          <p14:tracePt t="34021" x="7899400" y="2747963"/>
          <p14:tracePt t="34028" x="7894638" y="2725738"/>
          <p14:tracePt t="34029" x="7894638" y="2708275"/>
          <p14:tracePt t="34035" x="7894638" y="2697163"/>
          <p14:tracePt t="34042" x="7894638" y="2673350"/>
          <p14:tracePt t="34043" x="7894638" y="2668588"/>
          <p14:tracePt t="34043" x="7899400" y="2668588"/>
          <p14:tracePt t="34049" x="7905750" y="2655888"/>
          <p14:tracePt t="34050" x="7905750" y="2651125"/>
          <p14:tracePt t="34056" x="7916863" y="2640013"/>
          <p14:tracePt t="34063" x="7927975" y="2627313"/>
          <p14:tracePt t="34070" x="7940675" y="2616200"/>
          <p14:tracePt t="34077" x="7962900" y="2605088"/>
          <p14:tracePt t="34078" x="7980363" y="2600325"/>
          <p14:tracePt t="34084" x="7996238" y="2600325"/>
          <p14:tracePt t="34091" x="8042275" y="2593975"/>
          <p14:tracePt t="34098" x="8081963" y="2587625"/>
          <p14:tracePt t="34105" x="8150225" y="2587625"/>
          <p14:tracePt t="34112" x="8231188" y="2587625"/>
          <p14:tracePt t="34113" x="8253413" y="2587625"/>
          <p14:tracePt t="34113" x="8270875" y="2593975"/>
          <p14:tracePt t="34118" x="8315325" y="2600325"/>
          <p14:tracePt t="34125" x="8396288" y="2616200"/>
          <p14:tracePt t="34132" x="8475663" y="2640013"/>
          <p14:tracePt t="34140" x="8561388" y="2668588"/>
          <p14:tracePt t="34147" x="8640763" y="2690813"/>
          <p14:tracePt t="34154" x="8720138" y="2713038"/>
          <p14:tracePt t="34161" x="8783638" y="2730500"/>
          <p14:tracePt t="34168" x="8823325" y="2741613"/>
          <p14:tracePt t="34175" x="8851900" y="2752725"/>
          <p14:tracePt t="34181" x="8869363" y="2759075"/>
          <p14:tracePt t="34188" x="8874125" y="2759075"/>
          <p14:tracePt t="34200" x="8874125" y="2765425"/>
          <p14:tracePt t="34206" x="8874125" y="2776538"/>
          <p14:tracePt t="34210" x="8874125" y="2781300"/>
          <p14:tracePt t="34216" x="8874125" y="2794000"/>
          <p14:tracePt t="34223" x="8874125" y="2833688"/>
          <p14:tracePt t="34230" x="8874125" y="2867025"/>
          <p14:tracePt t="34237" x="8874125" y="2913063"/>
          <p14:tracePt t="34243" x="8863013" y="2970213"/>
          <p14:tracePt t="34250" x="8858250" y="3027363"/>
          <p14:tracePt t="34257" x="8845550" y="3078163"/>
          <p14:tracePt t="34265" x="8840788" y="3135313"/>
          <p14:tracePt t="34266" x="8840788" y="3141663"/>
          <p14:tracePt t="34266" x="8840788" y="3152775"/>
          <p14:tracePt t="34271" x="8834438" y="3175000"/>
          <p14:tracePt t="34278" x="8823325" y="3209925"/>
          <p14:tracePt t="34292" x="8812213" y="3254375"/>
          <p14:tracePt t="34293" x="8812213" y="3260725"/>
          <p14:tracePt t="34299" x="8805863" y="3271838"/>
          <p14:tracePt t="34306" x="8801100" y="3278188"/>
          <p14:tracePt t="34313" x="8794750" y="3289300"/>
          <p14:tracePt t="34320" x="8783638" y="3295650"/>
          <p14:tracePt t="34327" x="8772525" y="3295650"/>
          <p14:tracePt t="34334" x="8766175" y="3300413"/>
          <p14:tracePt t="34341" x="8748713" y="3306763"/>
          <p14:tracePt t="34348" x="8732838" y="3311525"/>
          <p14:tracePt t="34355" x="8720138" y="3311525"/>
          <p14:tracePt t="34362" x="8697913" y="3317875"/>
          <p14:tracePt t="34368" x="8669338" y="3324225"/>
          <p14:tracePt t="34375" x="8640763" y="3328988"/>
          <p14:tracePt t="34382" x="8612188" y="3335338"/>
          <p14:tracePt t="34389" x="8583613" y="3346450"/>
          <p14:tracePt t="34390" x="8572500" y="3346450"/>
          <p14:tracePt t="34396" x="8550275" y="3346450"/>
          <p14:tracePt t="34404" x="8521700" y="3352800"/>
          <p14:tracePt t="34411" x="8486775" y="3352800"/>
          <p14:tracePt t="34418" x="8458200" y="3352800"/>
          <p14:tracePt t="34425" x="8424863" y="3352800"/>
          <p14:tracePt t="34431" x="8401050" y="3352800"/>
          <p14:tracePt t="34438" x="8385175" y="3352800"/>
          <p14:tracePt t="34445" x="8361363" y="3340100"/>
          <p14:tracePt t="34452" x="8339138" y="3335338"/>
          <p14:tracePt t="34459" x="8321675" y="3317875"/>
          <p14:tracePt t="34466" x="8304213" y="3311525"/>
          <p14:tracePt t="34473" x="8293100" y="3295650"/>
          <p14:tracePt t="34474" x="8281988" y="3295650"/>
          <p14:tracePt t="34475" x="8281988" y="3289300"/>
          <p14:tracePt t="34480" x="8275638" y="3289300"/>
          <p14:tracePt t="34487" x="8270875" y="3271838"/>
          <p14:tracePt t="34494" x="8259763" y="3254375"/>
          <p14:tracePt t="34501" x="8253413" y="3243263"/>
          <p14:tracePt t="34507" x="8253413" y="3232150"/>
          <p14:tracePt t="34514" x="8253413" y="3214688"/>
          <p14:tracePt t="34521" x="8253413" y="3203575"/>
          <p14:tracePt t="34528" x="8253413" y="3186113"/>
          <p14:tracePt t="34529" x="8253413" y="3181350"/>
          <p14:tracePt t="34535" x="8253413" y="3170238"/>
          <p14:tracePt t="34536" x="8253413" y="3163888"/>
          <p14:tracePt t="34542" x="8259763" y="3152775"/>
          <p14:tracePt t="34549" x="8264525" y="3135313"/>
          <p14:tracePt t="34556" x="8264525" y="3124200"/>
          <p14:tracePt t="34563" x="8270875" y="3113088"/>
          <p14:tracePt t="34570" x="8270875" y="3106738"/>
          <p14:tracePt t="34577" x="8270875" y="3101975"/>
          <p14:tracePt t="34584" x="8270875" y="3095625"/>
          <p14:tracePt t="34601" x="8270875" y="3089275"/>
          <p14:tracePt t="34607" x="8270875" y="3084513"/>
          <p14:tracePt t="34609" x="8270875" y="3078163"/>
          <p14:tracePt t="34614" x="8264525" y="3078163"/>
          <p14:tracePt t="34618" x="8259763" y="3073400"/>
          <p14:tracePt t="34625" x="8247063" y="3060700"/>
          <p14:tracePt t="34632" x="8231188" y="3049588"/>
          <p14:tracePt t="34639" x="8218488" y="3032125"/>
          <p14:tracePt t="34640" x="8207375" y="3032125"/>
          <p14:tracePt t="34641" x="8207375" y="3027363"/>
          <p14:tracePt t="34646" x="8196263" y="3021013"/>
          <p14:tracePt t="34653" x="8178800" y="3009900"/>
          <p14:tracePt t="34654" x="8174038" y="3003550"/>
          <p14:tracePt t="34660" x="8162925" y="2992438"/>
          <p14:tracePt t="34661" x="8150225" y="2987675"/>
          <p14:tracePt t="34667" x="8134350" y="2976563"/>
          <p14:tracePt t="34674" x="8099425" y="2959100"/>
          <p14:tracePt t="34675" x="8088313" y="2947988"/>
          <p14:tracePt t="34681" x="8053388" y="2930525"/>
          <p14:tracePt t="34688" x="8002588" y="2901950"/>
          <p14:tracePt t="34695" x="7934325" y="2862263"/>
          <p14:tracePt t="34702" x="7837488" y="2816225"/>
          <p14:tracePt t="34708" x="7729538" y="2781300"/>
          <p14:tracePt t="34715" x="7569200" y="2736850"/>
          <p14:tracePt t="34723" x="7415213" y="2701925"/>
          <p14:tracePt t="34724" x="7358063" y="2690813"/>
          <p14:tracePt t="34724" x="7329488" y="2684463"/>
          <p14:tracePt t="34725" x="7300913" y="2679700"/>
          <p14:tracePt t="34729" x="7199313" y="2662238"/>
          <p14:tracePt t="34736" x="6953250" y="2616200"/>
          <p14:tracePt t="34743" x="6669088" y="2559050"/>
          <p14:tracePt t="34750" x="6303963" y="2474913"/>
          <p14:tracePt t="34751" x="6200775" y="2451100"/>
          <p14:tracePt t="34752" x="6149975" y="2439988"/>
          <p14:tracePt t="34757" x="5910263" y="2382838"/>
          <p14:tracePt t="34765" x="5465763" y="2286000"/>
          <p14:tracePt t="34765" x="5364163" y="2263775"/>
          <p14:tracePt t="34766" x="5295900" y="2251075"/>
          <p14:tracePt t="34767" x="5214938" y="2239963"/>
          <p14:tracePt t="34771" x="5060950" y="2206625"/>
          <p14:tracePt t="34778" x="4594225" y="2120900"/>
          <p14:tracePt t="34785" x="4160838" y="2052638"/>
          <p14:tracePt t="34786" x="4057650" y="2028825"/>
          <p14:tracePt t="34787" x="4006850" y="2024063"/>
          <p14:tracePt t="34788" x="3944938" y="2017713"/>
          <p14:tracePt t="34792" x="3835400" y="2006600"/>
          <p14:tracePt t="34799" x="3436938" y="1949450"/>
          <p14:tracePt t="34806" x="3106738" y="1916113"/>
          <p14:tracePt t="34814" x="2787650" y="1887538"/>
          <p14:tracePt t="34815" x="2741613" y="1881188"/>
          <p14:tracePt t="34815" x="2706688" y="1881188"/>
          <p14:tracePt t="34816" x="2662238" y="1874838"/>
          <p14:tracePt t="34820" x="2536825" y="1870075"/>
          <p14:tracePt t="34827" x="2222500" y="1858963"/>
          <p14:tracePt t="34834" x="2000250" y="1858963"/>
          <p14:tracePt t="34841" x="1733550" y="1852613"/>
          <p14:tracePt t="34848" x="1487488" y="1846263"/>
          <p14:tracePt t="34855" x="1293813" y="1835150"/>
          <p14:tracePt t="34862" x="1100138" y="1824038"/>
          <p14:tracePt t="34869" x="923925" y="1824038"/>
          <p14:tracePt t="34876" x="774700" y="1824038"/>
          <p14:tracePt t="34878" x="735013" y="1824038"/>
          <p14:tracePt t="34879" x="717550" y="1824038"/>
          <p14:tracePt t="34879" x="701675" y="1824038"/>
          <p14:tracePt t="34880" x="688975" y="1824038"/>
          <p14:tracePt t="34881" x="684213" y="1824038"/>
          <p14:tracePt t="34883" x="666750" y="1824038"/>
          <p14:tracePt t="34884" x="655638" y="1824038"/>
          <p14:tracePt t="34885" x="649288" y="1824038"/>
          <p14:tracePt t="34886" x="644525" y="1824038"/>
          <p14:tracePt t="34890" x="627063" y="1830388"/>
          <p14:tracePt t="34897" x="587375" y="1841500"/>
          <p14:tracePt t="34903" x="563563" y="1846263"/>
          <p14:tracePt t="34910" x="541338" y="1863725"/>
          <p14:tracePt t="34917" x="530225" y="1881188"/>
          <p14:tracePt t="34924" x="512763" y="1909763"/>
          <p14:tracePt t="34925" x="508000" y="1920875"/>
          <p14:tracePt t="34926" x="501650" y="1931988"/>
          <p14:tracePt t="34932" x="495300" y="1949450"/>
          <p14:tracePt t="34938" x="473075" y="2012950"/>
          <p14:tracePt t="34939" x="466725" y="2028825"/>
          <p14:tracePt t="34940" x="455613" y="2046288"/>
          <p14:tracePt t="34945" x="455613" y="2074863"/>
          <p14:tracePt t="34952" x="433388" y="2171700"/>
          <p14:tracePt t="34959" x="427038" y="2268538"/>
          <p14:tracePt t="34966" x="422275" y="2365375"/>
          <p14:tracePt t="34973" x="411163" y="2479675"/>
          <p14:tracePt t="34980" x="411163" y="2554288"/>
          <p14:tracePt t="34987" x="411163" y="2662238"/>
          <p14:tracePt t="34994" x="411163" y="2730500"/>
          <p14:tracePt t="35001" x="415925" y="2781300"/>
          <p14:tracePt t="35008" x="427038" y="2822575"/>
          <p14:tracePt t="35008" x="433388" y="2833688"/>
          <p14:tracePt t="35015" x="444500" y="2851150"/>
          <p14:tracePt t="35021" x="450850" y="2873375"/>
          <p14:tracePt t="35028" x="466725" y="2884488"/>
          <p14:tracePt t="35035" x="484188" y="2906713"/>
          <p14:tracePt t="35042" x="495300" y="2919413"/>
          <p14:tracePt t="35049" x="508000" y="2924175"/>
          <p14:tracePt t="35056" x="512763" y="2941638"/>
          <p14:tracePt t="35063" x="519113" y="2947988"/>
          <p14:tracePt t="35070" x="523875" y="2963863"/>
          <p14:tracePt t="35077" x="530225" y="2987675"/>
          <p14:tracePt t="35084" x="530225" y="3003550"/>
          <p14:tracePt t="35091" x="530225" y="3021013"/>
          <p14:tracePt t="35098" x="530225" y="3049588"/>
          <p14:tracePt t="35105" x="530225" y="3078163"/>
          <p14:tracePt t="35112" x="530225" y="3095625"/>
          <p14:tracePt t="35113" x="530225" y="3113088"/>
          <p14:tracePt t="35119" x="523875" y="3128963"/>
          <p14:tracePt t="35126" x="512763" y="3152775"/>
          <p14:tracePt t="35133" x="512763" y="3181350"/>
          <p14:tracePt t="35140" x="495300" y="3198813"/>
          <p14:tracePt t="35140" x="495300" y="3209925"/>
          <p14:tracePt t="35146" x="484188" y="3221038"/>
          <p14:tracePt t="35153" x="473075" y="3243263"/>
          <p14:tracePt t="35160" x="455613" y="3267075"/>
          <p14:tracePt t="35167" x="438150" y="3278188"/>
          <p14:tracePt t="35168" x="433388" y="3282950"/>
          <p14:tracePt t="35174" x="422275" y="3289300"/>
          <p14:tracePt t="35175" x="415925" y="3295650"/>
          <p14:tracePt t="35181" x="411163" y="3295650"/>
          <p14:tracePt t="35188" x="404813" y="3295650"/>
          <p14:tracePt t="35216" x="398463" y="3289300"/>
          <p14:tracePt t="35218" x="398463" y="3282950"/>
          <p14:tracePt t="35222" x="393700" y="3278188"/>
          <p14:tracePt t="35230" x="393700" y="3260725"/>
          <p14:tracePt t="35231" x="387350" y="3249613"/>
          <p14:tracePt t="35237" x="382588" y="3232150"/>
          <p14:tracePt t="35243" x="369888" y="3203575"/>
          <p14:tracePt t="35250" x="354013" y="3186113"/>
          <p14:tracePt t="35251" x="354013" y="3175000"/>
          <p14:tracePt t="35252" x="354013" y="3170238"/>
          <p14:tracePt t="35257" x="347663" y="3163888"/>
          <p14:tracePt t="35264" x="341313" y="3157538"/>
          <p14:tracePt t="35271" x="336550" y="3152775"/>
          <p14:tracePt t="35342" x="336550" y="3146425"/>
          <p14:tracePt t="35346" x="336550" y="3141663"/>
          <p14:tracePt t="35350" x="336550" y="3135313"/>
          <p14:tracePt t="35354" x="336550" y="3124200"/>
          <p14:tracePt t="35361" x="341313" y="3095625"/>
          <p14:tracePt t="35362" x="347663" y="3084513"/>
          <p14:tracePt t="35363" x="354013" y="3073400"/>
          <p14:tracePt t="35368" x="358775" y="3055938"/>
          <p14:tracePt t="35375" x="369888" y="3009900"/>
          <p14:tracePt t="35382" x="387350" y="2976563"/>
          <p14:tracePt t="35389" x="398463" y="2935288"/>
          <p14:tracePt t="35396" x="411163" y="2901950"/>
          <p14:tracePt t="35397" x="415925" y="2895600"/>
          <p14:tracePt t="35398" x="422275" y="2890838"/>
          <p14:tracePt t="35399" x="422275" y="2884488"/>
          <p14:tracePt t="35403" x="427038" y="2873375"/>
          <p14:tracePt t="35410" x="438150" y="2851150"/>
          <p14:tracePt t="35417" x="455613" y="2833688"/>
          <p14:tracePt t="35424" x="479425" y="2809875"/>
          <p14:tracePt t="35425" x="490538" y="2805113"/>
          <p14:tracePt t="35431" x="501650" y="2794000"/>
          <p14:tracePt t="35438" x="536575" y="2781300"/>
          <p14:tracePt t="35439" x="547688" y="2776538"/>
          <p14:tracePt t="35445" x="569913" y="2765425"/>
          <p14:tracePt t="35453" x="615950" y="2752725"/>
          <p14:tracePt t="35460" x="655638" y="2752725"/>
          <p14:tracePt t="35473" x="774700" y="2719388"/>
          <p14:tracePt t="35474" x="792163" y="2719388"/>
          <p14:tracePt t="35475" x="798513" y="2719388"/>
          <p14:tracePt t="35480" x="827088" y="2713038"/>
          <p14:tracePt t="35487" x="877888" y="2701925"/>
          <p14:tracePt t="35494" x="935038" y="2690813"/>
          <p14:tracePt t="35501" x="1003300" y="2679700"/>
          <p14:tracePt t="35508" x="1060450" y="2668588"/>
          <p14:tracePt t="35514" x="1111250" y="2668588"/>
          <p14:tracePt t="35521" x="1150938" y="2662238"/>
          <p14:tracePt t="35529" x="1185863" y="2662238"/>
          <p14:tracePt t="35536" x="1219200" y="2662238"/>
          <p14:tracePt t="35542" x="1243013" y="2662238"/>
          <p14:tracePt t="35549" x="1265238" y="2662238"/>
          <p14:tracePt t="35556" x="1282700" y="2668588"/>
          <p14:tracePt t="35563" x="1287463" y="2679700"/>
          <p14:tracePt t="35564" x="1300163" y="2684463"/>
          <p14:tracePt t="35570" x="1304925" y="2697163"/>
          <p14:tracePt t="35577" x="1322388" y="2725738"/>
          <p14:tracePt t="35578" x="1328738" y="2736850"/>
          <p14:tracePt t="35579" x="1333500" y="2741613"/>
          <p14:tracePt t="35580" x="1333500" y="2747963"/>
          <p14:tracePt t="35584" x="1344613" y="2770188"/>
          <p14:tracePt t="35591" x="1368425" y="2822575"/>
          <p14:tracePt t="35598" x="1390650" y="2890838"/>
          <p14:tracePt t="35605" x="1412875" y="2947988"/>
          <p14:tracePt t="35612" x="1430338" y="3009900"/>
          <p14:tracePt t="35619" x="1441450" y="3055938"/>
          <p14:tracePt t="35625" x="1458913" y="3106738"/>
          <p14:tracePt t="35632" x="1465263" y="3152775"/>
          <p14:tracePt t="35640" x="1470025" y="3186113"/>
          <p14:tracePt t="35646" x="1482725" y="3238500"/>
          <p14:tracePt t="35653" x="1482725" y="3271838"/>
          <p14:tracePt t="35660" x="1482725" y="3317875"/>
          <p14:tracePt t="35667" x="1482725" y="3352800"/>
          <p14:tracePt t="35674" x="1476375" y="3386138"/>
          <p14:tracePt t="35681" x="1470025" y="3414713"/>
          <p14:tracePt t="35688" x="1458913" y="3454400"/>
          <p14:tracePt t="35695" x="1447800" y="3482975"/>
          <p14:tracePt t="35702" x="1436688" y="3511550"/>
          <p14:tracePt t="35703" x="1430338" y="3517900"/>
          <p14:tracePt t="35703" x="1425575" y="3522663"/>
          <p14:tracePt t="35709" x="1419225" y="3533775"/>
          <p14:tracePt t="35716" x="1401763" y="3551238"/>
          <p14:tracePt t="35723" x="1390650" y="3562350"/>
          <p14:tracePt t="35730" x="1373188" y="3579813"/>
          <p14:tracePt t="35736" x="1344613" y="3590925"/>
          <p14:tracePt t="35743" x="1300163" y="3614738"/>
          <p14:tracePt t="35750" x="1225550" y="3630613"/>
          <p14:tracePt t="35757" x="1162050" y="3648075"/>
          <p14:tracePt t="35764" x="1065213" y="3671888"/>
          <p14:tracePt t="35765" x="1020763" y="3676650"/>
          <p14:tracePt t="35766" x="1003300" y="3683000"/>
          <p14:tracePt t="35771" x="957263" y="3683000"/>
          <p14:tracePt t="35778" x="871538" y="3687763"/>
          <p14:tracePt t="35785" x="712788" y="3694113"/>
          <p14:tracePt t="35786" x="684213" y="3694113"/>
          <p14:tracePt t="35792" x="592138" y="3687763"/>
          <p14:tracePt t="35799" x="479425" y="3683000"/>
          <p14:tracePt t="35800" x="461963" y="3676650"/>
          <p14:tracePt t="35800" x="444500" y="3676650"/>
          <p14:tracePt t="35801" x="427038" y="3676650"/>
          <p14:tracePt t="35806" x="369888" y="3665538"/>
          <p14:tracePt t="35813" x="244475" y="3643313"/>
          <p14:tracePt t="35824" x="103188" y="3603625"/>
          <p14:tracePt t="35825" x="74613" y="3586163"/>
          <p14:tracePt t="35826" x="61913" y="3579813"/>
          <p14:tracePt t="35830" x="28575" y="3562350"/>
          <p14:tracePt t="35926" x="11113" y="2701925"/>
          <p14:tracePt t="35927" x="28575" y="2697163"/>
          <p14:tracePt t="35927" x="34925" y="2690813"/>
          <p14:tracePt t="35929" x="46038" y="2673350"/>
          <p14:tracePt t="35932" x="68263" y="2662238"/>
          <p14:tracePt t="35932" x="74613" y="2651125"/>
          <p14:tracePt t="35933" x="85725" y="2644775"/>
          <p14:tracePt t="35938" x="119063" y="2611438"/>
          <p14:tracePt t="35945" x="193675" y="2559050"/>
          <p14:tracePt t="35946" x="211138" y="2543175"/>
          <p14:tracePt t="35947" x="228600" y="2543175"/>
          <p14:tracePt t="35948" x="233363" y="2530475"/>
          <p14:tracePt t="35949" x="239713" y="2530475"/>
          <p14:tracePt t="35950" x="250825" y="2525713"/>
          <p14:tracePt t="35952" x="261938" y="2519363"/>
          <p14:tracePt t="35953" x="279400" y="2508250"/>
          <p14:tracePt t="35954" x="290513" y="2501900"/>
          <p14:tracePt t="35955" x="296863" y="2501900"/>
          <p14:tracePt t="35956" x="307975" y="2497138"/>
          <p14:tracePt t="35959" x="319088" y="2490788"/>
          <p14:tracePt t="35966" x="382588" y="2462213"/>
          <p14:tracePt t="35973" x="438150" y="2446338"/>
          <p14:tracePt t="35980" x="490538" y="2428875"/>
          <p14:tracePt t="35987" x="558800" y="2422525"/>
          <p14:tracePt t="35993" x="604838" y="2411413"/>
          <p14:tracePt t="36001" x="660400" y="2411413"/>
          <p14:tracePt t="36007" x="741363" y="2411413"/>
          <p14:tracePt t="36015" x="820738" y="2417763"/>
          <p14:tracePt t="36015" x="831850" y="2428875"/>
          <p14:tracePt t="36016" x="849313" y="2428875"/>
          <p14:tracePt t="36017" x="855663" y="2433638"/>
          <p14:tracePt t="36021" x="877888" y="2439988"/>
          <p14:tracePt t="36028" x="946150" y="2468563"/>
          <p14:tracePt t="36035" x="992188" y="2497138"/>
          <p14:tracePt t="36036" x="1009650" y="2514600"/>
          <p14:tracePt t="36037" x="1020763" y="2519363"/>
          <p14:tracePt t="36042" x="1042988" y="2543175"/>
          <p14:tracePt t="36049" x="1093788" y="2593975"/>
          <p14:tracePt t="36056" x="1139825" y="2655888"/>
          <p14:tracePt t="36063" x="1190625" y="2719388"/>
          <p14:tracePt t="36070" x="1231900" y="2787650"/>
          <p14:tracePt t="36077" x="1258888" y="2833688"/>
          <p14:tracePt t="36084" x="1293813" y="2895600"/>
          <p14:tracePt t="36091" x="1311275" y="2935288"/>
          <p14:tracePt t="36098" x="1316038" y="2963863"/>
          <p14:tracePt t="36099" x="1322388" y="2976563"/>
          <p14:tracePt t="36105" x="1328738" y="2992438"/>
          <p14:tracePt t="36112" x="1333500" y="3021013"/>
          <p14:tracePt t="36119" x="1339850" y="3049588"/>
          <p14:tracePt t="36126" x="1344613" y="3078163"/>
          <p14:tracePt t="36133" x="1344613" y="3095625"/>
          <p14:tracePt t="36140" x="1344613" y="3106738"/>
          <p14:tracePt t="36146" x="1344613" y="3113088"/>
          <p14:tracePt t="45777" x="1350963" y="3113088"/>
          <p14:tracePt t="45779" x="1357313" y="3113088"/>
          <p14:tracePt t="45786" x="1368425" y="3113088"/>
          <p14:tracePt t="45786" x="1379538" y="3113088"/>
          <p14:tracePt t="45792" x="1401763" y="3113088"/>
          <p14:tracePt t="45799" x="1436688" y="3113088"/>
          <p14:tracePt t="45800" x="1447800" y="3113088"/>
          <p14:tracePt t="45806" x="1470025" y="3113088"/>
          <p14:tracePt t="45814" x="1487488" y="3113088"/>
          <p14:tracePt t="45814" x="1493838" y="3113088"/>
          <p14:tracePt t="50152" x="1498600" y="3113088"/>
          <p14:tracePt t="65294" x="1504950" y="3113088"/>
          <p14:tracePt t="65299" x="1516063" y="3106738"/>
          <p14:tracePt t="65300" x="1527175" y="3106738"/>
          <p14:tracePt t="65314" x="1652588" y="3003550"/>
          <p14:tracePt t="65314" x="1687513" y="2981325"/>
          <p14:tracePt t="65320" x="1766888" y="2924175"/>
          <p14:tracePt t="65327" x="1881188" y="2851150"/>
          <p14:tracePt t="65328" x="1892300" y="2844800"/>
          <p14:tracePt t="65329" x="1914525" y="2833688"/>
          <p14:tracePt t="65329" x="1927225" y="2827338"/>
          <p14:tracePt t="65334" x="1995488" y="2787650"/>
          <p14:tracePt t="65341" x="2120900" y="2730500"/>
          <p14:tracePt t="65348" x="2217738" y="2690813"/>
          <p14:tracePt t="65355" x="2314575" y="2651125"/>
          <p14:tracePt t="65362" x="2400300" y="2611438"/>
          <p14:tracePt t="65369" x="2455863" y="2571750"/>
          <p14:tracePt t="65376" x="2508250" y="2525713"/>
          <p14:tracePt t="65377" x="2519363" y="2508250"/>
          <p14:tracePt t="65377" x="2519363" y="2501900"/>
          <p14:tracePt t="65383" x="2536825" y="2479675"/>
          <p14:tracePt t="65390" x="2559050" y="2433638"/>
          <p14:tracePt t="65397" x="2570163" y="2393950"/>
          <p14:tracePt t="65397" x="2570163" y="2382838"/>
          <p14:tracePt t="65403" x="2581275" y="2354263"/>
          <p14:tracePt t="65411" x="2598738" y="2303463"/>
          <p14:tracePt t="65412" x="2598738" y="2286000"/>
          <p14:tracePt t="65412" x="2598738" y="2279650"/>
          <p14:tracePt t="65417" x="2609850" y="2263775"/>
          <p14:tracePt t="65424" x="2616200" y="2228850"/>
          <p14:tracePt t="65425" x="2616200" y="2217738"/>
          <p14:tracePt t="65426" x="2616200" y="2211388"/>
          <p14:tracePt t="65426" x="2622550" y="2211388"/>
          <p14:tracePt t="65431" x="2627313" y="2195513"/>
          <p14:tracePt t="65438" x="2638425" y="2160588"/>
          <p14:tracePt t="65445" x="2651125" y="2138363"/>
          <p14:tracePt t="65452" x="2655888" y="2120900"/>
          <p14:tracePt t="65453" x="2662238" y="2109788"/>
          <p14:tracePt t="65459" x="2667000" y="2097088"/>
          <p14:tracePt t="65466" x="2679700" y="2081213"/>
          <p14:tracePt t="65473" x="2690813" y="2063750"/>
          <p14:tracePt t="65480" x="2701925" y="2041525"/>
          <p14:tracePt t="65487" x="2713038" y="2017713"/>
          <p14:tracePt t="65488" x="2719388" y="2006600"/>
          <p14:tracePt t="65488" x="2719388" y="2000250"/>
          <p14:tracePt t="65494" x="2730500" y="1984375"/>
          <p14:tracePt t="65501" x="2747963" y="1949450"/>
          <p14:tracePt t="65508" x="2759075" y="1927225"/>
          <p14:tracePt t="65515" x="2763838" y="1898650"/>
          <p14:tracePt t="65522" x="2776538" y="1874838"/>
          <p14:tracePt t="65529" x="2781300" y="1863725"/>
          <p14:tracePt t="65536" x="2787650" y="1852613"/>
          <p14:tracePt t="65536" x="2787650" y="1846263"/>
          <p14:tracePt t="65542" x="2792413" y="1835150"/>
          <p14:tracePt t="65550" x="2798763" y="1824038"/>
          <p14:tracePt t="65557" x="2816225" y="1806575"/>
          <p14:tracePt t="65564" x="2832100" y="1784350"/>
          <p14:tracePt t="65571" x="2860675" y="1755775"/>
          <p14:tracePt t="65585" x="2946400" y="1676400"/>
          <p14:tracePt t="65586" x="2970213" y="1665288"/>
          <p14:tracePt t="65586" x="2974975" y="1652588"/>
          <p14:tracePt t="65599" x="3089275" y="1568450"/>
          <p14:tracePt t="65605" x="3192463" y="1487488"/>
          <p14:tracePt t="65613" x="3317875" y="1408113"/>
          <p14:tracePt t="65619" x="3443288" y="1322388"/>
          <p14:tracePt t="65620" x="3482975" y="1300163"/>
          <p14:tracePt t="65626" x="3568700" y="1236663"/>
          <p14:tracePt t="65633" x="3727450" y="1128713"/>
          <p14:tracePt t="65640" x="3870325" y="1038225"/>
          <p14:tracePt t="65654" x="4251325" y="798513"/>
          <p14:tracePt t="65668" x="4627563" y="581025"/>
          <p14:tracePt t="65669" x="4679950" y="558800"/>
          <p14:tracePt t="65669" x="4708525" y="541338"/>
          <p14:tracePt t="65674" x="4838700" y="466725"/>
          <p14:tracePt t="65681" x="5032375" y="376238"/>
          <p14:tracePt t="65688" x="5210175" y="296863"/>
          <p14:tracePt t="65695" x="5397500" y="222250"/>
          <p14:tracePt t="65702" x="5534025" y="165100"/>
          <p14:tracePt t="65709" x="5648325" y="119063"/>
          <p14:tracePt t="65716" x="5734050" y="68263"/>
          <p14:tracePt t="65723" x="5797550" y="34925"/>
          <p14:tracePt t="65730" x="5842000" y="6350"/>
        </p14:tracePtLst>
      </p14:laserTrace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" name="Modelo 3D 11" descr="Emoji Pensando">
                <a:extLst>
                  <a:ext uri="{FF2B5EF4-FFF2-40B4-BE49-F238E27FC236}">
                    <a16:creationId xmlns:a16="http://schemas.microsoft.com/office/drawing/2014/main" id="{F6837490-7382-0A38-5F70-71A1AE6CA31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30733604"/>
                  </p:ext>
                </p:extLst>
              </p:nvPr>
            </p:nvGraphicFramePr>
            <p:xfrm>
              <a:off x="0" y="-223340"/>
              <a:ext cx="1776043" cy="2269915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1776043" cy="2269915"/>
                    </a:xfrm>
                    <a:prstGeom prst="rect">
                      <a:avLst/>
                    </a:prstGeom>
                  </am3d:spPr>
                  <am3d:camera>
                    <am3d:pos x="0" y="0" z="7833596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9687" d="1000000"/>
                    <am3d:preTrans dx="3" dy="-16951004" dz="-1048983"/>
                    <am3d:scale>
                      <am3d:sx n="1000000" d="1000000"/>
                      <am3d:sy n="1000000" d="1000000"/>
                      <am3d:sz n="1000000" d="1000000"/>
                    </am3d:scale>
                    <am3d:rot ax="1359085" ay="1668197" az="66088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31057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" name="Modelo 3D 11" descr="Emoji Pensando">
                <a:extLst>
                  <a:ext uri="{FF2B5EF4-FFF2-40B4-BE49-F238E27FC236}">
                    <a16:creationId xmlns:a16="http://schemas.microsoft.com/office/drawing/2014/main" id="{F6837490-7382-0A38-5F70-71A1AE6CA31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-223340"/>
                <a:ext cx="1776043" cy="2269915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Imagem 12">
            <a:extLst>
              <a:ext uri="{FF2B5EF4-FFF2-40B4-BE49-F238E27FC236}">
                <a16:creationId xmlns:a16="http://schemas.microsoft.com/office/drawing/2014/main" id="{280B4D6A-ED67-A8A0-992E-932C0C68C3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148978"/>
            <a:ext cx="6619808" cy="3775571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BBC53BB-A1E9-02F3-8646-10B784879F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1649" y="2148978"/>
            <a:ext cx="5283201" cy="3775571"/>
          </a:xfrm>
          <a:prstGeom prst="rect">
            <a:avLst/>
          </a:prstGeom>
        </p:spPr>
      </p:pic>
      <p:pic>
        <p:nvPicPr>
          <p:cNvPr id="9" name="Áudio 8">
            <a:hlinkClick r:id="" action="ppaction://media"/>
            <a:extLst>
              <a:ext uri="{FF2B5EF4-FFF2-40B4-BE49-F238E27FC236}">
                <a16:creationId xmlns:a16="http://schemas.microsoft.com/office/drawing/2014/main" id="{F95ED26C-FF57-ACD0-AD3C-9F218C46DC31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9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94041164"/>
      </p:ext>
    </p:extLst>
  </p:cSld>
  <p:clrMapOvr>
    <a:masterClrMapping/>
  </p:clrMapOvr>
  <p:transition spd="slow" advTm="46576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9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1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3d.object.rotation.y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-0.0012"/>
                                          </p:val>
                                        </p:tav>
                                        <p:tav tm="2250">
                                          <p:val>
                                            <p:fltVal val="-0.0098"/>
                                          </p:val>
                                        </p:tav>
                                        <p:tav tm="3370">
                                          <p:val>
                                            <p:fltVal val="-0.033"/>
                                          </p:val>
                                        </p:tav>
                                        <p:tav tm="4490">
                                          <p:val>
                                            <p:fltVal val="-0.0789"/>
                                          </p:val>
                                        </p:tav>
                                        <p:tav tm="5620">
                                          <p:val>
                                            <p:fltVal val="-0.1548"/>
                                          </p:val>
                                        </p:tav>
                                        <p:tav tm="6740">
                                          <p:val>
                                            <p:fltVal val="-0.267"/>
                                          </p:val>
                                        </p:tav>
                                        <p:tav tm="7870">
                                          <p:val>
                                            <p:fltVal val="-0.4235"/>
                                          </p:val>
                                        </p:tav>
                                        <p:tav tm="8990">
                                          <p:val>
                                            <p:fltVal val="-0.6337"/>
                                          </p:val>
                                        </p:tav>
                                        <p:tav tm="10110">
                                          <p:val>
                                            <p:fltVal val="-0.9013"/>
                                          </p:val>
                                        </p:tav>
                                        <p:tav tm="11240">
                                          <p:val>
                                            <p:fltVal val="-1.2353"/>
                                          </p:val>
                                        </p:tav>
                                        <p:tav tm="12360">
                                          <p:val>
                                            <p:fltVal val="-1.647"/>
                                          </p:val>
                                        </p:tav>
                                        <p:tav tm="13480">
                                          <p:val>
                                            <p:fltVal val="-2.0869"/>
                                          </p:val>
                                        </p:tav>
                                        <p:tav tm="14610">
                                          <p:val>
                                            <p:fltVal val="-2.4538"/>
                                          </p:val>
                                        </p:tav>
                                        <p:tav tm="15730">
                                          <p:val>
                                            <p:fltVal val="-2.7534"/>
                                          </p:val>
                                        </p:tav>
                                        <p:tav tm="16850">
                                          <p:val>
                                            <p:fltVal val="-2.9876"/>
                                          </p:val>
                                        </p:tav>
                                        <p:tav tm="17980">
                                          <p:val>
                                            <p:fltVal val="-3.1669"/>
                                          </p:val>
                                        </p:tav>
                                        <p:tav tm="19100">
                                          <p:val>
                                            <p:fltVal val="-3.2996"/>
                                          </p:val>
                                        </p:tav>
                                        <p:tav tm="20220">
                                          <p:val>
                                            <p:fltVal val="-3.3906"/>
                                          </p:val>
                                        </p:tav>
                                        <p:tav tm="21350">
                                          <p:val>
                                            <p:fltVal val="-3.4488"/>
                                          </p:val>
                                        </p:tav>
                                        <p:tav tm="22470">
                                          <p:val>
                                            <p:fltVal val="-3.4815"/>
                                          </p:val>
                                        </p:tav>
                                        <p:tav tm="23600">
                                          <p:val>
                                            <p:fltVal val="-3.4961"/>
                                          </p:val>
                                        </p:tav>
                                        <p:tav tm="24720">
                                          <p:val>
                                            <p:fltVal val="-3.4998"/>
                                          </p:val>
                                        </p:tav>
                                        <p:tav tm="25840">
                                          <p:val>
                                            <p:fltVal val="-3.0301"/>
                                          </p:val>
                                        </p:tav>
                                        <p:tav tm="26970">
                                          <p:val>
                                            <p:fltVal val="-0.9661"/>
                                          </p:val>
                                        </p:tav>
                                        <p:tav tm="28090">
                                          <p:val>
                                            <p:fltVal val="2.1525"/>
                                          </p:val>
                                        </p:tav>
                                        <p:tav tm="29210">
                                          <p:val>
                                            <p:fltVal val="6.1215"/>
                                          </p:val>
                                        </p:tav>
                                        <p:tav tm="30340">
                                          <p:val>
                                            <p:fltVal val="10.8322"/>
                                          </p:val>
                                        </p:tav>
                                        <p:tav tm="31460">
                                          <p:val>
                                            <p:fltVal val="16.2132"/>
                                          </p:val>
                                        </p:tav>
                                        <p:tav tm="32580">
                                          <p:val>
                                            <p:fltVal val="22.2128"/>
                                          </p:val>
                                        </p:tav>
                                        <p:tav tm="33710">
                                          <p:val>
                                            <p:fltVal val="28.7297"/>
                                          </p:val>
                                        </p:tav>
                                        <p:tav tm="34830">
                                          <p:val>
                                            <p:fltVal val="35.8493"/>
                                          </p:val>
                                        </p:tav>
                                        <p:tav tm="35960">
                                          <p:val>
                                            <p:fltVal val="43.4888"/>
                                          </p:val>
                                        </p:tav>
                                        <p:tav tm="37080">
                                          <p:val>
                                            <p:fltVal val="51.6257"/>
                                          </p:val>
                                        </p:tav>
                                        <p:tav tm="38200">
                                          <p:val>
                                            <p:fltVal val="60.2402"/>
                                          </p:val>
                                        </p:tav>
                                        <p:tav tm="39330">
                                          <p:val>
                                            <p:fltVal val="69.3155"/>
                                          </p:val>
                                        </p:tav>
                                        <p:tav tm="40450">
                                          <p:val>
                                            <p:fltVal val="78.8364"/>
                                          </p:val>
                                        </p:tav>
                                        <p:tav tm="41570">
                                          <p:val>
                                            <p:fltVal val="88.6987"/>
                                          </p:val>
                                        </p:tav>
                                        <p:tav tm="42700">
                                          <p:val>
                                            <p:fltVal val="99.0679"/>
                                          </p:val>
                                        </p:tav>
                                        <p:tav tm="43820">
                                          <p:val>
                                            <p:fltVal val="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363.345"/>
                                          </p:val>
                                        </p:tav>
                                        <p:tav tm="76400">
                                          <p:val>
                                            <p:fltVal val="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360"/>
                                          </p:val>
                                        </p:tav>
                                        <p:tav tm="92130">
                                          <p:val>
                                            <p:fltVal val="360"/>
                                          </p:val>
                                        </p:tav>
                                        <p:tav tm="93260">
                                          <p:val>
                                            <p:fltVal val="360"/>
                                          </p:val>
                                        </p:tav>
                                        <p:tav tm="94380">
                                          <p:val>
                                            <p:fltVal val="360"/>
                                          </p:val>
                                        </p:tav>
                                        <p:tav tm="95510">
                                          <p:val>
                                            <p:fltVal val="360"/>
                                          </p:val>
                                        </p:tav>
                                        <p:tav tm="96630">
                                          <p:val>
                                            <p:fltVal val="360"/>
                                          </p:val>
                                        </p:tav>
                                        <p:tav tm="97750">
                                          <p:val>
                                            <p:fltVal val="360"/>
                                          </p:val>
                                        </p:tav>
                                        <p:tav tm="9888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11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3d.object.translation.y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9" x="6869113" y="1573213"/>
          <p14:tracePt t="20" x="6869113" y="1562100"/>
          <p14:tracePt t="38" x="6840538" y="1470025"/>
          <p14:tracePt t="41" x="6834188" y="1454150"/>
          <p14:tracePt t="45" x="6827838" y="1443038"/>
          <p14:tracePt t="49" x="6823075" y="1425575"/>
          <p14:tracePt t="56" x="6811963" y="1401763"/>
          <p14:tracePt t="57" x="6805613" y="1390650"/>
          <p14:tracePt t="62" x="6799263" y="1379538"/>
          <p14:tracePt t="70" x="6788150" y="1362075"/>
          <p14:tracePt t="77" x="6777038" y="1350963"/>
          <p14:tracePt t="84" x="6777038" y="1344613"/>
          <p14:tracePt t="90" x="6777038" y="1339850"/>
          <p14:tracePt t="136" x="6770688" y="1339850"/>
          <p14:tracePt t="141" x="6765925" y="1339850"/>
          <p14:tracePt t="148" x="6759575" y="1339850"/>
          <p14:tracePt t="152" x="6754813" y="1339850"/>
          <p14:tracePt t="156" x="6748463" y="1344613"/>
          <p14:tracePt t="161" x="6748463" y="1350963"/>
          <p14:tracePt t="167" x="6737350" y="1362075"/>
          <p14:tracePt t="174" x="6731000" y="1385888"/>
          <p14:tracePt t="181" x="6726238" y="1408113"/>
          <p14:tracePt t="188" x="6715125" y="1443038"/>
          <p14:tracePt t="195" x="6697663" y="1487488"/>
          <p14:tracePt t="202" x="6680200" y="1527175"/>
          <p14:tracePt t="209" x="6662738" y="1590675"/>
          <p14:tracePt t="215" x="6634163" y="1658938"/>
          <p14:tracePt t="222" x="6605588" y="1749425"/>
          <p14:tracePt t="229" x="6577013" y="1819275"/>
          <p14:tracePt t="236" x="6554788" y="1898650"/>
          <p14:tracePt t="243" x="6537325" y="1995488"/>
          <p14:tracePt t="244" x="6532563" y="2006600"/>
          <p14:tracePt t="245" x="6532563" y="2017713"/>
          <p14:tracePt t="245" x="6532563" y="2028825"/>
          <p14:tracePt t="246" x="6532563" y="2041525"/>
          <p14:tracePt t="250" x="6526213" y="2074863"/>
          <p14:tracePt t="257" x="6526213" y="2138363"/>
          <p14:tracePt t="264" x="6526213" y="2239963"/>
          <p14:tracePt t="266" x="6526213" y="2263775"/>
          <p14:tracePt t="267" x="6526213" y="2274888"/>
          <p14:tracePt t="267" x="6532563" y="2286000"/>
          <p14:tracePt t="268" x="6532563" y="2297113"/>
          <p14:tracePt t="271" x="6537325" y="2320925"/>
          <p14:tracePt t="278" x="6548438" y="2389188"/>
          <p14:tracePt t="285" x="6565900" y="2474913"/>
          <p14:tracePt t="292" x="6583363" y="2565400"/>
          <p14:tracePt t="298" x="6600825" y="2651125"/>
          <p14:tracePt t="305" x="6618288" y="2736850"/>
          <p14:tracePt t="312" x="6640513" y="2809875"/>
          <p14:tracePt t="319" x="6645275" y="2867025"/>
          <p14:tracePt t="320" x="6651625" y="2878138"/>
          <p14:tracePt t="326" x="6662738" y="2924175"/>
          <p14:tracePt t="333" x="6673850" y="2963863"/>
          <p14:tracePt t="334" x="6680200" y="2976563"/>
          <p14:tracePt t="335" x="6680200" y="2981325"/>
          <p14:tracePt t="340" x="6686550" y="3003550"/>
          <p14:tracePt t="347" x="6691313" y="3027363"/>
          <p14:tracePt t="354" x="6697663" y="3049588"/>
          <p14:tracePt t="355" x="6697663" y="3055938"/>
          <p14:tracePt t="361" x="6697663" y="3067050"/>
          <p14:tracePt t="390" x="6715125" y="3152775"/>
          <p14:tracePt t="398" x="6715125" y="3181350"/>
          <p14:tracePt t="403" x="6719888" y="3192463"/>
          <p14:tracePt t="417" x="6731000" y="3254375"/>
          <p14:tracePt t="423" x="6737350" y="3289300"/>
          <p14:tracePt t="430" x="6754813" y="3324225"/>
          <p14:tracePt t="431" x="6754813" y="3335338"/>
          <p14:tracePt t="432" x="6754813" y="3340100"/>
          <p14:tracePt t="437" x="6759575" y="3357563"/>
          <p14:tracePt t="444" x="6770688" y="3379788"/>
          <p14:tracePt t="451" x="6777038" y="3397250"/>
          <p14:tracePt t="452" x="6777038" y="3403600"/>
          <p14:tracePt t="458" x="6783388" y="3414713"/>
          <p14:tracePt t="465" x="6788150" y="3425825"/>
          <p14:tracePt t="472" x="6788150" y="3432175"/>
          <p14:tracePt t="479" x="6788150" y="3436938"/>
          <p14:tracePt t="480" x="6788150" y="3443288"/>
          <p14:tracePt t="499" x="6788150" y="3449638"/>
          <p14:tracePt t="509" x="6788150" y="3454400"/>
          <p14:tracePt t="515" x="6788150" y="3460750"/>
          <p14:tracePt t="520" x="6794500" y="3465513"/>
          <p14:tracePt t="522" x="6794500" y="3471863"/>
          <p14:tracePt t="528" x="6794500" y="3482975"/>
          <p14:tracePt t="535" x="6794500" y="3500438"/>
          <p14:tracePt t="542" x="6799263" y="3522663"/>
          <p14:tracePt t="549" x="6805613" y="3546475"/>
          <p14:tracePt t="556" x="6811963" y="3579813"/>
          <p14:tracePt t="563" x="6823075" y="3608388"/>
          <p14:tracePt t="570" x="6823075" y="3636963"/>
          <p14:tracePt t="577" x="6834188" y="3671888"/>
          <p14:tracePt t="583" x="6851650" y="3705225"/>
          <p14:tracePt t="591" x="6862763" y="3751263"/>
          <p14:tracePt t="591" x="6869113" y="3762375"/>
          <p14:tracePt t="592" x="6869113" y="3768725"/>
          <p14:tracePt t="597" x="6880225" y="3797300"/>
          <p14:tracePt t="604" x="6908800" y="3859213"/>
          <p14:tracePt t="605" x="6913563" y="3876675"/>
          <p14:tracePt t="606" x="6919913" y="3881438"/>
          <p14:tracePt t="611" x="6942138" y="3927475"/>
          <p14:tracePt t="619" x="6970713" y="3995738"/>
          <p14:tracePt t="626" x="6999288" y="4064000"/>
          <p14:tracePt t="640" x="7050088" y="4189413"/>
          <p14:tracePt t="646" x="7067550" y="4235450"/>
          <p14:tracePt t="660" x="7096125" y="4314825"/>
          <p14:tracePt t="667" x="7107238" y="4356100"/>
          <p14:tracePt t="674" x="7118350" y="4383088"/>
          <p14:tracePt t="681" x="7124700" y="4406900"/>
          <p14:tracePt t="682" x="7124700" y="4418013"/>
          <p14:tracePt t="683" x="7124700" y="4424363"/>
          <p14:tracePt t="688" x="7124700" y="4429125"/>
          <p14:tracePt t="696" x="7131050" y="4440238"/>
          <p14:tracePt t="702" x="7131050" y="4452938"/>
          <p14:tracePt t="716" x="7131050" y="4475163"/>
          <p14:tracePt t="717" x="7135813" y="4481513"/>
          <p14:tracePt t="722" x="7135813" y="4486275"/>
          <p14:tracePt t="729" x="7135813" y="4503738"/>
          <p14:tracePt t="736" x="7135813" y="4521200"/>
          <p14:tracePt t="743" x="7135813" y="4537075"/>
          <p14:tracePt t="744" x="7135813" y="4543425"/>
          <p14:tracePt t="750" x="7135813" y="4554538"/>
          <p14:tracePt t="757" x="7142163" y="4572000"/>
          <p14:tracePt t="765" x="7142163" y="4594225"/>
          <p14:tracePt t="771" x="7146925" y="4611688"/>
          <p14:tracePt t="778" x="7146925" y="4629150"/>
          <p14:tracePt t="785" x="7146925" y="4646613"/>
          <p14:tracePt t="792" x="7146925" y="4657725"/>
          <p14:tracePt t="799" x="7146925" y="4668838"/>
          <p14:tracePt t="806" x="7146925" y="4675188"/>
          <p14:tracePt t="813" x="7146925" y="4679950"/>
          <p14:tracePt t="822" x="7146925" y="4686300"/>
          <p14:tracePt t="830" x="7146925" y="4691063"/>
          <p14:tracePt t="1487" x="7146925" y="4686300"/>
          <p14:tracePt t="1492" x="7153275" y="4686300"/>
          <p14:tracePt t="1494" x="7153275" y="4679950"/>
          <p14:tracePt t="1500" x="7159625" y="4675188"/>
          <p14:tracePt t="1507" x="7175500" y="4657725"/>
          <p14:tracePt t="1514" x="7192963" y="4646613"/>
          <p14:tracePt t="1521" x="7204075" y="4629150"/>
          <p14:tracePt t="1528" x="7221538" y="4618038"/>
          <p14:tracePt t="1535" x="7239000" y="4606925"/>
          <p14:tracePt t="1542" x="7250113" y="4594225"/>
          <p14:tracePt t="1549" x="7267575" y="4583113"/>
          <p14:tracePt t="1556" x="7278688" y="4565650"/>
          <p14:tracePt t="1562" x="7289800" y="4554538"/>
          <p14:tracePt t="1569" x="7307263" y="4537075"/>
          <p14:tracePt t="1576" x="7313613" y="4525963"/>
          <p14:tracePt t="1577" x="7318375" y="4521200"/>
          <p14:tracePt t="1583" x="7329488" y="4514850"/>
          <p14:tracePt t="1590" x="7335838" y="4497388"/>
          <p14:tracePt t="1597" x="7342188" y="4486275"/>
          <p14:tracePt t="1604" x="7358063" y="4468813"/>
          <p14:tracePt t="1611" x="7369175" y="4452938"/>
          <p14:tracePt t="1618" x="7386638" y="4435475"/>
          <p14:tracePt t="1619" x="7386638" y="4429125"/>
          <p14:tracePt t="1620" x="7392988" y="4429125"/>
          <p14:tracePt t="1625" x="7410450" y="4411663"/>
          <p14:tracePt t="1632" x="7432675" y="4383088"/>
          <p14:tracePt t="1639" x="7461250" y="4349750"/>
          <p14:tracePt t="1646" x="7489825" y="4310063"/>
          <p14:tracePt t="1647" x="7500938" y="4298950"/>
          <p14:tracePt t="1647" x="7507288" y="4292600"/>
          <p14:tracePt t="1653" x="7529513" y="4264025"/>
          <p14:tracePt t="1660" x="7569200" y="4217988"/>
          <p14:tracePt t="1667" x="7608888" y="4156075"/>
          <p14:tracePt t="1674" x="7643813" y="4105275"/>
          <p14:tracePt t="1681" x="7694613" y="4035425"/>
          <p14:tracePt t="1688" x="7729538" y="3995738"/>
          <p14:tracePt t="1695" x="7773988" y="3922713"/>
          <p14:tracePt t="1695" x="7780338" y="3905250"/>
          <p14:tracePt t="1696" x="7786688" y="3898900"/>
          <p14:tracePt t="1697" x="7791450" y="3894138"/>
          <p14:tracePt t="1701" x="7808913" y="3865563"/>
          <p14:tracePt t="1708" x="7837488" y="3819525"/>
          <p14:tracePt t="1709" x="7842250" y="3813175"/>
          <p14:tracePt t="1709" x="7848600" y="3808413"/>
          <p14:tracePt t="1710" x="7854950" y="3802063"/>
          <p14:tracePt t="1715" x="7870825" y="3773488"/>
          <p14:tracePt t="1722" x="7905750" y="3722688"/>
          <p14:tracePt t="1729" x="7934325" y="3687763"/>
          <p14:tracePt t="1736" x="7967663" y="3630613"/>
          <p14:tracePt t="1743" x="8002588" y="3579813"/>
          <p14:tracePt t="1750" x="8053388" y="3522663"/>
          <p14:tracePt t="1751" x="8053388" y="3511550"/>
          <p14:tracePt t="1751" x="8066088" y="3505200"/>
          <p14:tracePt t="1757" x="8099425" y="3460750"/>
          <p14:tracePt t="1765" x="8156575" y="3386138"/>
          <p14:tracePt t="1765" x="8162925" y="3379788"/>
          <p14:tracePt t="1771" x="8189913" y="3346450"/>
          <p14:tracePt t="1778" x="8242300" y="3278188"/>
          <p14:tracePt t="1785" x="8310563" y="3198813"/>
          <p14:tracePt t="1792" x="8356600" y="3135313"/>
          <p14:tracePt t="1798" x="8401050" y="3084513"/>
          <p14:tracePt t="1806" x="8464550" y="3009900"/>
          <p14:tracePt t="1813" x="8515350" y="2952750"/>
          <p14:tracePt t="1813" x="8526463" y="2935288"/>
          <p14:tracePt t="1814" x="8539163" y="2930525"/>
          <p14:tracePt t="1819" x="8555038" y="2901950"/>
          <p14:tracePt t="1827" x="8583613" y="2867025"/>
          <p14:tracePt t="1834" x="8607425" y="2851150"/>
          <p14:tracePt t="1840" x="8618538" y="2838450"/>
          <p14:tracePt t="1841" x="8623300" y="2833688"/>
          <p14:tracePt t="1847" x="8629650" y="2827338"/>
          <p14:tracePt t="1854" x="8640763" y="2827338"/>
          <p14:tracePt t="1862" x="8640763" y="2822575"/>
          <p14:tracePt t="1868" x="8647113" y="2822575"/>
          <p14:tracePt t="2150" x="8651875" y="2822575"/>
          <p14:tracePt t="2158" x="8658225" y="2822575"/>
          <p14:tracePt t="2161" x="8664575" y="2816225"/>
          <p14:tracePt t="2167" x="8669338" y="2816225"/>
          <p14:tracePt t="2168" x="8675688" y="2809875"/>
          <p14:tracePt t="2169" x="8680450" y="2809875"/>
          <p14:tracePt t="2173" x="8691563" y="2809875"/>
          <p14:tracePt t="2180" x="8709025" y="2809875"/>
          <p14:tracePt t="2188" x="8737600" y="2805113"/>
          <p14:tracePt t="2195" x="8783638" y="2805113"/>
          <p14:tracePt t="2195" x="8794750" y="2805113"/>
          <p14:tracePt t="2196" x="8805863" y="2805113"/>
          <p14:tracePt t="2201" x="8829675" y="2805113"/>
          <p14:tracePt t="2208" x="8891588" y="2805113"/>
          <p14:tracePt t="2215" x="8966200" y="2805113"/>
          <p14:tracePt t="2216" x="8999538" y="2805113"/>
          <p14:tracePt t="2222" x="9067800" y="2798763"/>
          <p14:tracePt t="2229" x="9193213" y="2794000"/>
          <p14:tracePt t="2230" x="9210675" y="2794000"/>
          <p14:tracePt t="2230" x="9228138" y="2787650"/>
          <p14:tracePt t="2231" x="9245600" y="2787650"/>
          <p14:tracePt t="2236" x="9302750" y="2787650"/>
          <p14:tracePt t="2243" x="9450388" y="2781300"/>
          <p14:tracePt t="2250" x="9598025" y="2781300"/>
          <p14:tracePt t="2257" x="9707563" y="2776538"/>
          <p14:tracePt t="2258" x="9723438" y="2776538"/>
          <p14:tracePt t="2258" x="9769475" y="2776538"/>
          <p14:tracePt t="2259" x="9780588" y="2776538"/>
          <p14:tracePt t="2264" x="9855200" y="2776538"/>
          <p14:tracePt t="2271" x="9969500" y="2776538"/>
          <p14:tracePt t="2278" x="10048875" y="2776538"/>
          <p14:tracePt t="2285" x="10152063" y="2770188"/>
          <p14:tracePt t="2292" x="10248900" y="2770188"/>
          <p14:tracePt t="2299" x="10339388" y="2770188"/>
          <p14:tracePt t="2306" x="10436225" y="2770188"/>
          <p14:tracePt t="2312" x="10539413" y="2770188"/>
          <p14:tracePt t="2313" x="10556875" y="2770188"/>
          <p14:tracePt t="2314" x="10572750" y="2770188"/>
          <p14:tracePt t="2319" x="10625138" y="2765425"/>
          <p14:tracePt t="2320" x="10641013" y="2765425"/>
          <p14:tracePt t="2321" x="10658475" y="2765425"/>
          <p14:tracePt t="2326" x="10709275" y="2765425"/>
          <p14:tracePt t="2334" x="10807700" y="2765425"/>
          <p14:tracePt t="2334" x="10823575" y="2765425"/>
          <p14:tracePt t="2335" x="10834688" y="2765425"/>
          <p14:tracePt t="2340" x="10880725" y="2765425"/>
          <p14:tracePt t="2347" x="10966450" y="2770188"/>
          <p14:tracePt t="2348" x="10972800" y="2770188"/>
          <p14:tracePt t="2348" x="10983913" y="2770188"/>
          <p14:tracePt t="2349" x="10995025" y="2770188"/>
          <p14:tracePt t="2354" x="11034713" y="2770188"/>
          <p14:tracePt t="2361" x="11091863" y="2776538"/>
          <p14:tracePt t="2369" x="11137900" y="2787650"/>
          <p14:tracePt t="2379" x="11188700" y="2794000"/>
          <p14:tracePt t="2382" x="11195050" y="2794000"/>
          <p14:tracePt t="2396" x="11199813" y="2798763"/>
          <p14:tracePt t="2416" x="11199813" y="2805113"/>
          <p14:tracePt t="2426" x="11199813" y="2809875"/>
          <p14:tracePt t="2429" x="11199813" y="2816225"/>
          <p14:tracePt t="2432" x="11195050" y="2822575"/>
          <p14:tracePt t="2438" x="11195050" y="2833688"/>
          <p14:tracePt t="2445" x="11182350" y="2851150"/>
          <p14:tracePt t="2446" x="11182350" y="2855913"/>
          <p14:tracePt t="2446" x="11177588" y="2862263"/>
          <p14:tracePt t="2452" x="11171238" y="2867025"/>
          <p14:tracePt t="2459" x="11160125" y="2890838"/>
          <p14:tracePt t="2466" x="11142663" y="2913063"/>
          <p14:tracePt t="2473" x="11131550" y="2935288"/>
          <p14:tracePt t="2479" x="11114088" y="2952750"/>
          <p14:tracePt t="2486" x="11102975" y="2970213"/>
          <p14:tracePt t="2493" x="11085513" y="2981325"/>
          <p14:tracePt t="2500" x="11080750" y="2992438"/>
          <p14:tracePt t="2507" x="11074400" y="3009900"/>
          <p14:tracePt t="2508" x="11069638" y="3009900"/>
          <p14:tracePt t="2508" x="11063288" y="3009900"/>
          <p14:tracePt t="2514" x="11063288" y="3016250"/>
          <p14:tracePt t="2522" x="11052175" y="3032125"/>
          <p14:tracePt t="2529" x="11034713" y="3044825"/>
          <p14:tracePt t="2535" x="11023600" y="3055938"/>
          <p14:tracePt t="2549" x="10995025" y="3089275"/>
          <p14:tracePt t="2556" x="10983913" y="3106738"/>
          <p14:tracePt t="2563" x="10966450" y="3124200"/>
          <p14:tracePt t="2570" x="10948988" y="3135313"/>
          <p14:tracePt t="2577" x="10944225" y="3135313"/>
          <p14:tracePt t="2584" x="10937875" y="3141663"/>
          <p14:tracePt t="2584" x="10933113" y="3146425"/>
          <p14:tracePt t="2591" x="10926763" y="3146425"/>
          <p14:tracePt t="2598" x="10920413" y="3152775"/>
          <p14:tracePt t="2604" x="10915650" y="3157538"/>
          <p14:tracePt t="2619" x="10898188" y="3170238"/>
          <p14:tracePt t="2619" x="10898188" y="3175000"/>
          <p14:tracePt t="2625" x="10887075" y="3175000"/>
          <p14:tracePt t="2632" x="10880725" y="3186113"/>
          <p14:tracePt t="2639" x="10875963" y="3192463"/>
          <p14:tracePt t="2646" x="10869613" y="3198813"/>
          <p14:tracePt t="2653" x="10858500" y="3209925"/>
          <p14:tracePt t="2660" x="10847388" y="3221038"/>
          <p14:tracePt t="2667" x="10841038" y="3227388"/>
          <p14:tracePt t="2674" x="10834688" y="3232150"/>
          <p14:tracePt t="2681" x="10829925" y="3243263"/>
          <p14:tracePt t="2688" x="10829925" y="3249613"/>
          <p14:tracePt t="2695" x="10823575" y="3254375"/>
          <p14:tracePt t="2701" x="10812463" y="3267075"/>
          <p14:tracePt t="2708" x="10812463" y="3278188"/>
          <p14:tracePt t="2716" x="10807700" y="3289300"/>
          <p14:tracePt t="2716" x="10801350" y="3295650"/>
          <p14:tracePt t="2722" x="10801350" y="3300413"/>
          <p14:tracePt t="2729" x="10795000" y="3317875"/>
          <p14:tracePt t="2736" x="10790238" y="3324225"/>
          <p14:tracePt t="2743" x="10790238" y="3340100"/>
          <p14:tracePt t="2744" x="10783888" y="3340100"/>
          <p14:tracePt t="2750" x="10783888" y="3346450"/>
          <p14:tracePt t="2757" x="10783888" y="3352800"/>
          <p14:tracePt t="2764" x="10779125" y="3357563"/>
          <p14:tracePt t="2787" x="10779125" y="3363913"/>
          <p14:tracePt t="2798" x="10779125" y="3368675"/>
          <p14:tracePt t="2810" x="10772775" y="3368675"/>
          <p14:tracePt t="2930" x="10772775" y="3375025"/>
          <p14:tracePt t="3513" x="10772775" y="3379788"/>
          <p14:tracePt t="3515" x="10772775" y="3386138"/>
          <p14:tracePt t="3522" x="10772775" y="3392488"/>
          <p14:tracePt t="3529" x="10772775" y="3397250"/>
          <p14:tracePt t="3654" x="10772775" y="3403600"/>
          <p14:tracePt t="3657" x="10772775" y="3408363"/>
          <p14:tracePt t="3660" x="10766425" y="3408363"/>
          <p14:tracePt t="3667" x="10766425" y="3414713"/>
          <p14:tracePt t="3674" x="10761663" y="3421063"/>
          <p14:tracePt t="3681" x="10761663" y="3425825"/>
          <p14:tracePt t="3681" x="10761663" y="3432175"/>
          <p14:tracePt t="3688" x="10755313" y="3436938"/>
          <p14:tracePt t="3694" x="10755313" y="3443288"/>
          <p14:tracePt t="3701" x="10750550" y="3449638"/>
          <p14:tracePt t="3709" x="10744200" y="3460750"/>
          <p14:tracePt t="3715" x="10737850" y="3465513"/>
          <p14:tracePt t="3722" x="10733088" y="3478213"/>
          <p14:tracePt t="3729" x="10726738" y="3482975"/>
          <p14:tracePt t="3736" x="10721975" y="3489325"/>
          <p14:tracePt t="3743" x="10715625" y="3494088"/>
          <p14:tracePt t="3750" x="10715625" y="3500438"/>
          <p14:tracePt t="3757" x="10709275" y="3500438"/>
          <p14:tracePt t="3770" x="10709275" y="3505200"/>
          <p14:tracePt t="3773" x="10704513" y="3505200"/>
          <p14:tracePt t="3786" x="10704513" y="3511550"/>
          <p14:tracePt t="3843" x="10698163" y="3511550"/>
          <p14:tracePt t="3847" x="10693400" y="3511550"/>
          <p14:tracePt t="3850" x="10687050" y="3511550"/>
          <p14:tracePt t="3862" x="10658475" y="3500438"/>
          <p14:tracePt t="3870" x="10625138" y="3489325"/>
          <p14:tracePt t="3875" x="10572750" y="3471863"/>
          <p14:tracePt t="3882" x="10504488" y="3443288"/>
          <p14:tracePt t="3883" x="10482263" y="3432175"/>
          <p14:tracePt t="3884" x="10475913" y="3425825"/>
          <p14:tracePt t="3889" x="10425113" y="3408363"/>
          <p14:tracePt t="3896" x="10350500" y="3375025"/>
          <p14:tracePt t="3903" x="10264775" y="3335338"/>
          <p14:tracePt t="3904" x="10242550" y="3335338"/>
          <p14:tracePt t="3905" x="10231438" y="3324225"/>
          <p14:tracePt t="3910" x="10191750" y="3306763"/>
          <p14:tracePt t="3924" x="10042525" y="3249613"/>
          <p14:tracePt t="3925" x="10031413" y="3238500"/>
          <p14:tracePt t="3925" x="10020300" y="3238500"/>
          <p14:tracePt t="3926" x="10002838" y="3227388"/>
          <p14:tracePt t="3930" x="9974263" y="3214688"/>
          <p14:tracePt t="3938" x="9929813" y="3181350"/>
          <p14:tracePt t="3945" x="9872663" y="3146425"/>
          <p14:tracePt t="3945" x="9866313" y="3141663"/>
          <p14:tracePt t="3951" x="9837738" y="3113088"/>
          <p14:tracePt t="3958" x="9798050" y="3078163"/>
          <p14:tracePt t="3966" x="9763125" y="3049588"/>
          <p14:tracePt t="3966" x="9763125" y="3044825"/>
          <p14:tracePt t="3973" x="9747250" y="3021013"/>
          <p14:tracePt t="3974" x="9736138" y="3016250"/>
          <p14:tracePt t="3979" x="9718675" y="3003550"/>
          <p14:tracePt t="3986" x="9701213" y="2981325"/>
          <p14:tracePt t="3994" x="9678988" y="2963863"/>
          <p14:tracePt t="3994" x="9672638" y="2959100"/>
          <p14:tracePt t="3995" x="9672638" y="2952750"/>
          <p14:tracePt t="4000" x="9655175" y="2941638"/>
          <p14:tracePt t="4007" x="9632950" y="2924175"/>
          <p14:tracePt t="4014" x="9610725" y="2901950"/>
          <p14:tracePt t="4021" x="9569450" y="2878138"/>
          <p14:tracePt t="4022" x="9564688" y="2873375"/>
          <p14:tracePt t="4022" x="9558338" y="2873375"/>
          <p14:tracePt t="4023" x="9553575" y="2873375"/>
          <p14:tracePt t="4028" x="9536113" y="2855913"/>
          <p14:tracePt t="4035" x="9485313" y="2838450"/>
          <p14:tracePt t="4042" x="9439275" y="2809875"/>
          <p14:tracePt t="4049" x="9393238" y="2794000"/>
          <p14:tracePt t="4056" x="9353550" y="2776538"/>
          <p14:tracePt t="4063" x="9313863" y="2765425"/>
          <p14:tracePt t="4070" x="9278938" y="2759075"/>
          <p14:tracePt t="4076" x="9245600" y="2752725"/>
          <p14:tracePt t="4083" x="9217025" y="2747963"/>
          <p14:tracePt t="4091" x="9182100" y="2741613"/>
          <p14:tracePt t="4091" x="9170988" y="2736850"/>
          <p14:tracePt t="4097" x="9159875" y="2736850"/>
          <p14:tracePt t="4104" x="9131300" y="2736850"/>
          <p14:tracePt t="4112" x="9120188" y="2736850"/>
          <p14:tracePt t="4118" x="9102725" y="2736850"/>
          <p14:tracePt t="4125" x="9096375" y="2736850"/>
          <p14:tracePt t="4132" x="9085263" y="2736850"/>
          <p14:tracePt t="4139" x="9080500" y="2736850"/>
          <p14:tracePt t="4146" x="9074150" y="2736850"/>
          <p14:tracePt t="4157" x="9067800" y="2736850"/>
          <p14:tracePt t="4160" x="9063038" y="2736850"/>
          <p14:tracePt t="4168" x="9056688" y="2736850"/>
          <p14:tracePt t="4174" x="9056688" y="2741613"/>
          <p14:tracePt t="4181" x="9045575" y="2741613"/>
          <p14:tracePt t="4188" x="9034463" y="2741613"/>
          <p14:tracePt t="4195" x="9023350" y="2741613"/>
          <p14:tracePt t="4201" x="9012238" y="2747963"/>
          <p14:tracePt t="4208" x="8994775" y="2747963"/>
          <p14:tracePt t="4216" x="8983663" y="2752725"/>
          <p14:tracePt t="4216" x="8970963" y="2752725"/>
          <p14:tracePt t="4222" x="8955088" y="2752725"/>
          <p14:tracePt t="4229" x="8926513" y="2759075"/>
          <p14:tracePt t="4230" x="8920163" y="2759075"/>
          <p14:tracePt t="4236" x="8886825" y="2759075"/>
          <p14:tracePt t="4243" x="8840788" y="2759075"/>
          <p14:tracePt t="4244" x="8829675" y="2759075"/>
          <p14:tracePt t="4245" x="8823325" y="2759075"/>
          <p14:tracePt t="4250" x="8788400" y="2765425"/>
          <p14:tracePt t="4257" x="8737600" y="2765425"/>
          <p14:tracePt t="4264" x="8675688" y="2770188"/>
          <p14:tracePt t="4271" x="8618538" y="2776538"/>
          <p14:tracePt t="4272" x="8601075" y="2776538"/>
          <p14:tracePt t="4272" x="8589963" y="2776538"/>
          <p14:tracePt t="4273" x="8583613" y="2776538"/>
          <p14:tracePt t="4278" x="8555038" y="2776538"/>
          <p14:tracePt t="4279" x="8539163" y="2776538"/>
          <p14:tracePt t="4279" x="8526463" y="2776538"/>
          <p14:tracePt t="4285" x="8493125" y="2776538"/>
          <p14:tracePt t="4292" x="8424863" y="2776538"/>
          <p14:tracePt t="4298" x="8361363" y="2781300"/>
          <p14:tracePt t="4306" x="8299450" y="2787650"/>
          <p14:tracePt t="4307" x="8281988" y="2787650"/>
          <p14:tracePt t="4307" x="8270875" y="2787650"/>
          <p14:tracePt t="4313" x="8235950" y="2794000"/>
          <p14:tracePt t="4319" x="8174038" y="2798763"/>
          <p14:tracePt t="4326" x="8116888" y="2805113"/>
          <p14:tracePt t="4327" x="8093075" y="2805113"/>
          <p14:tracePt t="4333" x="8059738" y="2809875"/>
          <p14:tracePt t="4334" x="8042275" y="2809875"/>
          <p14:tracePt t="4335" x="8031163" y="2809875"/>
          <p14:tracePt t="4340" x="7996238" y="2816225"/>
          <p14:tracePt t="4341" x="7991475" y="2816225"/>
          <p14:tracePt t="4341" x="7985125" y="2816225"/>
          <p14:tracePt t="4342" x="7980363" y="2816225"/>
          <p14:tracePt t="4347" x="7951788" y="2816225"/>
          <p14:tracePt t="4354" x="7905750" y="2822575"/>
          <p14:tracePt t="4355" x="7899400" y="2827338"/>
          <p14:tracePt t="4356" x="7894638" y="2827338"/>
          <p14:tracePt t="4361" x="7870825" y="2827338"/>
          <p14:tracePt t="4369" x="7842250" y="2833688"/>
          <p14:tracePt t="4369" x="7837488" y="2833688"/>
          <p14:tracePt t="4370" x="7831138" y="2833688"/>
          <p14:tracePt t="4376" x="7820025" y="2833688"/>
          <p14:tracePt t="4382" x="7791450" y="2838450"/>
          <p14:tracePt t="4389" x="7780338" y="2844800"/>
          <p14:tracePt t="4396" x="7762875" y="2844800"/>
          <p14:tracePt t="4403" x="7751763" y="2851150"/>
          <p14:tracePt t="4410" x="7740650" y="2855913"/>
          <p14:tracePt t="4417" x="7734300" y="2855913"/>
          <p14:tracePt t="4424" x="7723188" y="2862263"/>
          <p14:tracePt t="4431" x="7716838" y="2867025"/>
          <p14:tracePt t="4441" x="7712075" y="2867025"/>
          <p14:tracePt t="4469" x="7712075" y="2873375"/>
          <p14:tracePt t="4475" x="7705725" y="2873375"/>
          <p14:tracePt t="4479" x="7700963" y="2873375"/>
          <p14:tracePt t="4487" x="7694613" y="2878138"/>
          <p14:tracePt t="4493" x="7683500" y="2884488"/>
          <p14:tracePt t="4500" x="7677150" y="2890838"/>
          <p14:tracePt t="4501" x="7672388" y="2890838"/>
          <p14:tracePt t="4508" x="7666038" y="2890838"/>
          <p14:tracePt t="4515" x="7661275" y="2890838"/>
          <p14:tracePt t="4521" x="7643813" y="2895600"/>
          <p14:tracePt t="4528" x="7632700" y="2895600"/>
          <p14:tracePt t="4529" x="7626350" y="2901950"/>
          <p14:tracePt t="4535" x="7620000" y="2901950"/>
          <p14:tracePt t="4542" x="7604125" y="2901950"/>
          <p14:tracePt t="4549" x="7591425" y="2906713"/>
          <p14:tracePt t="4556" x="7575550" y="2913063"/>
          <p14:tracePt t="4563" x="7564438" y="2913063"/>
          <p14:tracePt t="4570" x="7551738" y="2913063"/>
          <p14:tracePt t="4576" x="7540625" y="2913063"/>
          <p14:tracePt t="4584" x="7529513" y="2913063"/>
          <p14:tracePt t="4591" x="7518400" y="2919413"/>
          <p14:tracePt t="4597" x="7500938" y="2919413"/>
          <p14:tracePt t="4604" x="7472363" y="2919413"/>
          <p14:tracePt t="4612" x="7443788" y="2919413"/>
          <p14:tracePt t="4618" x="7421563" y="2913063"/>
          <p14:tracePt t="4625" x="7397750" y="2906713"/>
          <p14:tracePt t="4632" x="7375525" y="2901950"/>
          <p14:tracePt t="4639" x="7335838" y="2890838"/>
          <p14:tracePt t="4646" x="7300913" y="2884488"/>
          <p14:tracePt t="4653" x="7256463" y="2873375"/>
          <p14:tracePt t="4660" x="7210425" y="2862263"/>
          <p14:tracePt t="4667" x="7159625" y="2851150"/>
          <p14:tracePt t="4674" x="7113588" y="2838450"/>
          <p14:tracePt t="4681" x="7085013" y="2827338"/>
          <p14:tracePt t="4688" x="7045325" y="2822575"/>
          <p14:tracePt t="4695" x="7027863" y="2809875"/>
          <p14:tracePt t="4702" x="7016750" y="2805113"/>
          <p14:tracePt t="4710" x="7016750" y="2798763"/>
          <p14:tracePt t="4716" x="7010400" y="2798763"/>
          <p14:tracePt t="4722" x="7005638" y="2798763"/>
          <p14:tracePt t="4738" x="7005638" y="2794000"/>
          <p14:tracePt t="4746" x="6999288" y="2794000"/>
          <p14:tracePt t="4753" x="6999288" y="2787650"/>
          <p14:tracePt t="4779" x="6992938" y="2787650"/>
          <p14:tracePt t="4857" x="6988175" y="2787650"/>
          <p14:tracePt t="4863" x="6981825" y="2787650"/>
          <p14:tracePt t="4869" x="6977063" y="2787650"/>
          <p14:tracePt t="4872" x="6970713" y="2787650"/>
          <p14:tracePt t="4876" x="6970713" y="2794000"/>
          <p14:tracePt t="4876" x="6965950" y="2794000"/>
          <p14:tracePt t="4882" x="6953250" y="2794000"/>
          <p14:tracePt t="4889" x="6948488" y="2798763"/>
          <p14:tracePt t="4896" x="6931025" y="2805113"/>
          <p14:tracePt t="4903" x="6924675" y="2809875"/>
          <p14:tracePt t="4910" x="6919913" y="2816225"/>
          <p14:tracePt t="4917" x="6913563" y="2822575"/>
          <p14:tracePt t="4923" x="6908800" y="2822575"/>
          <p14:tracePt t="4931" x="6902450" y="2827338"/>
          <p14:tracePt t="4938" x="6891338" y="2833688"/>
          <p14:tracePt t="4938" x="6891338" y="2838450"/>
          <p14:tracePt t="4950" x="6884988" y="2838450"/>
          <p14:tracePt t="4952" x="6884988" y="2844800"/>
          <p14:tracePt t="4959" x="6880225" y="2844800"/>
          <p14:tracePt t="5006" x="6873875" y="2844800"/>
          <p14:tracePt t="5015" x="6869113" y="2844800"/>
          <p14:tracePt t="5022" x="6862763" y="2844800"/>
          <p14:tracePt t="5029" x="6856413" y="2838450"/>
          <p14:tracePt t="5033" x="6856413" y="2833688"/>
          <p14:tracePt t="5035" x="6851650" y="2833688"/>
          <p14:tracePt t="5042" x="6845300" y="2827338"/>
          <p14:tracePt t="5043" x="6840538" y="2822575"/>
          <p14:tracePt t="5049" x="6834188" y="2809875"/>
          <p14:tracePt t="5056" x="6827838" y="2805113"/>
          <p14:tracePt t="5063" x="6816725" y="2798763"/>
          <p14:tracePt t="5063" x="6816725" y="2794000"/>
          <p14:tracePt t="5070" x="6811963" y="2787650"/>
          <p14:tracePt t="5077" x="6805613" y="2776538"/>
          <p14:tracePt t="5084" x="6805613" y="2770188"/>
          <p14:tracePt t="5091" x="6799263" y="2770188"/>
          <p14:tracePt t="5098" x="6794500" y="2765425"/>
          <p14:tracePt t="5105" x="6794500" y="2759075"/>
          <p14:tracePt t="5219" x="6794500" y="2765425"/>
          <p14:tracePt t="5221" x="6788150" y="2765425"/>
          <p14:tracePt t="5226" x="6788150" y="2770188"/>
          <p14:tracePt t="5232" x="6788150" y="2776538"/>
          <p14:tracePt t="5236" x="6783388" y="2776538"/>
          <p14:tracePt t="5244" x="6783388" y="2781300"/>
          <p14:tracePt t="5244" x="6783388" y="2787650"/>
          <p14:tracePt t="5250" x="6783388" y="2794000"/>
          <p14:tracePt t="5257" x="6783388" y="2805113"/>
          <p14:tracePt t="5264" x="6777038" y="2809875"/>
          <p14:tracePt t="5271" x="6770688" y="2822575"/>
          <p14:tracePt t="5278" x="6770688" y="2833688"/>
          <p14:tracePt t="5279" x="6770688" y="2838450"/>
          <p14:tracePt t="5285" x="6770688" y="2844800"/>
          <p14:tracePt t="5292" x="6770688" y="2855913"/>
          <p14:tracePt t="5299" x="6770688" y="2867025"/>
          <p14:tracePt t="5306" x="6770688" y="2873375"/>
          <p14:tracePt t="5313" x="6770688" y="2878138"/>
          <p14:tracePt t="5320" x="6770688" y="2884488"/>
          <p14:tracePt t="5327" x="6770688" y="2890838"/>
          <p14:tracePt t="5334" x="6770688" y="2895600"/>
          <p14:tracePt t="5340" x="6770688" y="2901950"/>
          <p14:tracePt t="5347" x="6770688" y="2906713"/>
          <p14:tracePt t="5372" x="6770688" y="2913063"/>
          <p14:tracePt t="5406" x="6770688" y="2919413"/>
          <p14:tracePt t="5423" x="6770688" y="2924175"/>
          <p14:tracePt t="5426" x="6770688" y="2930525"/>
          <p14:tracePt t="5434" x="6770688" y="2935288"/>
          <p14:tracePt t="5439" x="6777038" y="2941638"/>
          <p14:tracePt t="5445" x="6777038" y="2947988"/>
          <p14:tracePt t="5451" x="6777038" y="2952750"/>
          <p14:tracePt t="5458" x="6777038" y="2963863"/>
          <p14:tracePt t="5465" x="6777038" y="2970213"/>
          <p14:tracePt t="5466" x="6783388" y="2976563"/>
          <p14:tracePt t="5472" x="6783388" y="2987675"/>
          <p14:tracePt t="5479" x="6788150" y="2992438"/>
          <p14:tracePt t="5486" x="6788150" y="3003550"/>
          <p14:tracePt t="5493" x="6799263" y="3021013"/>
          <p14:tracePt t="5500" x="6799263" y="3032125"/>
          <p14:tracePt t="5507" x="6805613" y="3049588"/>
          <p14:tracePt t="5514" x="6811963" y="3060700"/>
          <p14:tracePt t="5521" x="6816725" y="3084513"/>
          <p14:tracePt t="5522" x="6823075" y="3089275"/>
          <p14:tracePt t="5528" x="6823075" y="3106738"/>
          <p14:tracePt t="5535" x="6827838" y="3128963"/>
          <p14:tracePt t="5536" x="6827838" y="3135313"/>
          <p14:tracePt t="5536" x="6827838" y="3141663"/>
          <p14:tracePt t="5542" x="6834188" y="3152775"/>
          <p14:tracePt t="5549" x="6840538" y="3170238"/>
          <p14:tracePt t="5556" x="6845300" y="3192463"/>
          <p14:tracePt t="5556" x="6845300" y="3198813"/>
          <p14:tracePt t="5562" x="6845300" y="3214688"/>
          <p14:tracePt t="5569" x="6851650" y="3238500"/>
          <p14:tracePt t="5576" x="6851650" y="3260725"/>
          <p14:tracePt t="5577" x="6856413" y="3267075"/>
          <p14:tracePt t="5583" x="6856413" y="3282950"/>
          <p14:tracePt t="5584" x="6856413" y="3295650"/>
          <p14:tracePt t="5590" x="6862763" y="3311525"/>
          <p14:tracePt t="5591" x="6869113" y="3324225"/>
          <p14:tracePt t="5597" x="6869113" y="3346450"/>
          <p14:tracePt t="5604" x="6880225" y="3379788"/>
          <p14:tracePt t="5605" x="6884988" y="3386138"/>
          <p14:tracePt t="5605" x="6884988" y="3392488"/>
          <p14:tracePt t="5606" x="6884988" y="3397250"/>
          <p14:tracePt t="5611" x="6891338" y="3421063"/>
          <p14:tracePt t="5618" x="6908800" y="3460750"/>
          <p14:tracePt t="5619" x="6913563" y="3478213"/>
          <p14:tracePt t="5625" x="6924675" y="3500438"/>
          <p14:tracePt t="5632" x="6937375" y="3540125"/>
          <p14:tracePt t="5633" x="6942138" y="3540125"/>
          <p14:tracePt t="5633" x="6942138" y="3546475"/>
          <p14:tracePt t="5639" x="6948488" y="3562350"/>
          <p14:tracePt t="5646" x="6953250" y="3590925"/>
          <p14:tracePt t="5653" x="6965950" y="3608388"/>
          <p14:tracePt t="5660" x="6970713" y="3625850"/>
          <p14:tracePt t="5674" x="6970713" y="3654425"/>
          <p14:tracePt t="5675" x="6970713" y="3665538"/>
          <p14:tracePt t="5681" x="6970713" y="3671888"/>
          <p14:tracePt t="5688" x="6970713" y="3700463"/>
          <p14:tracePt t="5695" x="6970713" y="3729038"/>
          <p14:tracePt t="5702" x="6970713" y="3751263"/>
          <p14:tracePt t="5709" x="6970713" y="3779838"/>
          <p14:tracePt t="5709" x="6970713" y="3790950"/>
          <p14:tracePt t="5715" x="6965950" y="3808413"/>
          <p14:tracePt t="5723" x="6959600" y="3848100"/>
          <p14:tracePt t="5730" x="6953250" y="3881438"/>
          <p14:tracePt t="5730" x="6953250" y="3887788"/>
          <p14:tracePt t="5737" x="6948488" y="3916363"/>
          <p14:tracePt t="5744" x="6942138" y="3951288"/>
          <p14:tracePt t="5751" x="6942138" y="3984625"/>
          <p14:tracePt t="5757" x="6937375" y="4019550"/>
          <p14:tracePt t="5764" x="6931025" y="4052888"/>
          <p14:tracePt t="5771" x="6924675" y="4098925"/>
          <p14:tracePt t="5779" x="6919913" y="4138613"/>
          <p14:tracePt t="5785" x="6919913" y="4173538"/>
          <p14:tracePt t="5792" x="6913563" y="4217988"/>
          <p14:tracePt t="5799" x="6913563" y="4252913"/>
          <p14:tracePt t="5806" x="6913563" y="4292600"/>
          <p14:tracePt t="5814" x="6913563" y="4327525"/>
          <p14:tracePt t="5820" x="6913563" y="4356100"/>
          <p14:tracePt t="5827" x="6913563" y="4383088"/>
          <p14:tracePt t="5834" x="6913563" y="4411663"/>
          <p14:tracePt t="5841" x="6913563" y="4440238"/>
          <p14:tracePt t="5848" x="6913563" y="4468813"/>
          <p14:tracePt t="5854" x="6913563" y="4492625"/>
          <p14:tracePt t="5855" x="6913563" y="4503738"/>
          <p14:tracePt t="5861" x="6913563" y="4525963"/>
          <p14:tracePt t="5869" x="6919913" y="4549775"/>
          <p14:tracePt t="5869" x="6924675" y="4560888"/>
          <p14:tracePt t="5870" x="6924675" y="4565650"/>
          <p14:tracePt t="5875" x="6924675" y="4583113"/>
          <p14:tracePt t="5882" x="6937375" y="4611688"/>
          <p14:tracePt t="5889" x="6948488" y="4635500"/>
          <p14:tracePt t="5896" x="6953250" y="4668838"/>
          <p14:tracePt t="5903" x="6959600" y="4691063"/>
          <p14:tracePt t="5910" x="6970713" y="4714875"/>
          <p14:tracePt t="5917" x="6981825" y="4737100"/>
          <p14:tracePt t="5918" x="6981825" y="4748213"/>
          <p14:tracePt t="5924" x="6992938" y="4765675"/>
          <p14:tracePt t="5931" x="6999288" y="4787900"/>
          <p14:tracePt t="5938" x="7016750" y="4805363"/>
          <p14:tracePt t="5945" x="7021513" y="4833938"/>
          <p14:tracePt t="5952" x="7034213" y="4851400"/>
          <p14:tracePt t="5959" x="7038975" y="4873625"/>
          <p14:tracePt t="5959" x="7038975" y="4879975"/>
          <p14:tracePt t="5966" x="7050088" y="4897438"/>
          <p14:tracePt t="5973" x="7062788" y="4919663"/>
          <p14:tracePt t="5974" x="7067550" y="4937125"/>
          <p14:tracePt t="5979" x="7078663" y="4954588"/>
          <p14:tracePt t="5986" x="7096125" y="4987925"/>
          <p14:tracePt t="5994" x="7113588" y="5022850"/>
          <p14:tracePt t="5994" x="7118350" y="5038725"/>
          <p14:tracePt t="6001" x="7135813" y="5073650"/>
          <p14:tracePt t="6002" x="7142163" y="5080000"/>
          <p14:tracePt t="6002" x="7146925" y="5084763"/>
          <p14:tracePt t="6007" x="7159625" y="5108575"/>
          <p14:tracePt t="6014" x="7175500" y="5148263"/>
          <p14:tracePt t="6021" x="7204075" y="5192713"/>
          <p14:tracePt t="6022" x="7204075" y="5199063"/>
          <p14:tracePt t="6022" x="7210425" y="5210175"/>
          <p14:tracePt t="6028" x="7221538" y="5227638"/>
          <p14:tracePt t="6035" x="7250113" y="5273675"/>
          <p14:tracePt t="6042" x="7272338" y="5307013"/>
          <p14:tracePt t="6049" x="7300913" y="5353050"/>
          <p14:tracePt t="6050" x="7313613" y="5364163"/>
          <p14:tracePt t="6050" x="7313613" y="5370513"/>
          <p14:tracePt t="6051" x="7313613" y="5381625"/>
          <p14:tracePt t="6056" x="7335838" y="5399088"/>
          <p14:tracePt t="6063" x="7364413" y="5438775"/>
          <p14:tracePt t="6070" x="7404100" y="5484813"/>
          <p14:tracePt t="6070" x="7410450" y="5495925"/>
          <p14:tracePt t="6071" x="7421563" y="5500688"/>
          <p14:tracePt t="6076" x="7432675" y="5518150"/>
          <p14:tracePt t="6083" x="7467600" y="5553075"/>
          <p14:tracePt t="6090" x="7489825" y="5581650"/>
          <p14:tracePt t="6091" x="7494588" y="5592763"/>
          <p14:tracePt t="6097" x="7512050" y="5610225"/>
          <p14:tracePt t="6098" x="7523163" y="5614988"/>
          <p14:tracePt t="6099" x="7523163" y="5621338"/>
          <p14:tracePt t="6104" x="7535863" y="5632450"/>
          <p14:tracePt t="6111" x="7551738" y="5649913"/>
          <p14:tracePt t="6118" x="7564438" y="5661025"/>
          <p14:tracePt t="6125" x="7580313" y="5678488"/>
          <p14:tracePt t="6126" x="7586663" y="5683250"/>
          <p14:tracePt t="6126" x="7591425" y="5689600"/>
          <p14:tracePt t="6132" x="7604125" y="5700713"/>
          <p14:tracePt t="6139" x="7626350" y="5718175"/>
          <p14:tracePt t="6146" x="7643813" y="5729288"/>
          <p14:tracePt t="6153" x="7672388" y="5751513"/>
          <p14:tracePt t="6160" x="7700963" y="5775325"/>
          <p14:tracePt t="6161" x="7705725" y="5780088"/>
          <p14:tracePt t="6167" x="7729538" y="5797550"/>
          <p14:tracePt t="6174" x="7769225" y="5826125"/>
          <p14:tracePt t="6181" x="7808913" y="5854700"/>
          <p14:tracePt t="6181" x="7815263" y="5861050"/>
          <p14:tracePt t="6188" x="7842250" y="5883275"/>
          <p14:tracePt t="6195" x="7883525" y="5916613"/>
          <p14:tracePt t="6195" x="7894638" y="5922963"/>
          <p14:tracePt t="6201" x="7916863" y="5940425"/>
          <p14:tracePt t="6209" x="7956550" y="5969000"/>
          <p14:tracePt t="6209" x="7962900" y="5973763"/>
          <p14:tracePt t="6210" x="7974013" y="5980113"/>
          <p14:tracePt t="6215" x="7985125" y="5986463"/>
          <p14:tracePt t="6223" x="8037513" y="6019800"/>
          <p14:tracePt t="6229" x="8077200" y="6042025"/>
          <p14:tracePt t="6230" x="8088313" y="6048375"/>
          <p14:tracePt t="6231" x="8099425" y="6054725"/>
          <p14:tracePt t="6236" x="8128000" y="6070600"/>
          <p14:tracePt t="6243" x="8178800" y="6094413"/>
          <p14:tracePt t="6244" x="8178800" y="6099175"/>
          <p14:tracePt t="6245" x="8189913" y="6099175"/>
          <p14:tracePt t="6250" x="8231188" y="6122988"/>
          <p14:tracePt t="6257" x="8288338" y="6145213"/>
          <p14:tracePt t="6264" x="8339138" y="6162675"/>
          <p14:tracePt t="6271" x="8389938" y="6180138"/>
          <p14:tracePt t="6272" x="8401050" y="6184900"/>
          <p14:tracePt t="6272" x="8407400" y="6191250"/>
          <p14:tracePt t="6273" x="8418513" y="6191250"/>
          <p14:tracePt t="6278" x="8435975" y="6196013"/>
          <p14:tracePt t="6285" x="8482013" y="6213475"/>
          <p14:tracePt t="6292" x="8526463" y="6224588"/>
          <p14:tracePt t="6293" x="8539163" y="6224588"/>
          <p14:tracePt t="6293" x="8543925" y="6230938"/>
          <p14:tracePt t="6294" x="8550275" y="6230938"/>
          <p14:tracePt t="6299" x="8566150" y="6237288"/>
          <p14:tracePt t="6306" x="8612188" y="6242050"/>
          <p14:tracePt t="6313" x="8647113" y="6242050"/>
          <p14:tracePt t="6320" x="8680450" y="6253163"/>
          <p14:tracePt t="6321" x="8686800" y="6253163"/>
          <p14:tracePt t="6321" x="8691563" y="6253163"/>
          <p14:tracePt t="6327" x="8704263" y="6253163"/>
          <p14:tracePt t="6334" x="8726488" y="6253163"/>
          <p14:tracePt t="6334" x="8732838" y="6253163"/>
          <p14:tracePt t="6340" x="8748713" y="6253163"/>
          <p14:tracePt t="6348" x="8766175" y="6248400"/>
          <p14:tracePt t="6355" x="8794750" y="6248400"/>
          <p14:tracePt t="6356" x="8805863" y="6248400"/>
          <p14:tracePt t="6356" x="8816975" y="6248400"/>
          <p14:tracePt t="6363" x="8845550" y="6248400"/>
          <p14:tracePt t="6369" x="8909050" y="6253163"/>
          <p14:tracePt t="6383" x="9091613" y="6270625"/>
          <p14:tracePt t="6389" x="9228138" y="6288088"/>
          <p14:tracePt t="6396" x="9347200" y="6299200"/>
          <p14:tracePt t="6398" x="9382125" y="6299200"/>
          <p14:tracePt t="6398" x="9399588" y="6299200"/>
          <p14:tracePt t="6399" x="9415463" y="6299200"/>
          <p14:tracePt t="6400" x="9450388" y="6299200"/>
          <p14:tracePt t="6403" x="9478963" y="6305550"/>
          <p14:tracePt t="6410" x="9598025" y="6305550"/>
          <p14:tracePt t="6417" x="9718675" y="6305550"/>
          <p14:tracePt t="6424" x="9826625" y="6305550"/>
          <p14:tracePt t="6425" x="9855200" y="6292850"/>
          <p14:tracePt t="6426" x="9872663" y="6292850"/>
          <p14:tracePt t="6431" x="9934575" y="6281738"/>
          <p14:tracePt t="6438" x="10031413" y="6253163"/>
          <p14:tracePt t="6446" x="10099675" y="6230938"/>
          <p14:tracePt t="6452" x="10152063" y="6202363"/>
          <p14:tracePt t="6466" x="10209213" y="6151563"/>
          <p14:tracePt t="6472" x="10220325" y="6122988"/>
          <p14:tracePt t="6479" x="10236200" y="6083300"/>
          <p14:tracePt t="6480" x="10236200" y="6070600"/>
          <p14:tracePt t="6481" x="10242550" y="6065838"/>
          <p14:tracePt t="6482" x="10248900" y="6059488"/>
          <p14:tracePt t="6486" x="10248900" y="6037263"/>
          <p14:tracePt t="6494" x="10277475" y="5962650"/>
          <p14:tracePt t="6495" x="10277475" y="5951538"/>
          <p14:tracePt t="6495" x="10277475" y="5940425"/>
          <p14:tracePt t="6500" x="10293350" y="5900738"/>
          <p14:tracePt t="6507" x="10321925" y="5819775"/>
          <p14:tracePt t="6508" x="10328275" y="5803900"/>
          <p14:tracePt t="6508" x="10334625" y="5786438"/>
          <p14:tracePt t="6514" x="10356850" y="5735638"/>
          <p14:tracePt t="6521" x="10402888" y="5643563"/>
          <p14:tracePt t="6522" x="10402888" y="5632450"/>
          <p14:tracePt t="6522" x="10407650" y="5621338"/>
          <p14:tracePt t="6523" x="10418763" y="5610225"/>
          <p14:tracePt t="6528" x="10436225" y="5568950"/>
          <p14:tracePt t="6535" x="10475913" y="5484813"/>
          <p14:tracePt t="6542" x="10510838" y="5410200"/>
          <p14:tracePt t="6549" x="10539413" y="5353050"/>
          <p14:tracePt t="6550" x="10550525" y="5330825"/>
          <p14:tracePt t="6551" x="10550525" y="5324475"/>
          <p14:tracePt t="6556" x="10567988" y="5284788"/>
          <p14:tracePt t="6563" x="10596563" y="5227638"/>
          <p14:tracePt t="6570" x="10618788" y="5164138"/>
          <p14:tracePt t="6571" x="10629900" y="5141913"/>
          <p14:tracePt t="6571" x="10629900" y="5130800"/>
          <p14:tracePt t="6576" x="10647363" y="5080000"/>
          <p14:tracePt t="6584" x="10675938" y="4999038"/>
          <p14:tracePt t="6590" x="10698163" y="4902200"/>
          <p14:tracePt t="6591" x="10704513" y="4879975"/>
          <p14:tracePt t="6592" x="10709275" y="4879975"/>
          <p14:tracePt t="6597" x="10715625" y="4816475"/>
          <p14:tracePt t="6604" x="10726738" y="4714875"/>
          <p14:tracePt t="6605" x="10726738" y="4675188"/>
          <p14:tracePt t="6611" x="10733088" y="4594225"/>
          <p14:tracePt t="6618" x="10733088" y="4475163"/>
          <p14:tracePt t="6619" x="10733088" y="4440238"/>
          <p14:tracePt t="6620" x="10726738" y="4424363"/>
          <p14:tracePt t="6625" x="10726738" y="4343400"/>
          <p14:tracePt t="6632" x="10704513" y="4202113"/>
          <p14:tracePt t="6633" x="10693400" y="4156075"/>
          <p14:tracePt t="6634" x="10687050" y="4127500"/>
          <p14:tracePt t="6639" x="10664825" y="4024313"/>
          <p14:tracePt t="6646" x="10636250" y="3876675"/>
          <p14:tracePt t="6653" x="10607675" y="3740150"/>
          <p14:tracePt t="6660" x="10583863" y="3643313"/>
          <p14:tracePt t="6667" x="10556875" y="3529013"/>
          <p14:tracePt t="6674" x="10539413" y="3460750"/>
          <p14:tracePt t="6675" x="10533063" y="3443288"/>
          <p14:tracePt t="6676" x="10533063" y="3432175"/>
          <p14:tracePt t="6676" x="10533063" y="3425825"/>
          <p14:tracePt t="6677" x="10533063" y="3414713"/>
          <p14:tracePt t="6681" x="10528300" y="3403600"/>
          <p14:tracePt t="6687" x="10510838" y="3357563"/>
          <p14:tracePt t="6694" x="10504488" y="3317875"/>
          <p14:tracePt t="6695" x="10499725" y="3306763"/>
          <p14:tracePt t="6696" x="10499725" y="3300413"/>
          <p14:tracePt t="6701" x="10493375" y="3282950"/>
          <p14:tracePt t="6708" x="10482263" y="3249613"/>
          <p14:tracePt t="6709" x="10482263" y="3238500"/>
          <p14:tracePt t="6715" x="10471150" y="3214688"/>
          <p14:tracePt t="6722" x="10453688" y="3170238"/>
          <p14:tracePt t="6723" x="10447338" y="3157538"/>
          <p14:tracePt t="6724" x="10447338" y="3152775"/>
          <p14:tracePt t="6729" x="10431463" y="3124200"/>
          <p14:tracePt t="6736" x="10407650" y="3078163"/>
          <p14:tracePt t="6743" x="10367963" y="3021013"/>
          <p14:tracePt t="6744" x="10367963" y="3016250"/>
          <p14:tracePt t="6744" x="10361613" y="3009900"/>
          <p14:tracePt t="6745" x="10350500" y="2998788"/>
          <p14:tracePt t="6750" x="10334625" y="2963863"/>
          <p14:tracePt t="6757" x="10288588" y="2906713"/>
          <p14:tracePt t="6764" x="10236200" y="2851150"/>
          <p14:tracePt t="6771" x="10185400" y="2798763"/>
          <p14:tracePt t="6778" x="10139363" y="2770188"/>
          <p14:tracePt t="6779" x="10117138" y="2747963"/>
          <p14:tracePt t="6779" x="10106025" y="2741613"/>
          <p14:tracePt t="6780" x="10106025" y="2736850"/>
          <p14:tracePt t="6785" x="10077450" y="2719388"/>
          <p14:tracePt t="6792" x="10031413" y="2690813"/>
          <p14:tracePt t="6799" x="9980613" y="2662238"/>
          <p14:tracePt t="6806" x="9934575" y="2640013"/>
          <p14:tracePt t="6813" x="9888538" y="2622550"/>
          <p14:tracePt t="6820" x="9861550" y="2611438"/>
          <p14:tracePt t="6821" x="9844088" y="2605088"/>
          <p14:tracePt t="6826" x="9820275" y="2600325"/>
          <p14:tracePt t="6834" x="9786938" y="2593975"/>
          <p14:tracePt t="6840" x="9736138" y="2582863"/>
          <p14:tracePt t="6847" x="9694863" y="2576513"/>
          <p14:tracePt t="6848" x="9678988" y="2576513"/>
          <p14:tracePt t="6849" x="9672638" y="2571750"/>
          <p14:tracePt t="6855" x="9650413" y="2571750"/>
          <p14:tracePt t="6862" x="9598025" y="2559050"/>
          <p14:tracePt t="6868" x="9553575" y="2554288"/>
          <p14:tracePt t="6869" x="9536113" y="2554288"/>
          <p14:tracePt t="6875" x="9507538" y="2543175"/>
          <p14:tracePt t="6882" x="9444038" y="2536825"/>
          <p14:tracePt t="6889" x="9375775" y="2519363"/>
          <p14:tracePt t="6896" x="9290050" y="2501900"/>
          <p14:tracePt t="6903" x="9217025" y="2490788"/>
          <p14:tracePt t="6904" x="9193213" y="2479675"/>
          <p14:tracePt t="6904" x="9159875" y="2474913"/>
          <p14:tracePt t="6910" x="9102725" y="2462213"/>
          <p14:tracePt t="6917" x="8994775" y="2439988"/>
          <p14:tracePt t="6918" x="8966200" y="2439988"/>
          <p14:tracePt t="6918" x="8948738" y="2439988"/>
          <p14:tracePt t="6919" x="8931275" y="2433638"/>
          <p14:tracePt t="6924" x="8891588" y="2422525"/>
          <p14:tracePt t="6931" x="8783638" y="2405063"/>
          <p14:tracePt t="6938" x="8680450" y="2389188"/>
          <p14:tracePt t="6945" x="8572500" y="2371725"/>
          <p14:tracePt t="6952" x="8475663" y="2354263"/>
          <p14:tracePt t="6952" x="8447088" y="2349500"/>
          <p14:tracePt t="6953" x="8429625" y="2349500"/>
          <p14:tracePt t="6959" x="8367713" y="2336800"/>
          <p14:tracePt t="6965" x="8264525" y="2320925"/>
          <p14:tracePt t="6973" x="8167688" y="2303463"/>
          <p14:tracePt t="6973" x="8134350" y="2303463"/>
          <p14:tracePt t="6974" x="8116888" y="2297113"/>
          <p14:tracePt t="6980" x="8037513" y="2286000"/>
          <p14:tracePt t="6987" x="7916863" y="2274888"/>
          <p14:tracePt t="6994" x="7786688" y="2257425"/>
          <p14:tracePt t="7001" x="7677150" y="2257425"/>
          <p14:tracePt t="7008" x="7586663" y="2251075"/>
          <p14:tracePt t="7015" x="7489825" y="2246313"/>
          <p14:tracePt t="7022" x="7421563" y="2246313"/>
          <p14:tracePt t="7029" x="7369175" y="2246313"/>
          <p14:tracePt t="7035" x="7324725" y="2246313"/>
          <p14:tracePt t="7042" x="7289800" y="2246313"/>
          <p14:tracePt t="7049" x="7267575" y="2251075"/>
          <p14:tracePt t="7056" x="7250113" y="2257425"/>
          <p14:tracePt t="7063" x="7250113" y="2263775"/>
          <p14:tracePt t="7070" x="7239000" y="2263775"/>
          <p14:tracePt t="7089" x="7239000" y="2268538"/>
          <p14:tracePt t="7097" x="7232650" y="2268538"/>
          <p14:tracePt t="7100" x="7232650" y="2274888"/>
          <p14:tracePt t="7104" x="7221538" y="2279650"/>
          <p14:tracePt t="7111" x="7210425" y="2297113"/>
          <p14:tracePt t="7118" x="7188200" y="2320925"/>
          <p14:tracePt t="7125" x="7159625" y="2343150"/>
          <p14:tracePt t="7126" x="7146925" y="2354263"/>
          <p14:tracePt t="7127" x="7142163" y="2360613"/>
          <p14:tracePt t="7132" x="7118350" y="2371725"/>
          <p14:tracePt t="7139" x="7091363" y="2405063"/>
          <p14:tracePt t="7146" x="7056438" y="2433638"/>
          <p14:tracePt t="7153" x="7027863" y="2457450"/>
          <p14:tracePt t="7154" x="7016750" y="2468563"/>
          <p14:tracePt t="7160" x="6992938" y="2490788"/>
          <p14:tracePt t="7161" x="6981825" y="2497138"/>
          <p14:tracePt t="7167" x="6953250" y="2514600"/>
          <p14:tracePt t="7168" x="6948488" y="2525713"/>
          <p14:tracePt t="7174" x="6919913" y="2543175"/>
          <p14:tracePt t="7181" x="6884988" y="2571750"/>
          <p14:tracePt t="7183" x="6869113" y="2582863"/>
          <p14:tracePt t="7184" x="6862763" y="2582863"/>
          <p14:tracePt t="7185" x="6856413" y="2587625"/>
          <p14:tracePt t="7188" x="6851650" y="2593975"/>
          <p14:tracePt t="7189" x="6834188" y="2600325"/>
          <p14:tracePt t="7195" x="6805613" y="2622550"/>
          <p14:tracePt t="7202" x="6770688" y="2651125"/>
          <p14:tracePt t="7209" x="6731000" y="2679700"/>
          <p14:tracePt t="7210" x="6726238" y="2690813"/>
          <p14:tracePt t="7210" x="6719888" y="2690813"/>
          <p14:tracePt t="7216" x="6697663" y="2708275"/>
          <p14:tracePt t="7222" x="6662738" y="2747963"/>
          <p14:tracePt t="7230" x="6618288" y="2794000"/>
          <p14:tracePt t="7231" x="6600825" y="2805113"/>
          <p14:tracePt t="7231" x="6600825" y="2816225"/>
          <p14:tracePt t="7232" x="6583363" y="2822575"/>
          <p14:tracePt t="7236" x="6565900" y="2844800"/>
          <p14:tracePt t="7243" x="6515100" y="2895600"/>
          <p14:tracePt t="7244" x="6503988" y="2913063"/>
          <p14:tracePt t="7245" x="6492875" y="2924175"/>
          <p14:tracePt t="7250" x="6464300" y="2963863"/>
          <p14:tracePt t="7257" x="6411913" y="3027363"/>
          <p14:tracePt t="7258" x="6394450" y="3055938"/>
          <p14:tracePt t="7264" x="6350000" y="3124200"/>
          <p14:tracePt t="7271" x="6303963" y="3209925"/>
          <p14:tracePt t="7272" x="6292850" y="3232150"/>
          <p14:tracePt t="7278" x="6264275" y="3289300"/>
          <p14:tracePt t="7285" x="6224588" y="3403600"/>
          <p14:tracePt t="7292" x="6200775" y="3505200"/>
          <p14:tracePt t="7299" x="6184900" y="3597275"/>
          <p14:tracePt t="7306" x="6178550" y="3711575"/>
          <p14:tracePt t="7307" x="6172200" y="3729038"/>
          <p14:tracePt t="7308" x="6172200" y="3744913"/>
          <p14:tracePt t="7312" x="6172200" y="3790950"/>
          <p14:tracePt t="7320" x="6172200" y="3865563"/>
          <p14:tracePt t="7326" x="6172200" y="3956050"/>
          <p14:tracePt t="7334" x="6184900" y="4024313"/>
          <p14:tracePt t="7341" x="6196013" y="4098925"/>
          <p14:tracePt t="7341" x="6200775" y="4116388"/>
          <p14:tracePt t="7342" x="6200775" y="4121150"/>
          <p14:tracePt t="7347" x="6213475" y="4160838"/>
          <p14:tracePt t="7348" x="6218238" y="4184650"/>
          <p14:tracePt t="7354" x="6229350" y="4224338"/>
          <p14:tracePt t="7355" x="6229350" y="4230688"/>
          <p14:tracePt t="7355" x="6235700" y="4241800"/>
          <p14:tracePt t="7356" x="6242050" y="4246563"/>
          <p14:tracePt t="7361" x="6246813" y="4275138"/>
          <p14:tracePt t="7371" x="6275388" y="4356100"/>
          <p14:tracePt t="7372" x="6281738" y="4378325"/>
          <p14:tracePt t="7375" x="6286500" y="4395788"/>
          <p14:tracePt t="7389" x="6338888" y="4549775"/>
          <p14:tracePt t="7390" x="6338888" y="4554538"/>
          <p14:tracePt t="7396" x="6367463" y="4618038"/>
          <p14:tracePt t="7403" x="6383338" y="4668838"/>
          <p14:tracePt t="7410" x="6411913" y="4725988"/>
          <p14:tracePt t="7417" x="6435725" y="4783138"/>
          <p14:tracePt t="7424" x="6451600" y="4829175"/>
          <p14:tracePt t="7431" x="6469063" y="4868863"/>
          <p14:tracePt t="7432" x="6475413" y="4873625"/>
          <p14:tracePt t="7433" x="6475413" y="4886325"/>
          <p14:tracePt t="7433" x="6475413" y="4891088"/>
          <p14:tracePt t="7437" x="6486525" y="4902200"/>
          <p14:tracePt t="7445" x="6497638" y="4930775"/>
          <p14:tracePt t="7445" x="6503988" y="4937125"/>
          <p14:tracePt t="7451" x="6519863" y="4965700"/>
          <p14:tracePt t="7459" x="6543675" y="4999038"/>
          <p14:tracePt t="7459" x="6548438" y="5011738"/>
          <p14:tracePt t="7465" x="6572250" y="5045075"/>
          <p14:tracePt t="7473" x="6605588" y="5091113"/>
          <p14:tracePt t="7473" x="6611938" y="5102225"/>
          <p14:tracePt t="7474" x="6618288" y="5108575"/>
          <p14:tracePt t="7479" x="6634163" y="5148263"/>
          <p14:tracePt t="7486" x="6673850" y="5192713"/>
          <p14:tracePt t="7487" x="6686550" y="5210175"/>
          <p14:tracePt t="7493" x="6708775" y="5249863"/>
          <p14:tracePt t="7494" x="6708775" y="5256213"/>
          <p14:tracePt t="7495" x="6719888" y="5267325"/>
          <p14:tracePt t="7500" x="6743700" y="5295900"/>
          <p14:tracePt t="7507" x="6777038" y="5335588"/>
          <p14:tracePt t="7514" x="6823075" y="5381625"/>
          <p14:tracePt t="7515" x="6823075" y="5387975"/>
          <p14:tracePt t="7515" x="6834188" y="5392738"/>
          <p14:tracePt t="7521" x="6856413" y="5421313"/>
          <p14:tracePt t="7528" x="6891338" y="5456238"/>
          <p14:tracePt t="7529" x="6902450" y="5461000"/>
          <p14:tracePt t="7529" x="6908800" y="5461000"/>
          <p14:tracePt t="7535" x="6931025" y="5484813"/>
          <p14:tracePt t="7542" x="6970713" y="5513388"/>
          <p14:tracePt t="7543" x="6977063" y="5518150"/>
          <p14:tracePt t="7543" x="6981825" y="5524500"/>
          <p14:tracePt t="7549" x="6999288" y="5529263"/>
          <p14:tracePt t="7556" x="7021513" y="5553075"/>
          <p14:tracePt t="7563" x="7045325" y="5564188"/>
          <p14:tracePt t="7570" x="7062788" y="5575300"/>
          <p14:tracePt t="7577" x="7078663" y="5586413"/>
          <p14:tracePt t="7584" x="7096125" y="5597525"/>
          <p14:tracePt t="7591" x="7113588" y="5610225"/>
          <p14:tracePt t="7597" x="7142163" y="5626100"/>
          <p14:tracePt t="7605" x="7170738" y="5643563"/>
          <p14:tracePt t="7605" x="7175500" y="5649913"/>
          <p14:tracePt t="7606" x="7188200" y="5654675"/>
          <p14:tracePt t="7612" x="7210425" y="5665788"/>
          <p14:tracePt t="7619" x="7285038" y="5711825"/>
          <p14:tracePt t="7626" x="7358063" y="5751513"/>
          <p14:tracePt t="7640" x="7529513" y="5832475"/>
          <p14:tracePt t="7647" x="7608888" y="5865813"/>
          <p14:tracePt t="7653" x="7694613" y="5889625"/>
          <p14:tracePt t="7660" x="7762875" y="5922963"/>
          <p14:tracePt t="7667" x="7826375" y="5945188"/>
          <p14:tracePt t="7674" x="7883525" y="5962650"/>
          <p14:tracePt t="7681" x="7934325" y="5986463"/>
          <p14:tracePt t="7689" x="7967663" y="5997575"/>
          <p14:tracePt t="7695" x="7991475" y="6002338"/>
          <p14:tracePt t="7702" x="8002588" y="6008688"/>
          <p14:tracePt t="7708" x="8008938" y="6008688"/>
          <p14:tracePt t="7746" x="8013700" y="6008688"/>
          <p14:tracePt t="7748" x="8020050" y="6008688"/>
          <p14:tracePt t="7750" x="8024813" y="6008688"/>
          <p14:tracePt t="7757" x="8059738" y="6019800"/>
          <p14:tracePt t="7764" x="8110538" y="6030913"/>
          <p14:tracePt t="7771" x="8185150" y="6048375"/>
          <p14:tracePt t="7778" x="8253413" y="6065838"/>
          <p14:tracePt t="7779" x="8281988" y="6065838"/>
          <p14:tracePt t="7786" x="8350250" y="6076950"/>
          <p14:tracePt t="7787" x="8401050" y="6076950"/>
          <p14:tracePt t="7792" x="8458200" y="6083300"/>
          <p14:tracePt t="7799" x="8532813" y="6088063"/>
          <p14:tracePt t="7806" x="8623300" y="6094413"/>
          <p14:tracePt t="7813" x="8697913" y="6099175"/>
          <p14:tracePt t="7820" x="8748713" y="6099175"/>
          <p14:tracePt t="7827" x="8788400" y="6099175"/>
          <p14:tracePt t="7828" x="8805863" y="6099175"/>
          <p14:tracePt t="7828" x="8812213" y="6099175"/>
          <p14:tracePt t="7834" x="8829675" y="6099175"/>
          <p14:tracePt t="7841" x="8845550" y="6099175"/>
          <p14:tracePt t="7847" x="8851900" y="6099175"/>
          <p14:tracePt t="7855" x="8858250" y="6099175"/>
          <p14:tracePt t="7861" x="8863013" y="6099175"/>
          <p14:tracePt t="7874" x="8869363" y="6099175"/>
          <p14:tracePt t="7879" x="8874125" y="6099175"/>
          <p14:tracePt t="7882" x="8880475" y="6099175"/>
          <p14:tracePt t="7889" x="8897938" y="6099175"/>
          <p14:tracePt t="7896" x="8920163" y="6088063"/>
          <p14:tracePt t="7903" x="8948738" y="6076950"/>
          <p14:tracePt t="7910" x="8999538" y="6059488"/>
          <p14:tracePt t="7911" x="9023350" y="6054725"/>
          <p14:tracePt t="7912" x="9028113" y="6042025"/>
          <p14:tracePt t="7913" x="9034463" y="6042025"/>
          <p14:tracePt t="7917" x="9045575" y="6042025"/>
          <p14:tracePt t="7924" x="9113838" y="6015038"/>
          <p14:tracePt t="7931" x="9205913" y="5986463"/>
          <p14:tracePt t="7932" x="9234488" y="5973763"/>
          <p14:tracePt t="7932" x="9245600" y="5973763"/>
          <p14:tracePt t="7938" x="9296400" y="5957888"/>
          <p14:tracePt t="7945" x="9399588" y="5922963"/>
          <p14:tracePt t="7945" x="9428163" y="5911850"/>
          <p14:tracePt t="7946" x="9439275" y="5905500"/>
          <p14:tracePt t="7951" x="9490075" y="5883275"/>
          <p14:tracePt t="7959" x="9558338" y="5854700"/>
          <p14:tracePt t="7959" x="9582150" y="5843588"/>
          <p14:tracePt t="7965" x="9644063" y="5819775"/>
          <p14:tracePt t="7966" x="9661525" y="5808663"/>
          <p14:tracePt t="7967" x="9690100" y="5797550"/>
          <p14:tracePt t="7972" x="9729788" y="5780088"/>
          <p14:tracePt t="7979" x="9804400" y="5740400"/>
          <p14:tracePt t="7980" x="9820275" y="5740400"/>
          <p14:tracePt t="7980" x="9826625" y="5735638"/>
          <p14:tracePt t="7981" x="9837738" y="5722938"/>
          <p14:tracePt t="7986" x="9877425" y="5700713"/>
          <p14:tracePt t="7994" x="9958388" y="5661025"/>
          <p14:tracePt t="7994" x="9980613" y="5643563"/>
          <p14:tracePt t="8000" x="10042525" y="5597525"/>
          <p14:tracePt t="8007" x="10123488" y="5535613"/>
          <p14:tracePt t="8014" x="10196513" y="5472113"/>
          <p14:tracePt t="8021" x="10293350" y="5381625"/>
          <p14:tracePt t="8028" x="10385425" y="5289550"/>
          <p14:tracePt t="8035" x="10487025" y="5176838"/>
          <p14:tracePt t="8042" x="10561638" y="5080000"/>
          <p14:tracePt t="8043" x="10583863" y="5051425"/>
          <p14:tracePt t="8043" x="10596563" y="5038725"/>
          <p14:tracePt t="8044" x="10601325" y="5027613"/>
          <p14:tracePt t="8049" x="10629900" y="4987925"/>
          <p14:tracePt t="8056" x="10687050" y="4897438"/>
          <p14:tracePt t="8056" x="10704513" y="4873625"/>
          <p14:tracePt t="8057" x="10715625" y="4851400"/>
          <p14:tracePt t="8063" x="10744200" y="4800600"/>
          <p14:tracePt t="8070" x="10772775" y="4732338"/>
          <p14:tracePt t="8070" x="10783888" y="4708525"/>
          <p14:tracePt t="8071" x="10790238" y="4697413"/>
          <p14:tracePt t="8076" x="10807700" y="4657725"/>
          <p14:tracePt t="8083" x="10829925" y="4594225"/>
          <p14:tracePt t="8091" x="10852150" y="4532313"/>
          <p14:tracePt t="8091" x="10852150" y="4521200"/>
          <p14:tracePt t="8097" x="10858500" y="4481513"/>
          <p14:tracePt t="8098" x="10858500" y="4475163"/>
          <p14:tracePt t="8098" x="10858500" y="4468813"/>
          <p14:tracePt t="8099" x="10858500" y="4452938"/>
          <p14:tracePt t="8104" x="10858500" y="4418013"/>
          <p14:tracePt t="8112" x="10858500" y="4349750"/>
          <p14:tracePt t="8119" x="10841038" y="4270375"/>
          <p14:tracePt t="8126" x="10818813" y="4173538"/>
          <p14:tracePt t="8127" x="10807700" y="4149725"/>
          <p14:tracePt t="8128" x="10807700" y="4132263"/>
          <p14:tracePt t="8132" x="10783888" y="4070350"/>
          <p14:tracePt t="8140" x="10744200" y="3973513"/>
          <p14:tracePt t="8147" x="10704513" y="3881438"/>
          <p14:tracePt t="8148" x="10687050" y="3854450"/>
          <p14:tracePt t="8148" x="10675938" y="3841750"/>
          <p14:tracePt t="8149" x="10669588" y="3830638"/>
          <p14:tracePt t="8153" x="10658475" y="3802063"/>
          <p14:tracePt t="8160" x="10607675" y="3722688"/>
          <p14:tracePt t="8167" x="10567988" y="3654425"/>
          <p14:tracePt t="8168" x="10556875" y="3630613"/>
          <p14:tracePt t="8169" x="10550525" y="3625850"/>
          <p14:tracePt t="8174" x="10521950" y="3586163"/>
          <p14:tracePt t="8181" x="10487025" y="3533775"/>
          <p14:tracePt t="8182" x="10471150" y="3522663"/>
          <p14:tracePt t="8183" x="10471150" y="3511550"/>
          <p14:tracePt t="8184" x="10458450" y="3505200"/>
          <p14:tracePt t="8185" x="10458450" y="3500438"/>
          <p14:tracePt t="8188" x="10447338" y="3489325"/>
          <p14:tracePt t="8195" x="10418763" y="3454400"/>
          <p14:tracePt t="8196" x="10407650" y="3449638"/>
          <p14:tracePt t="8197" x="10407650" y="3443288"/>
          <p14:tracePt t="8202" x="10396538" y="3425825"/>
          <p14:tracePt t="8209" x="10361613" y="3392488"/>
          <p14:tracePt t="8216" x="10334625" y="3363913"/>
          <p14:tracePt t="8223" x="10306050" y="3335338"/>
          <p14:tracePt t="8230" x="10288588" y="3311525"/>
          <p14:tracePt t="8238" x="10248900" y="3267075"/>
          <p14:tracePt t="8251" x="10174288" y="3186113"/>
          <p14:tracePt t="8258" x="10117138" y="3128963"/>
          <p14:tracePt t="8265" x="10071100" y="3084513"/>
          <p14:tracePt t="8271" x="10026650" y="3032125"/>
          <p14:tracePt t="8279" x="9980613" y="2992438"/>
          <p14:tracePt t="8285" x="9934575" y="2952750"/>
          <p14:tracePt t="8293" x="9883775" y="2913063"/>
          <p14:tracePt t="8300" x="9848850" y="2890838"/>
          <p14:tracePt t="8306" x="9809163" y="2862263"/>
          <p14:tracePt t="8313" x="9769475" y="2827338"/>
          <p14:tracePt t="8320" x="9729788" y="2805113"/>
          <p14:tracePt t="8327" x="9694863" y="2770188"/>
          <p14:tracePt t="8334" x="9644063" y="2741613"/>
          <p14:tracePt t="8341" x="9593263" y="2708275"/>
          <p14:tracePt t="8348" x="9540875" y="2668588"/>
          <p14:tracePt t="8355" x="9478963" y="2627313"/>
          <p14:tracePt t="8355" x="9461500" y="2622550"/>
          <p14:tracePt t="8356" x="9456738" y="2616200"/>
          <p14:tracePt t="8365" x="9375775" y="2576513"/>
          <p14:tracePt t="8369" x="9347200" y="2565400"/>
          <p14:tracePt t="8382" x="9188450" y="2514600"/>
          <p14:tracePt t="8383" x="9182100" y="2514600"/>
          <p14:tracePt t="8384" x="9164638" y="2508250"/>
          <p14:tracePt t="8389" x="9109075" y="2490788"/>
          <p14:tracePt t="8396" x="9028113" y="2474913"/>
          <p14:tracePt t="8403" x="8959850" y="2462213"/>
          <p14:tracePt t="8410" x="8874125" y="2451100"/>
          <p14:tracePt t="8417" x="8805863" y="2439988"/>
          <p14:tracePt t="8418" x="8783638" y="2433638"/>
          <p14:tracePt t="8419" x="8772525" y="2433638"/>
          <p14:tracePt t="8420" x="8766175" y="2433638"/>
          <p14:tracePt t="8421" x="8755063" y="2433638"/>
          <p14:tracePt t="8422" x="8743950" y="2428875"/>
          <p14:tracePt t="8423" x="8737600" y="2428875"/>
          <p14:tracePt t="8427" x="8704263" y="2422525"/>
          <p14:tracePt t="8427" x="8691563" y="2422525"/>
          <p14:tracePt t="8430" x="8675688" y="2422525"/>
          <p14:tracePt t="8438" x="8612188" y="2411413"/>
          <p14:tracePt t="8445" x="8550275" y="2411413"/>
          <p14:tracePt t="8452" x="8493125" y="2400300"/>
          <p14:tracePt t="8459" x="8440738" y="2400300"/>
          <p14:tracePt t="8465" x="8372475" y="2389188"/>
          <p14:tracePt t="8472" x="8304213" y="2382838"/>
          <p14:tracePt t="8480" x="8242300" y="2371725"/>
          <p14:tracePt t="8486" x="8178800" y="2365375"/>
          <p14:tracePt t="8487" x="8156575" y="2360613"/>
          <p14:tracePt t="8494" x="8105775" y="2354263"/>
          <p14:tracePt t="8494" x="8088313" y="2354263"/>
          <p14:tracePt t="8495" x="8077200" y="2354263"/>
          <p14:tracePt t="8500" x="8037513" y="2354263"/>
          <p14:tracePt t="8507" x="7951788" y="2343150"/>
          <p14:tracePt t="8514" x="7866063" y="2336800"/>
          <p14:tracePt t="8521" x="7797800" y="2336800"/>
          <p14:tracePt t="8522" x="7780338" y="2336800"/>
          <p14:tracePt t="8528" x="7705725" y="2336800"/>
          <p14:tracePt t="8535" x="7626350" y="2336800"/>
          <p14:tracePt t="8542" x="7529513" y="2336800"/>
          <p14:tracePt t="8549" x="7443788" y="2336800"/>
          <p14:tracePt t="8556" x="7353300" y="2336800"/>
          <p14:tracePt t="8556" x="7324725" y="2336800"/>
          <p14:tracePt t="8557" x="7313613" y="2336800"/>
          <p14:tracePt t="8562" x="7267575" y="2336800"/>
          <p14:tracePt t="8570" x="7181850" y="2349500"/>
          <p14:tracePt t="8577" x="7113588" y="2365375"/>
          <p14:tracePt t="8578" x="7091363" y="2365375"/>
          <p14:tracePt t="8578" x="7078663" y="2371725"/>
          <p14:tracePt t="8583" x="7038975" y="2376488"/>
          <p14:tracePt t="8590" x="6965950" y="2400300"/>
          <p14:tracePt t="8591" x="6953250" y="2400300"/>
          <p14:tracePt t="8591" x="6953250" y="2405063"/>
          <p14:tracePt t="8592" x="6942138" y="2405063"/>
          <p14:tracePt t="8597" x="6908800" y="2417763"/>
          <p14:tracePt t="8604" x="6851650" y="2439988"/>
          <p14:tracePt t="8605" x="6845300" y="2446338"/>
          <p14:tracePt t="8605" x="6840538" y="2451100"/>
          <p14:tracePt t="8606" x="6834188" y="2451100"/>
          <p14:tracePt t="8611" x="6805613" y="2462213"/>
          <p14:tracePt t="8618" x="6765925" y="2479675"/>
          <p14:tracePt t="8619" x="6759575" y="2479675"/>
          <p14:tracePt t="8619" x="6754813" y="2490788"/>
          <p14:tracePt t="8625" x="6737350" y="2501900"/>
          <p14:tracePt t="8632" x="6708775" y="2525713"/>
          <p14:tracePt t="8639" x="6691313" y="2536825"/>
          <p14:tracePt t="8646" x="6680200" y="2554288"/>
          <p14:tracePt t="8653" x="6669088" y="2565400"/>
          <p14:tracePt t="8660" x="6662738" y="2582863"/>
          <p14:tracePt t="8661" x="6657975" y="2587625"/>
          <p14:tracePt t="8667" x="6651625" y="2600325"/>
          <p14:tracePt t="8674" x="6645275" y="2616200"/>
          <p14:tracePt t="8681" x="6634163" y="2633663"/>
          <p14:tracePt t="8682" x="6634163" y="2640013"/>
          <p14:tracePt t="8682" x="6634163" y="2644775"/>
          <p14:tracePt t="8687" x="6629400" y="2655888"/>
          <p14:tracePt t="8694" x="6623050" y="2673350"/>
          <p14:tracePt t="8701" x="6618288" y="2690813"/>
          <p14:tracePt t="8708" x="6605588" y="2719388"/>
          <p14:tracePt t="8709" x="6605588" y="2725738"/>
          <p14:tracePt t="8716" x="6600825" y="2741613"/>
          <p14:tracePt t="8716" x="6594475" y="2747963"/>
          <p14:tracePt t="8722" x="6589713" y="2765425"/>
          <p14:tracePt t="8729" x="6583363" y="2787650"/>
          <p14:tracePt t="8730" x="6583363" y="2794000"/>
          <p14:tracePt t="8736" x="6577013" y="2809875"/>
          <p14:tracePt t="8743" x="6572250" y="2833688"/>
          <p14:tracePt t="8744" x="6572250" y="2838450"/>
          <p14:tracePt t="8750" x="6565900" y="2855913"/>
          <p14:tracePt t="8757" x="6565900" y="2878138"/>
          <p14:tracePt t="8764" x="6561138" y="2901950"/>
          <p14:tracePt t="8771" x="6554788" y="2924175"/>
          <p14:tracePt t="8778" x="6548438" y="2952750"/>
          <p14:tracePt t="8779" x="6548438" y="2963863"/>
          <p14:tracePt t="8785" x="6537325" y="2987675"/>
          <p14:tracePt t="8792" x="6532563" y="3021013"/>
          <p14:tracePt t="8793" x="6532563" y="3027363"/>
          <p14:tracePt t="8793" x="6532563" y="3038475"/>
          <p14:tracePt t="8794" x="6532563" y="3044825"/>
          <p14:tracePt t="8799" x="6526213" y="3060700"/>
          <p14:tracePt t="8806" x="6519863" y="3089275"/>
          <p14:tracePt t="8813" x="6515100" y="3124200"/>
          <p14:tracePt t="8820" x="6515100" y="3157538"/>
          <p14:tracePt t="8827" x="6508750" y="3192463"/>
          <p14:tracePt t="8828" x="6508750" y="3209925"/>
          <p14:tracePt t="8833" x="6503988" y="3238500"/>
          <p14:tracePt t="8841" x="6503988" y="3278188"/>
          <p14:tracePt t="8848" x="6503988" y="3324225"/>
          <p14:tracePt t="8855" x="6503988" y="3386138"/>
          <p14:tracePt t="8856" x="6503988" y="3403600"/>
          <p14:tracePt t="8856" x="6503988" y="3421063"/>
          <p14:tracePt t="8857" x="6503988" y="3432175"/>
          <p14:tracePt t="8862" x="6515100" y="3460750"/>
          <p14:tracePt t="8869" x="6526213" y="3557588"/>
          <p14:tracePt t="8883" x="6565900" y="3744913"/>
          <p14:tracePt t="8889" x="6589713" y="3841750"/>
          <p14:tracePt t="8896" x="6611938" y="3927475"/>
          <p14:tracePt t="8903" x="6629400" y="3990975"/>
          <p14:tracePt t="8910" x="6651625" y="4064000"/>
          <p14:tracePt t="8917" x="6673850" y="4132263"/>
          <p14:tracePt t="8918" x="6673850" y="4138613"/>
          <p14:tracePt t="8918" x="6680200" y="4144963"/>
          <p14:tracePt t="8919" x="6686550" y="4160838"/>
          <p14:tracePt t="8924" x="6691313" y="4178300"/>
          <p14:tracePt t="8931" x="6702425" y="4206875"/>
          <p14:tracePt t="8932" x="6702425" y="4217988"/>
          <p14:tracePt t="8933" x="6708775" y="4217988"/>
          <p14:tracePt t="8933" x="6708775" y="4230688"/>
          <p14:tracePt t="8938" x="6715125" y="4235450"/>
          <p14:tracePt t="8946" x="6719888" y="4264025"/>
          <p14:tracePt t="8952" x="6731000" y="4292600"/>
          <p14:tracePt t="8966" x="6754813" y="4349750"/>
          <p14:tracePt t="8967" x="6754813" y="4360863"/>
          <p14:tracePt t="8967" x="6754813" y="4367213"/>
          <p14:tracePt t="8968" x="6759575" y="4378325"/>
          <p14:tracePt t="8972" x="6759575" y="4389438"/>
          <p14:tracePt t="8980" x="6770688" y="4424363"/>
          <p14:tracePt t="8980" x="6777038" y="4435475"/>
          <p14:tracePt t="8986" x="6783388" y="4468813"/>
          <p14:tracePt t="8993" x="6794500" y="4503738"/>
          <p14:tracePt t="8994" x="6799263" y="4514850"/>
          <p14:tracePt t="9000" x="6799263" y="4549775"/>
          <p14:tracePt t="9007" x="6811963" y="4583113"/>
          <p14:tracePt t="9014" x="6816725" y="4622800"/>
          <p14:tracePt t="9021" x="6823075" y="4651375"/>
          <p14:tracePt t="9028" x="6827838" y="4679950"/>
          <p14:tracePt t="9035" x="6834188" y="4708525"/>
          <p14:tracePt t="9042" x="6840538" y="4737100"/>
          <p14:tracePt t="9049" x="6840538" y="4760913"/>
          <p14:tracePt t="9056" x="6845300" y="4783138"/>
          <p14:tracePt t="9063" x="6851650" y="4811713"/>
          <p14:tracePt t="9070" x="6862763" y="4840288"/>
          <p14:tracePt t="9077" x="6862763" y="4873625"/>
          <p14:tracePt t="9084" x="6873875" y="4908550"/>
          <p14:tracePt t="9091" x="6884988" y="4954588"/>
          <p14:tracePt t="9091" x="6884988" y="4965700"/>
          <p14:tracePt t="9092" x="6884988" y="4976813"/>
          <p14:tracePt t="9097" x="6891338" y="4999038"/>
          <p14:tracePt t="9105" x="6908800" y="5056188"/>
          <p14:tracePt t="9105" x="6908800" y="5080000"/>
          <p14:tracePt t="9111" x="6919913" y="5113338"/>
          <p14:tracePt t="9118" x="6937375" y="5164138"/>
          <p14:tracePt t="9125" x="6953250" y="5216525"/>
          <p14:tracePt t="9126" x="6959600" y="5227638"/>
          <p14:tracePt t="9132" x="6977063" y="5262563"/>
          <p14:tracePt t="9139" x="6992938" y="5307013"/>
          <p14:tracePt t="9147" x="7010400" y="5341938"/>
          <p14:tracePt t="9148" x="7021513" y="5364163"/>
          <p14:tracePt t="9149" x="7027863" y="5375275"/>
          <p14:tracePt t="9153" x="7034213" y="5387975"/>
          <p14:tracePt t="9160" x="7067550" y="5427663"/>
          <p14:tracePt t="9167" x="7085013" y="5461000"/>
          <p14:tracePt t="9174" x="7107238" y="5484813"/>
          <p14:tracePt t="9181" x="7124700" y="5500688"/>
          <p14:tracePt t="9188" x="7142163" y="5518150"/>
          <p14:tracePt t="9188" x="7146925" y="5518150"/>
          <p14:tracePt t="9194" x="7159625" y="5529263"/>
          <p14:tracePt t="9201" x="7170738" y="5535613"/>
          <p14:tracePt t="9209" x="7181850" y="5546725"/>
          <p14:tracePt t="9209" x="7188200" y="5546725"/>
          <p14:tracePt t="9215" x="7192963" y="5546725"/>
          <p14:tracePt t="9216" x="7192963" y="5553075"/>
          <p14:tracePt t="9222" x="7199313" y="5553075"/>
          <p14:tracePt t="9230" x="7210425" y="5557838"/>
          <p14:tracePt t="9230" x="7210425" y="5564188"/>
          <p14:tracePt t="9236" x="7216775" y="5564188"/>
          <p14:tracePt t="9243" x="7221538" y="5568950"/>
          <p14:tracePt t="9250" x="7243763" y="5586413"/>
          <p14:tracePt t="9257" x="7285038" y="5603875"/>
          <p14:tracePt t="9264" x="7324725" y="5626100"/>
          <p14:tracePt t="9271" x="7369175" y="5649913"/>
          <p14:tracePt t="9272" x="7381875" y="5661025"/>
          <p14:tracePt t="9272" x="7386638" y="5661025"/>
          <p14:tracePt t="9273" x="7392988" y="5661025"/>
          <p14:tracePt t="9278" x="7415213" y="5672138"/>
          <p14:tracePt t="9285" x="7472363" y="5700713"/>
          <p14:tracePt t="9292" x="7523163" y="5718175"/>
          <p14:tracePt t="9299" x="7575550" y="5735638"/>
          <p14:tracePt t="9306" x="7620000" y="5746750"/>
          <p14:tracePt t="9313" x="7666038" y="5764213"/>
          <p14:tracePt t="9320" x="7700963" y="5768975"/>
          <p14:tracePt t="9327" x="7734300" y="5780088"/>
          <p14:tracePt t="9334" x="7762875" y="5786438"/>
          <p14:tracePt t="9341" x="7791450" y="5797550"/>
          <p14:tracePt t="9341" x="7808913" y="5797550"/>
          <p14:tracePt t="9342" x="7808913" y="5803900"/>
          <p14:tracePt t="9348" x="7831138" y="5808663"/>
          <p14:tracePt t="9355" x="7870825" y="5826125"/>
          <p14:tracePt t="9355" x="7888288" y="5832475"/>
          <p14:tracePt t="9356" x="7894638" y="5832475"/>
          <p14:tracePt t="9357" x="7905750" y="5837238"/>
          <p14:tracePt t="9361" x="7934325" y="5843588"/>
          <p14:tracePt t="9370" x="8013700" y="5872163"/>
          <p14:tracePt t="9375" x="8088313" y="5894388"/>
          <p14:tracePt t="9389" x="8259763" y="5934075"/>
          <p14:tracePt t="9390" x="8293100" y="5945188"/>
          <p14:tracePt t="9396" x="8361363" y="5957888"/>
          <p14:tracePt t="9403" x="8453438" y="5980113"/>
          <p14:tracePt t="9404" x="8482013" y="5980113"/>
          <p14:tracePt t="9410" x="8543925" y="5997575"/>
          <p14:tracePt t="9417" x="8618538" y="6002338"/>
          <p14:tracePt t="9424" x="8669338" y="6008688"/>
          <p14:tracePt t="9431" x="8704263" y="6008688"/>
          <p14:tracePt t="9432" x="8715375" y="6015038"/>
          <p14:tracePt t="9438" x="8726488" y="6015038"/>
          <p14:tracePt t="9445" x="8743950" y="6015038"/>
          <p14:tracePt t="9452" x="8755063" y="6015038"/>
          <p14:tracePt t="9459" x="8766175" y="6015038"/>
          <p14:tracePt t="9466" x="8772525" y="6015038"/>
          <p14:tracePt t="9473" x="8783638" y="6015038"/>
          <p14:tracePt t="9480" x="8788400" y="6015038"/>
          <p14:tracePt t="9486" x="8805863" y="6015038"/>
          <p14:tracePt t="9494" x="8823325" y="6015038"/>
          <p14:tracePt t="9501" x="8851900" y="6015038"/>
          <p14:tracePt t="9501" x="8863013" y="6015038"/>
          <p14:tracePt t="9507" x="8891588" y="6015038"/>
          <p14:tracePt t="9514" x="8931275" y="6015038"/>
          <p14:tracePt t="9522" x="8966200" y="6015038"/>
          <p14:tracePt t="9529" x="8999538" y="6008688"/>
          <p14:tracePt t="9536" x="9034463" y="6002338"/>
          <p14:tracePt t="9542" x="9063038" y="5997575"/>
          <p14:tracePt t="9549" x="9080500" y="5991225"/>
          <p14:tracePt t="9556" x="9096375" y="5986463"/>
          <p14:tracePt t="9563" x="9113838" y="5980113"/>
          <p14:tracePt t="9570" x="9137650" y="5973763"/>
          <p14:tracePt t="9577" x="9159875" y="5962650"/>
          <p14:tracePt t="9578" x="9164638" y="5957888"/>
          <p14:tracePt t="9584" x="9182100" y="5945188"/>
          <p14:tracePt t="9585" x="9193213" y="5940425"/>
          <p14:tracePt t="9585" x="9199563" y="5940425"/>
          <p14:tracePt t="9592" x="9217025" y="5929313"/>
          <p14:tracePt t="9598" x="9256713" y="5911850"/>
          <p14:tracePt t="9599" x="9274175" y="5894388"/>
          <p14:tracePt t="9599" x="9285288" y="5889625"/>
          <p14:tracePt t="9612" x="9386888" y="5808663"/>
          <p14:tracePt t="9612" x="9410700" y="5791200"/>
          <p14:tracePt t="9618" x="9467850" y="5740400"/>
          <p14:tracePt t="9619" x="9485313" y="5729288"/>
          <p14:tracePt t="9620" x="9490075" y="5718175"/>
          <p14:tracePt t="9620" x="9501188" y="5711825"/>
          <p14:tracePt t="9625" x="9547225" y="5672138"/>
          <p14:tracePt t="9632" x="9621838" y="5603875"/>
          <p14:tracePt t="9639" x="9690100" y="5540375"/>
          <p14:tracePt t="9646" x="9758363" y="5467350"/>
          <p14:tracePt t="9647" x="9780588" y="5449888"/>
          <p14:tracePt t="9648" x="9791700" y="5438775"/>
          <p14:tracePt t="9653" x="9815513" y="5410200"/>
          <p14:tracePt t="9660" x="9866313" y="5353050"/>
          <p14:tracePt t="9667" x="9912350" y="5307013"/>
          <p14:tracePt t="9674" x="9940925" y="5267325"/>
          <p14:tracePt t="9681" x="9974263" y="5221288"/>
          <p14:tracePt t="9682" x="9980613" y="5205413"/>
          <p14:tracePt t="9688" x="9991725" y="5176838"/>
          <p14:tracePt t="9695" x="10009188" y="5141913"/>
          <p14:tracePt t="9702" x="10042525" y="5067300"/>
          <p14:tracePt t="9703" x="10048875" y="5045075"/>
          <p14:tracePt t="9704" x="10055225" y="5033963"/>
          <p14:tracePt t="9708" x="10071100" y="4994275"/>
          <p14:tracePt t="9716" x="10094913" y="4926013"/>
          <p14:tracePt t="9716" x="10099675" y="4902200"/>
          <p14:tracePt t="9717" x="10110788" y="4891088"/>
          <p14:tracePt t="9722" x="10123488" y="4845050"/>
          <p14:tracePt t="9729" x="10152063" y="4760913"/>
          <p14:tracePt t="9730" x="10163175" y="4743450"/>
          <p14:tracePt t="9736" x="10185400" y="4686300"/>
          <p14:tracePt t="9743" x="10231438" y="4565650"/>
          <p14:tracePt t="9744" x="10248900" y="4532313"/>
          <p14:tracePt t="9751" x="10293350" y="4429125"/>
          <p14:tracePt t="9752" x="10306050" y="4406900"/>
          <p14:tracePt t="9753" x="10310813" y="4395788"/>
          <p14:tracePt t="9753" x="10321925" y="4371975"/>
          <p14:tracePt t="9757" x="10345738" y="4327525"/>
          <p14:tracePt t="9764" x="10396538" y="4224338"/>
          <p14:tracePt t="9771" x="10436225" y="4127500"/>
          <p14:tracePt t="9778" x="10464800" y="4064000"/>
          <p14:tracePt t="9785" x="10504488" y="3979863"/>
          <p14:tracePt t="9786" x="10510838" y="3951288"/>
          <p14:tracePt t="9792" x="10533063" y="3876675"/>
          <p14:tracePt t="9799" x="10550525" y="3802063"/>
          <p14:tracePt t="9806" x="10567988" y="3733800"/>
          <p14:tracePt t="9813" x="10572750" y="3648075"/>
          <p14:tracePt t="9820" x="10572750" y="3562350"/>
          <p14:tracePt t="9827" x="10567988" y="3465513"/>
          <p14:tracePt t="9828" x="10561638" y="3432175"/>
          <p14:tracePt t="9829" x="10561638" y="3421063"/>
          <p14:tracePt t="9829" x="10556875" y="3408363"/>
          <p14:tracePt t="9833" x="10544175" y="3363913"/>
          <p14:tracePt t="9840" x="10528300" y="3300413"/>
          <p14:tracePt t="9841" x="10510838" y="3260725"/>
          <p14:tracePt t="9847" x="10493375" y="3203575"/>
          <p14:tracePt t="9855" x="10453688" y="3128963"/>
          <p14:tracePt t="9861" x="10425113" y="3073400"/>
          <p14:tracePt t="9868" x="10390188" y="3021013"/>
          <p14:tracePt t="9869" x="10385425" y="3009900"/>
          <p14:tracePt t="9875" x="10367963" y="2976563"/>
          <p14:tracePt t="9882" x="10345738" y="2935288"/>
          <p14:tracePt t="9889" x="10328275" y="2901950"/>
          <p14:tracePt t="9896" x="10306050" y="2878138"/>
          <p14:tracePt t="9903" x="10288588" y="2862263"/>
          <p14:tracePt t="9910" x="10264775" y="2838450"/>
          <p14:tracePt t="9911" x="10260013" y="2827338"/>
          <p14:tracePt t="9917" x="10242550" y="2816225"/>
          <p14:tracePt t="9924" x="10220325" y="2787650"/>
          <p14:tracePt t="9931" x="10191750" y="2765425"/>
          <p14:tracePt t="9931" x="10191750" y="2752725"/>
          <p14:tracePt t="9932" x="10185400" y="2752725"/>
          <p14:tracePt t="9938" x="10174288" y="2736850"/>
          <p14:tracePt t="9945" x="10152063" y="2713038"/>
          <p14:tracePt t="9945" x="10145713" y="2708275"/>
          <p14:tracePt t="9946" x="10139363" y="2701925"/>
          <p14:tracePt t="9951" x="10128250" y="2690813"/>
          <p14:tracePt t="9959" x="10106025" y="2673350"/>
          <p14:tracePt t="9965" x="10083800" y="2651125"/>
          <p14:tracePt t="9966" x="10077450" y="2651125"/>
          <p14:tracePt t="9967" x="10077450" y="2644775"/>
          <p14:tracePt t="9967" x="10071100" y="2644775"/>
          <p14:tracePt t="9972" x="10059988" y="2633663"/>
          <p14:tracePt t="9979" x="10031413" y="2616200"/>
          <p14:tracePt t="9980" x="10026650" y="2611438"/>
          <p14:tracePt t="9986" x="10009188" y="2605088"/>
          <p14:tracePt t="9993" x="9980613" y="2587625"/>
          <p14:tracePt t="10000" x="9958388" y="2576513"/>
          <p14:tracePt t="10007" x="9929813" y="2565400"/>
          <p14:tracePt t="10014" x="9901238" y="2565400"/>
          <p14:tracePt t="10021" x="9877425" y="2554288"/>
          <p14:tracePt t="10028" x="9855200" y="2554288"/>
          <p14:tracePt t="10029" x="9844088" y="2547938"/>
          <p14:tracePt t="10035" x="9826625" y="2547938"/>
          <p14:tracePt t="10042" x="9791700" y="2543175"/>
          <p14:tracePt t="10043" x="9780588" y="2543175"/>
          <p14:tracePt t="10043" x="9775825" y="2543175"/>
          <p14:tracePt t="10048" x="9758363" y="2543175"/>
          <p14:tracePt t="10056" x="9701213" y="2530475"/>
          <p14:tracePt t="10057" x="9683750" y="2530475"/>
          <p14:tracePt t="10063" x="9626600" y="2530475"/>
          <p14:tracePt t="10070" x="9547225" y="2519363"/>
          <p14:tracePt t="10077" x="9467850" y="2519363"/>
          <p14:tracePt t="10084" x="9382125" y="2514600"/>
          <p14:tracePt t="10084" x="9353550" y="2514600"/>
          <p14:tracePt t="10085" x="9342438" y="2514600"/>
          <p14:tracePt t="10090" x="9296400" y="2514600"/>
          <p14:tracePt t="10097" x="9217025" y="2514600"/>
          <p14:tracePt t="10104" x="9137650" y="2514600"/>
          <p14:tracePt t="10111" x="9056688" y="2514600"/>
          <p14:tracePt t="10112" x="9034463" y="2514600"/>
          <p14:tracePt t="10118" x="8999538" y="2514600"/>
          <p14:tracePt t="10125" x="8955088" y="2514600"/>
          <p14:tracePt t="10133" x="8920163" y="2514600"/>
          <p14:tracePt t="10140" x="8891588" y="2514600"/>
          <p14:tracePt t="10146" x="8869363" y="2514600"/>
          <p14:tracePt t="10153" x="8845550" y="2514600"/>
          <p14:tracePt t="10160" x="8816975" y="2508250"/>
          <p14:tracePt t="10168" x="8794750" y="2497138"/>
          <p14:tracePt t="10169" x="8783638" y="2497138"/>
          <p14:tracePt t="10174" x="8772525" y="2490788"/>
          <p14:tracePt t="10181" x="8743950" y="2486025"/>
          <p14:tracePt t="10188" x="8715375" y="2474913"/>
          <p14:tracePt t="10195" x="8669338" y="2457450"/>
          <p14:tracePt t="10202" x="8612188" y="2446338"/>
          <p14:tracePt t="10209" x="8543925" y="2428875"/>
          <p14:tracePt t="10210" x="8515350" y="2422525"/>
          <p14:tracePt t="10211" x="8504238" y="2417763"/>
          <p14:tracePt t="10212" x="8497888" y="2417763"/>
          <p14:tracePt t="10213" x="8486775" y="2417763"/>
          <p14:tracePt t="10214" x="8469313" y="2411413"/>
          <p14:tracePt t="10214" x="8453438" y="2411413"/>
          <p14:tracePt t="10219" x="8396288" y="2400300"/>
          <p14:tracePt t="10220" x="8385175" y="2400300"/>
          <p14:tracePt t="10220" x="8367713" y="2400300"/>
          <p14:tracePt t="10223" x="8332788" y="2393950"/>
          <p14:tracePt t="10229" x="8247063" y="2382838"/>
          <p14:tracePt t="10236" x="8150225" y="2382838"/>
          <p14:tracePt t="10237" x="8134350" y="2382838"/>
          <p14:tracePt t="10238" x="8121650" y="2382838"/>
          <p14:tracePt t="10238" x="8116888" y="2382838"/>
          <p14:tracePt t="10243" x="8059738" y="2382838"/>
          <p14:tracePt t="10250" x="7980363" y="2382838"/>
          <p14:tracePt t="10257" x="7894638" y="2389188"/>
          <p14:tracePt t="10264" x="7820025" y="2393950"/>
          <p14:tracePt t="10265" x="7815263" y="2400300"/>
          <p14:tracePt t="10265" x="7802563" y="2405063"/>
          <p14:tracePt t="10266" x="7797800" y="2405063"/>
          <p14:tracePt t="10271" x="7762875" y="2405063"/>
          <p14:tracePt t="10278" x="7723188" y="2417763"/>
          <p14:tracePt t="10285" x="7683500" y="2428875"/>
          <p14:tracePt t="10292" x="7637463" y="2439988"/>
          <p14:tracePt t="10299" x="7597775" y="2457450"/>
          <p14:tracePt t="10306" x="7551738" y="2462213"/>
          <p14:tracePt t="10307" x="7540625" y="2468563"/>
          <p14:tracePt t="10313" x="7507288" y="2479675"/>
          <p14:tracePt t="10320" x="7461250" y="2486025"/>
          <p14:tracePt t="10322" x="7443788" y="2490788"/>
          <p14:tracePt t="10323" x="7439025" y="2497138"/>
          <p14:tracePt t="10323" x="7432675" y="2497138"/>
          <p14:tracePt t="10326" x="7421563" y="2497138"/>
          <p14:tracePt t="10334" x="7381875" y="2508250"/>
          <p14:tracePt t="10341" x="7342188" y="2514600"/>
          <p14:tracePt t="10341" x="7335838" y="2514600"/>
          <p14:tracePt t="10347" x="7313613" y="2519363"/>
          <p14:tracePt t="10355" x="7289800" y="2519363"/>
          <p14:tracePt t="10356" x="7278688" y="2519363"/>
          <p14:tracePt t="10361" x="7261225" y="2525713"/>
          <p14:tracePt t="10368" x="7239000" y="2525713"/>
          <p14:tracePt t="10375" x="7216775" y="2530475"/>
          <p14:tracePt t="10382" x="7188200" y="2530475"/>
          <p14:tracePt t="10389" x="7153275" y="2530475"/>
          <p14:tracePt t="10396" x="7118350" y="2530475"/>
          <p14:tracePt t="10397" x="7107238" y="2530475"/>
          <p14:tracePt t="10403" x="7085013" y="2530475"/>
          <p14:tracePt t="10410" x="7034213" y="2530475"/>
          <p14:tracePt t="10417" x="6981825" y="2536825"/>
          <p14:tracePt t="10424" x="6924675" y="2543175"/>
          <p14:tracePt t="10431" x="6869113" y="2559050"/>
          <p14:tracePt t="10438" x="6811963" y="2576513"/>
          <p14:tracePt t="10445" x="6748463" y="2593975"/>
          <p14:tracePt t="10452" x="6686550" y="2627313"/>
          <p14:tracePt t="10459" x="6640513" y="2651125"/>
          <p14:tracePt t="10465" x="6583363" y="2697163"/>
          <p14:tracePt t="10466" x="6572250" y="2708275"/>
          <p14:tracePt t="10472" x="6537325" y="2736850"/>
          <p14:tracePt t="10479" x="6508750" y="2770188"/>
          <p14:tracePt t="10480" x="6503988" y="2781300"/>
          <p14:tracePt t="10486" x="6492875" y="2809875"/>
          <p14:tracePt t="10493" x="6480175" y="2844800"/>
          <p14:tracePt t="10500" x="6475413" y="2873375"/>
          <p14:tracePt t="10507" x="6469063" y="2930525"/>
          <p14:tracePt t="10508" x="6469063" y="2935288"/>
          <p14:tracePt t="10514" x="6464300" y="2959100"/>
          <p14:tracePt t="10521" x="6464300" y="2992438"/>
          <p14:tracePt t="10528" x="6464300" y="3016250"/>
          <p14:tracePt t="10535" x="6464300" y="3044825"/>
          <p14:tracePt t="10542" x="6464300" y="3060700"/>
          <p14:tracePt t="10549" x="6464300" y="3095625"/>
          <p14:tracePt t="10556" x="6464300" y="3124200"/>
          <p14:tracePt t="10563" x="6469063" y="3170238"/>
          <p14:tracePt t="10570" x="6480175" y="3232150"/>
          <p14:tracePt t="10577" x="6503988" y="3335338"/>
          <p14:tracePt t="10577" x="6515100" y="3363913"/>
          <p14:tracePt t="10578" x="6515100" y="3375025"/>
          <p14:tracePt t="10584" x="6532563" y="3432175"/>
          <p14:tracePt t="10584" x="6532563" y="3460750"/>
          <p14:tracePt t="10590" x="6554788" y="3533775"/>
          <p14:tracePt t="10597" x="6583363" y="3636963"/>
          <p14:tracePt t="10598" x="6589713" y="3654425"/>
          <p14:tracePt t="10598" x="6589713" y="3671888"/>
          <p14:tracePt t="10599" x="6594475" y="3683000"/>
          <p14:tracePt t="10604" x="6605588" y="3733800"/>
          <p14:tracePt t="10611" x="6629400" y="3813175"/>
          <p14:tracePt t="10618" x="6645275" y="3887788"/>
          <p14:tracePt t="10625" x="6657975" y="3951288"/>
          <p14:tracePt t="10632" x="6673850" y="3995738"/>
          <p14:tracePt t="10639" x="6680200" y="4024313"/>
          <p14:tracePt t="10646" x="6686550" y="4059238"/>
          <p14:tracePt t="10653" x="6691313" y="4076700"/>
          <p14:tracePt t="10660" x="6697663" y="4092575"/>
          <p14:tracePt t="10667" x="6697663" y="4105275"/>
          <p14:tracePt t="10674" x="6702425" y="4121150"/>
          <p14:tracePt t="10681" x="6708775" y="4138613"/>
          <p14:tracePt t="10688" x="6719888" y="4160838"/>
          <p14:tracePt t="10695" x="6731000" y="4184650"/>
          <p14:tracePt t="10702" x="6748463" y="4217988"/>
          <p14:tracePt t="10702" x="6748463" y="4230688"/>
          <p14:tracePt t="10703" x="6754813" y="4235450"/>
          <p14:tracePt t="10709" x="6765925" y="4257675"/>
          <p14:tracePt t="10716" x="6788150" y="4310063"/>
          <p14:tracePt t="10717" x="6799263" y="4321175"/>
          <p14:tracePt t="10717" x="6799263" y="4332288"/>
          <p14:tracePt t="10722" x="6816725" y="4360863"/>
          <p14:tracePt t="10729" x="6851650" y="4424363"/>
          <p14:tracePt t="10736" x="6869113" y="4457700"/>
          <p14:tracePt t="10744" x="6884988" y="4497388"/>
          <p14:tracePt t="10751" x="6896100" y="4532313"/>
          <p14:tracePt t="10765" x="6919913" y="4578350"/>
          <p14:tracePt t="10766" x="6919913" y="4583113"/>
          <p14:tracePt t="10767" x="6919913" y="4589463"/>
          <p14:tracePt t="10779" x="6937375" y="4629150"/>
          <p14:tracePt t="10780" x="6942138" y="4646613"/>
          <p14:tracePt t="10785" x="6942138" y="4657725"/>
          <p14:tracePt t="10787" x="6953250" y="4668838"/>
          <p14:tracePt t="10792" x="6953250" y="4686300"/>
          <p14:tracePt t="10799" x="6965950" y="4708525"/>
          <p14:tracePt t="10813" x="6977063" y="4760913"/>
          <p14:tracePt t="10814" x="6977063" y="4765675"/>
          <p14:tracePt t="10820" x="6981825" y="4783138"/>
          <p14:tracePt t="10827" x="6988175" y="4811713"/>
          <p14:tracePt t="10841" x="6999288" y="4851400"/>
          <p14:tracePt t="10841" x="6999288" y="4857750"/>
          <p14:tracePt t="10847" x="7005638" y="4873625"/>
          <p14:tracePt t="10855" x="7005638" y="4891088"/>
          <p14:tracePt t="10856" x="7005638" y="4902200"/>
          <p14:tracePt t="10861" x="7010400" y="4913313"/>
          <p14:tracePt t="10869" x="7010400" y="4926013"/>
          <p14:tracePt t="10869" x="7010400" y="4930775"/>
          <p14:tracePt t="10875" x="7016750" y="4937125"/>
          <p14:tracePt t="10882" x="7016750" y="4948238"/>
          <p14:tracePt t="10889" x="7016750" y="4954588"/>
          <p14:tracePt t="10896" x="7016750" y="4959350"/>
          <p14:tracePt t="10904" x="7016750" y="4965700"/>
          <p14:tracePt t="10916" x="7016750" y="4970463"/>
          <p14:tracePt t="10923" x="7016750" y="4976813"/>
          <p14:tracePt t="10929" x="7016750" y="4983163"/>
          <p14:tracePt t="10939" x="7016750" y="4987925"/>
          <p14:tracePt t="10942" x="7016750" y="4994275"/>
          <p14:tracePt t="10946" x="7016750" y="4999038"/>
          <p14:tracePt t="10951" x="7016750" y="5005388"/>
          <p14:tracePt t="10959" x="7016750" y="5011738"/>
          <p14:tracePt t="10966" x="7016750" y="5022850"/>
          <p14:tracePt t="10972" x="7016750" y="5033963"/>
          <p14:tracePt t="10979" x="7016750" y="5045075"/>
          <p14:tracePt t="10986" x="7016750" y="5051425"/>
          <p14:tracePt t="10993" x="7016750" y="5056188"/>
          <p14:tracePt t="11000" x="7016750" y="5062538"/>
          <p14:tracePt t="11007" x="7016750" y="5067300"/>
          <p14:tracePt t="11017" x="7016750" y="5073650"/>
          <p14:tracePt t="11041" x="7016750" y="5080000"/>
          <p14:tracePt t="11752" x="7016750" y="5084763"/>
          <p14:tracePt t="11755" x="7016750" y="5091113"/>
          <p14:tracePt t="11757" x="7016750" y="5095875"/>
          <p14:tracePt t="11765" x="7005638" y="5130800"/>
          <p14:tracePt t="11766" x="7005638" y="5137150"/>
          <p14:tracePt t="11771" x="6999288" y="5148263"/>
          <p14:tracePt t="11778" x="6992938" y="5164138"/>
          <p14:tracePt t="11779" x="6988175" y="5176838"/>
          <p14:tracePt t="11785" x="6988175" y="5181600"/>
          <p14:tracePt t="11792" x="6981825" y="5199063"/>
          <p14:tracePt t="11799" x="6981825" y="5210175"/>
          <p14:tracePt t="11806" x="6977063" y="5227638"/>
          <p14:tracePt t="11813" x="6970713" y="5245100"/>
          <p14:tracePt t="11820" x="6965950" y="5256213"/>
          <p14:tracePt t="11826" x="6959600" y="5267325"/>
          <p14:tracePt t="11834" x="6959600" y="5278438"/>
          <p14:tracePt t="11834" x="6959600" y="5284788"/>
          <p14:tracePt t="11840" x="6959600" y="5289550"/>
          <p14:tracePt t="11847" x="6953250" y="5302250"/>
          <p14:tracePt t="11854" x="6953250" y="5313363"/>
          <p14:tracePt t="11855" x="6953250" y="5318125"/>
          <p14:tracePt t="11861" x="6948488" y="5324475"/>
          <p14:tracePt t="11868" x="6942138" y="5341938"/>
          <p14:tracePt t="11869" x="6942138" y="5346700"/>
          <p14:tracePt t="11875" x="6942138" y="5353050"/>
          <p14:tracePt t="11882" x="6937375" y="5370513"/>
          <p14:tracePt t="11890" x="6937375" y="5375275"/>
          <p14:tracePt t="11901" x="6937375" y="5381625"/>
          <p14:tracePt t="11913" x="6937375" y="5387975"/>
          <p14:tracePt t="11951" x="6931025" y="5387975"/>
          <p14:tracePt t="11963" x="6931025" y="5392738"/>
          <p14:tracePt t="11970" x="6931025" y="5399088"/>
          <p14:tracePt t="11977" x="6931025" y="5403850"/>
          <p14:tracePt t="11982" x="6931025" y="5410200"/>
          <p14:tracePt t="11987" x="6931025" y="5414963"/>
          <p14:tracePt t="11995" x="6931025" y="5421313"/>
          <p14:tracePt t="12000" x="6931025" y="5427663"/>
          <p14:tracePt t="12008" x="6931025" y="5432425"/>
          <p14:tracePt t="12015" x="6924675" y="5438775"/>
          <p14:tracePt t="12021" x="6924675" y="5443538"/>
          <p14:tracePt t="12028" x="6924675" y="5449888"/>
          <p14:tracePt t="12035" x="6924675" y="5461000"/>
          <p14:tracePt t="12042" x="6919913" y="5467350"/>
          <p14:tracePt t="12050" x="6919913" y="5472113"/>
          <p14:tracePt t="12056" x="6919913" y="5478463"/>
          <p14:tracePt t="12063" x="6919913" y="5484813"/>
          <p14:tracePt t="12070" x="6913563" y="5489575"/>
          <p14:tracePt t="12077" x="6913563" y="5495925"/>
          <p14:tracePt t="12084" x="6913563" y="5507038"/>
          <p14:tracePt t="12091" x="6908800" y="5518150"/>
          <p14:tracePt t="12098" x="6908800" y="5529263"/>
          <p14:tracePt t="12105" x="6908800" y="5535613"/>
          <p14:tracePt t="12105" x="6908800" y="5540375"/>
          <p14:tracePt t="12111" x="6908800" y="5546725"/>
          <p14:tracePt t="12119" x="6908800" y="5557838"/>
          <p14:tracePt t="12125" x="6902450" y="5564188"/>
          <p14:tracePt t="12132" x="6902450" y="5581650"/>
          <p14:tracePt t="12139" x="6902450" y="5586413"/>
          <p14:tracePt t="12146" x="6896100" y="5592763"/>
          <p14:tracePt t="12153" x="6896100" y="5597525"/>
          <p14:tracePt t="12160" x="6896100" y="5603875"/>
          <p14:tracePt t="12560" x="6896100" y="5610225"/>
          <p14:tracePt t="12562" x="6891338" y="5610225"/>
          <p14:tracePt t="12570" x="6891338" y="5626100"/>
          <p14:tracePt t="12577" x="6891338" y="5649913"/>
          <p14:tracePt t="12584" x="6884988" y="5672138"/>
          <p14:tracePt t="12591" x="6884988" y="5689600"/>
          <p14:tracePt t="12598" x="6880225" y="5711825"/>
          <p14:tracePt t="12605" x="6880225" y="5740400"/>
          <p14:tracePt t="12612" x="6880225" y="5775325"/>
          <p14:tracePt t="12619" x="6880225" y="5815013"/>
          <p14:tracePt t="12625" x="6880225" y="5848350"/>
          <p14:tracePt t="12626" x="6880225" y="5854700"/>
          <p14:tracePt t="12627" x="6880225" y="5861050"/>
          <p14:tracePt t="12627" x="6880225" y="5865813"/>
          <p14:tracePt t="12632" x="6884988" y="5883275"/>
          <p14:tracePt t="12639" x="6891338" y="5911850"/>
          <p14:tracePt t="12647" x="6891338" y="5922963"/>
          <p14:tracePt t="12653" x="6891338" y="5934075"/>
          <p14:tracePt t="12660" x="6891338" y="5940425"/>
          <p14:tracePt t="16850" x="6896100" y="5929313"/>
          <p14:tracePt t="16853" x="6896100" y="5922963"/>
          <p14:tracePt t="16855" x="6896100" y="5916613"/>
          <p14:tracePt t="16856" x="6896100" y="5911850"/>
          <p14:tracePt t="16856" x="6902450" y="5900738"/>
          <p14:tracePt t="16862" x="6908800" y="5876925"/>
          <p14:tracePt t="16875" x="6919913" y="5848350"/>
          <p14:tracePt t="16882" x="6924675" y="5837238"/>
          <p14:tracePt t="16889" x="6931025" y="5837238"/>
          <p14:tracePt t="16896" x="6931025" y="5832475"/>
          <p14:tracePt t="18211" x="6924675" y="5832475"/>
          <p14:tracePt t="18214" x="6902450" y="5819775"/>
          <p14:tracePt t="18216" x="6884988" y="5815013"/>
          <p14:tracePt t="18223" x="6811963" y="5786438"/>
          <p14:tracePt t="18224" x="6777038" y="5786438"/>
          <p14:tracePt t="18237" x="6475413" y="5711825"/>
          <p14:tracePt t="18237" x="6400800" y="5700713"/>
          <p14:tracePt t="18244" x="6200775" y="5678488"/>
          <p14:tracePt t="18245" x="6156325" y="5672138"/>
          <p14:tracePt t="18251" x="5870575" y="5626100"/>
          <p14:tracePt t="18252" x="5819775" y="5621338"/>
          <p14:tracePt t="18252" x="5780088" y="5614988"/>
          <p14:tracePt t="18258" x="5534025" y="5568950"/>
          <p14:tracePt t="18259" x="5421313" y="5546725"/>
          <p14:tracePt t="18265" x="5135563" y="5478463"/>
          <p14:tracePt t="18266" x="5078413" y="5467350"/>
          <p14:tracePt t="18272" x="4697413" y="5353050"/>
          <p14:tracePt t="18273" x="4640263" y="5324475"/>
          <p14:tracePt t="18285" x="4035425" y="5045075"/>
          <p14:tracePt t="18286" x="3938588" y="4987925"/>
          <p14:tracePt t="18287" x="3921125" y="4983163"/>
          <p14:tracePt t="18287" x="3870325" y="4948238"/>
          <p14:tracePt t="18292" x="3694113" y="4840288"/>
          <p14:tracePt t="18299" x="3419475" y="4640263"/>
          <p14:tracePt t="18306" x="3146425" y="4440238"/>
          <p14:tracePt t="18313" x="2974975" y="4303713"/>
          <p14:tracePt t="18320" x="2855913" y="4189413"/>
          <p14:tracePt t="18321" x="2827338" y="4167188"/>
          <p14:tracePt t="18322" x="2816225" y="4149725"/>
          <p14:tracePt t="18327" x="2770188" y="4087813"/>
          <p14:tracePt t="18334" x="2730500" y="4019550"/>
          <p14:tracePt t="18334" x="2719388" y="3990975"/>
          <p14:tracePt t="18340" x="2695575" y="3938588"/>
          <p14:tracePt t="18347" x="2673350" y="3848100"/>
          <p14:tracePt t="18354" x="2638425" y="3751263"/>
          <p14:tracePt t="18355" x="2633663" y="3729038"/>
          <p14:tracePt t="18361" x="2609850" y="3659188"/>
          <p14:tracePt t="18369" x="2581275" y="3557588"/>
          <p14:tracePt t="18375" x="2559050" y="3482975"/>
          <p14:tracePt t="18382" x="2541588" y="3379788"/>
          <p14:tracePt t="18383" x="2536825" y="3363913"/>
          <p14:tracePt t="18384" x="2530475" y="3357563"/>
          <p14:tracePt t="18384" x="2525713" y="3346450"/>
          <p14:tracePt t="18389" x="2519363" y="3300413"/>
          <p14:tracePt t="18396" x="2501900" y="3232150"/>
          <p14:tracePt t="18403" x="2497138" y="3146425"/>
          <p14:tracePt t="18410" x="2479675" y="3060700"/>
          <p14:tracePt t="18417" x="2473325" y="2970213"/>
          <p14:tracePt t="18418" x="2473325" y="2941638"/>
          <p14:tracePt t="18424" x="2462213" y="2884488"/>
          <p14:tracePt t="18431" x="2462213" y="2816225"/>
          <p14:tracePt t="18438" x="2462213" y="2765425"/>
          <p14:tracePt t="18445" x="2468563" y="2730500"/>
          <p14:tracePt t="18452" x="2497138" y="2713038"/>
          <p14:tracePt t="18458" x="2536825" y="2701925"/>
          <p14:tracePt t="18466" x="2587625" y="2697163"/>
          <p14:tracePt t="18466" x="2605088" y="2690813"/>
          <p14:tracePt t="18467" x="2616200" y="2690813"/>
          <p14:tracePt t="18472" x="2655888" y="2684463"/>
          <p14:tracePt t="18480" x="2735263" y="2684463"/>
          <p14:tracePt t="18480" x="2763838" y="2684463"/>
          <p14:tracePt t="18487" x="2844800" y="2697163"/>
          <p14:tracePt t="18487" x="2873375" y="2701925"/>
          <p14:tracePt t="18493" x="2952750" y="2719388"/>
          <p14:tracePt t="18494" x="2963863" y="2725738"/>
          <p14:tracePt t="18495" x="2981325" y="2730500"/>
          <p14:tracePt t="18495" x="2998788" y="2736850"/>
          <p14:tracePt t="18500" x="3067050" y="2752725"/>
          <p14:tracePt t="18508" x="3203575" y="2805113"/>
          <p14:tracePt t="18508" x="3236913" y="2816225"/>
          <p14:tracePt t="18515" x="3340100" y="2855913"/>
          <p14:tracePt t="18516" x="3375025" y="2867025"/>
          <p14:tracePt t="18516" x="3390900" y="2873375"/>
          <p14:tracePt t="18522" x="3482975" y="2913063"/>
          <p14:tracePt t="18523" x="3494088" y="2919413"/>
          <p14:tracePt t="18524" x="3511550" y="2924175"/>
          <p14:tracePt t="18524" x="3527425" y="2930525"/>
          <p14:tracePt t="18529" x="3556000" y="2941638"/>
          <p14:tracePt t="18530" x="3597275" y="2959100"/>
          <p14:tracePt t="18530" x="3613150" y="2963863"/>
          <p14:tracePt t="18536" x="3670300" y="2987675"/>
          <p14:tracePt t="18537" x="3681413" y="2992438"/>
          <p14:tracePt t="18537" x="3694113" y="2992438"/>
          <p14:tracePt t="18543" x="3733800" y="3016250"/>
          <p14:tracePt t="18544" x="3744913" y="3021013"/>
          <p14:tracePt t="18544" x="3751263" y="3027363"/>
          <p14:tracePt t="18556" x="3790950" y="3055938"/>
          <p14:tracePt t="18557" x="3795713" y="3055938"/>
          <p14:tracePt t="18563" x="3802063" y="3073400"/>
          <p14:tracePt t="18570" x="3802063" y="3089275"/>
          <p14:tracePt t="18571" x="3802063" y="3095625"/>
          <p14:tracePt t="18577" x="3802063" y="3106738"/>
          <p14:tracePt t="18584" x="3802063" y="3128963"/>
          <p14:tracePt t="18598" x="3762375" y="3181350"/>
          <p14:tracePt t="18605" x="3733800" y="3214688"/>
          <p14:tracePt t="18619" x="3659188" y="3282950"/>
          <p14:tracePt t="18626" x="3625850" y="3311525"/>
          <p14:tracePt t="18639" x="3573463" y="3375025"/>
          <p14:tracePt t="18640" x="3568700" y="3375025"/>
          <p14:tracePt t="18641" x="3562350" y="3375025"/>
          <p14:tracePt t="18646" x="3544888" y="3403600"/>
          <p14:tracePt t="18654" x="3516313" y="3425825"/>
          <p14:tracePt t="18660" x="3494088" y="3454400"/>
          <p14:tracePt t="18674" x="3436938" y="3511550"/>
          <p14:tracePt t="18675" x="3430588" y="3522663"/>
          <p14:tracePt t="18681" x="3414713" y="3540125"/>
          <p14:tracePt t="18688" x="3390900" y="3568700"/>
          <p14:tracePt t="18695" x="3362325" y="3603625"/>
          <p14:tracePt t="18702" x="3333750" y="3643313"/>
          <p14:tracePt t="18709" x="3305175" y="3676650"/>
          <p14:tracePt t="18716" x="3289300" y="3716338"/>
          <p14:tracePt t="18723" x="3265488" y="3744913"/>
          <p14:tracePt t="18737" x="3236913" y="3779838"/>
          <p14:tracePt t="18738" x="3232150" y="3779838"/>
          <p14:tracePt t="18743" x="3221038" y="3784600"/>
          <p14:tracePt t="18751" x="3214688" y="3790950"/>
          <p14:tracePt t="18765" x="3208338" y="3790950"/>
          <p14:tracePt t="18771" x="3208338" y="3797300"/>
          <p14:tracePt t="18781" x="3208338" y="3802063"/>
          <p14:tracePt t="18787" x="3203575" y="3802063"/>
          <p14:tracePt t="18794" x="3197225" y="3813175"/>
          <p14:tracePt t="18795" x="3192463" y="3825875"/>
          <p14:tracePt t="18808" x="3157538" y="3876675"/>
          <p14:tracePt t="18809" x="3157538" y="3887788"/>
          <p14:tracePt t="18810" x="3152775" y="3894138"/>
          <p14:tracePt t="18811" x="3146425" y="3898900"/>
          <p14:tracePt t="18812" x="3140075" y="3905250"/>
          <p14:tracePt t="18820" x="3117850" y="3938588"/>
          <p14:tracePt t="18827" x="3095625" y="3979863"/>
          <p14:tracePt t="18828" x="3089275" y="3984625"/>
          <p14:tracePt t="18829" x="3082925" y="3984625"/>
          <p14:tracePt t="18830" x="3078163" y="3995738"/>
          <p14:tracePt t="18841" x="3060700" y="4019550"/>
          <p14:tracePt t="18848" x="3043238" y="4035425"/>
          <p14:tracePt t="18855" x="3032125" y="4035425"/>
          <p14:tracePt t="18862" x="3021013" y="4035425"/>
          <p14:tracePt t="18869" x="3009900" y="4035425"/>
          <p14:tracePt t="18870" x="3003550" y="4035425"/>
          <p14:tracePt t="18883" x="2986088" y="4035425"/>
          <p14:tracePt t="18890" x="2981325" y="4035425"/>
          <p14:tracePt t="18897" x="2974975" y="4035425"/>
          <p14:tracePt t="18910" x="2963863" y="4035425"/>
          <p14:tracePt t="18917" x="2957513" y="4035425"/>
          <p14:tracePt t="18925" x="2941638" y="4035425"/>
          <p14:tracePt t="18926" x="2935288" y="4035425"/>
          <p14:tracePt t="18938" x="2906713" y="4035425"/>
          <p14:tracePt t="18939" x="2895600" y="4035425"/>
          <p14:tracePt t="18945" x="2878138" y="4035425"/>
          <p14:tracePt t="18946" x="2867025" y="4035425"/>
          <p14:tracePt t="18947" x="2860675" y="4035425"/>
          <p14:tracePt t="18952" x="2844800" y="4035425"/>
          <p14:tracePt t="18959" x="2805113" y="4035425"/>
          <p14:tracePt t="18960" x="2792413" y="4035425"/>
          <p14:tracePt t="18973" x="2724150" y="4024313"/>
          <p14:tracePt t="18980" x="2690813" y="4019550"/>
          <p14:tracePt t="18981" x="2690813" y="4013200"/>
          <p14:tracePt t="18982" x="2679700" y="4013200"/>
          <p14:tracePt t="18983" x="2667000" y="4013200"/>
          <p14:tracePt t="18983" x="2662238" y="4013200"/>
          <p14:tracePt t="18986" x="2651125" y="4006850"/>
          <p14:tracePt t="18994" x="2622550" y="3995738"/>
          <p14:tracePt t="19001" x="2593975" y="3984625"/>
          <p14:tracePt t="19008" x="2570163" y="3973513"/>
          <p14:tracePt t="19008" x="2570163" y="3967163"/>
          <p14:tracePt t="19014" x="2554288" y="3956050"/>
          <p14:tracePt t="19021" x="2536825" y="3933825"/>
          <p14:tracePt t="19028" x="2519363" y="3910013"/>
          <p14:tracePt t="19035" x="2508250" y="3876675"/>
          <p14:tracePt t="19042" x="2490788" y="3841750"/>
          <p14:tracePt t="19043" x="2490788" y="3836988"/>
          <p14:tracePt t="19044" x="2490788" y="3830638"/>
          <p14:tracePt t="19049" x="2479675" y="3813175"/>
          <p14:tracePt t="19056" x="2473325" y="3784600"/>
          <p14:tracePt t="19063" x="2473325" y="3762375"/>
          <p14:tracePt t="19070" x="2473325" y="3740150"/>
          <p14:tracePt t="19070" x="2473325" y="3733800"/>
          <p14:tracePt t="19077" x="2473325" y="3722688"/>
          <p14:tracePt t="19083" x="2473325" y="3705225"/>
          <p14:tracePt t="19090" x="2473325" y="3687763"/>
          <p14:tracePt t="19098" x="2473325" y="3665538"/>
          <p14:tracePt t="19105" x="2473325" y="3643313"/>
          <p14:tracePt t="19105" x="2479675" y="3625850"/>
          <p14:tracePt t="19111" x="2490788" y="3597275"/>
          <p14:tracePt t="19118" x="2508250" y="3551238"/>
          <p14:tracePt t="19119" x="2508250" y="3540125"/>
          <p14:tracePt t="19119" x="2513013" y="3533775"/>
          <p14:tracePt t="19125" x="2525713" y="3489325"/>
          <p14:tracePt t="19132" x="2541588" y="3436938"/>
          <p14:tracePt t="19139" x="2570163" y="3379788"/>
          <p14:tracePt t="19146" x="2581275" y="3340100"/>
          <p14:tracePt t="19153" x="2609850" y="3300413"/>
          <p14:tracePt t="19154" x="2616200" y="3289300"/>
          <p14:tracePt t="19155" x="2616200" y="3278188"/>
          <p14:tracePt t="19155" x="2627313" y="3278188"/>
          <p14:tracePt t="19160" x="2627313" y="3260725"/>
          <p14:tracePt t="19167" x="2644775" y="3227388"/>
          <p14:tracePt t="19168" x="2651125" y="3221038"/>
          <p14:tracePt t="19174" x="2662238" y="3203575"/>
          <p14:tracePt t="19181" x="2667000" y="3186113"/>
          <p14:tracePt t="19188" x="2673350" y="3175000"/>
          <p14:tracePt t="19259" x="2673350" y="3170238"/>
          <p14:tracePt t="19266" x="2679700" y="3163888"/>
          <p14:tracePt t="19270" x="2684463" y="3157538"/>
          <p14:tracePt t="19274" x="2684463" y="3152775"/>
          <p14:tracePt t="19279" x="2690813" y="3146425"/>
          <p14:tracePt t="19285" x="2690813" y="3135313"/>
          <p14:tracePt t="19293" x="2701925" y="3117850"/>
          <p14:tracePt t="19299" x="2706688" y="3113088"/>
          <p14:tracePt t="19306" x="2706688" y="3101975"/>
          <p14:tracePt t="19313" x="2713038" y="3095625"/>
          <p14:tracePt t="19320" x="2713038" y="3089275"/>
          <p14:tracePt t="19328" x="2719388" y="3084513"/>
          <p14:tracePt t="19334" x="2719388" y="3078163"/>
          <p14:tracePt t="19348" x="2724150" y="3078163"/>
          <p14:tracePt t="19488" x="2730500" y="3078163"/>
          <p14:tracePt t="19502" x="2730500" y="3084513"/>
          <p14:tracePt t="19505" x="2735263" y="3084513"/>
          <p14:tracePt t="19507" x="2735263" y="3089275"/>
          <p14:tracePt t="19514" x="2741613" y="3095625"/>
          <p14:tracePt t="19522" x="2752725" y="3113088"/>
          <p14:tracePt t="19523" x="2759075" y="3117850"/>
          <p14:tracePt t="19524" x="2763838" y="3117850"/>
          <p14:tracePt t="19528" x="2770188" y="3124200"/>
          <p14:tracePt t="19535" x="2787650" y="3141663"/>
          <p14:tracePt t="19542" x="2809875" y="3157538"/>
          <p14:tracePt t="19549" x="2827338" y="3170238"/>
          <p14:tracePt t="19550" x="2832100" y="3175000"/>
          <p14:tracePt t="19551" x="2838450" y="3181350"/>
          <p14:tracePt t="19552" x="2844800" y="3181350"/>
          <p14:tracePt t="19556" x="2849563" y="3192463"/>
          <p14:tracePt t="19563" x="2873375" y="3203575"/>
          <p14:tracePt t="19570" x="2895600" y="3214688"/>
          <p14:tracePt t="19571" x="2906713" y="3221038"/>
          <p14:tracePt t="19577" x="2924175" y="3227388"/>
          <p14:tracePt t="19584" x="2946400" y="3238500"/>
          <p14:tracePt t="19591" x="2974975" y="3249613"/>
          <p14:tracePt t="19598" x="3003550" y="3254375"/>
          <p14:tracePt t="19604" x="3027363" y="3267075"/>
          <p14:tracePt t="19611" x="3043238" y="3267075"/>
          <p14:tracePt t="19612" x="3049588" y="3267075"/>
          <p14:tracePt t="19618" x="3060700" y="3271838"/>
          <p14:tracePt t="19625" x="3071813" y="3278188"/>
          <p14:tracePt t="19632" x="3089275" y="3278188"/>
          <p14:tracePt t="19633" x="3095625" y="3278188"/>
          <p14:tracePt t="19639" x="3106738" y="3278188"/>
          <p14:tracePt t="19646" x="3111500" y="3278188"/>
          <p14:tracePt t="19653" x="3128963" y="3278188"/>
          <p14:tracePt t="19660" x="3135313" y="3278188"/>
          <p14:tracePt t="19668" x="3140075" y="3278188"/>
          <p14:tracePt t="19675" x="3146425" y="3278188"/>
          <p14:tracePt t="19681" x="3152775" y="3278188"/>
          <p14:tracePt t="19688" x="3163888" y="3278188"/>
          <p14:tracePt t="19689" x="3168650" y="3278188"/>
          <p14:tracePt t="19695" x="3186113" y="3278188"/>
          <p14:tracePt t="19695" x="3197225" y="3278188"/>
          <p14:tracePt t="19702" x="3208338" y="3282950"/>
          <p14:tracePt t="19709" x="3243263" y="3282950"/>
          <p14:tracePt t="19709" x="3254375" y="3282950"/>
          <p14:tracePt t="19715" x="3282950" y="3282950"/>
          <p14:tracePt t="19722" x="3311525" y="3282950"/>
          <p14:tracePt t="19730" x="3346450" y="3282950"/>
          <p14:tracePt t="19736" x="3368675" y="3282950"/>
          <p14:tracePt t="19743" x="3390900" y="3282950"/>
          <p14:tracePt t="19750" x="3408363" y="3289300"/>
          <p14:tracePt t="19757" x="3430588" y="3289300"/>
          <p14:tracePt t="19758" x="3436938" y="3289300"/>
          <p14:tracePt t="19764" x="3448050" y="3295650"/>
          <p14:tracePt t="19771" x="3459163" y="3295650"/>
          <p14:tracePt t="19772" x="3465513" y="3295650"/>
          <p14:tracePt t="19772" x="3471863" y="3295650"/>
          <p14:tracePt t="19778" x="3476625" y="3300413"/>
          <p14:tracePt t="19785" x="3487738" y="3300413"/>
          <p14:tracePt t="19792" x="3505200" y="3306763"/>
          <p14:tracePt t="19799" x="3516313" y="3311525"/>
          <p14:tracePt t="19806" x="3533775" y="3324225"/>
          <p14:tracePt t="19813" x="3556000" y="3335338"/>
          <p14:tracePt t="19820" x="3573463" y="3352800"/>
          <p14:tracePt t="19827" x="3602038" y="3368675"/>
          <p14:tracePt t="19834" x="3619500" y="3386138"/>
          <p14:tracePt t="19835" x="3630613" y="3392488"/>
          <p14:tracePt t="19841" x="3641725" y="3403600"/>
          <p14:tracePt t="19848" x="3665538" y="3421063"/>
          <p14:tracePt t="19849" x="3676650" y="3421063"/>
          <p14:tracePt t="19855" x="3687763" y="3436938"/>
          <p14:tracePt t="19862" x="3709988" y="3449638"/>
          <p14:tracePt t="19869" x="3727450" y="3460750"/>
          <p14:tracePt t="19876" x="3738563" y="3465513"/>
          <p14:tracePt t="19883" x="3738563" y="3471863"/>
          <p14:tracePt t="19890" x="3744913" y="3478213"/>
          <p14:tracePt t="19912" x="3751263" y="3478213"/>
          <p14:tracePt t="19919" x="3756025" y="3478213"/>
          <p14:tracePt t="19926" x="3762375" y="3482975"/>
          <p14:tracePt t="19930" x="3767138" y="3489325"/>
          <p14:tracePt t="19934" x="3773488" y="3489325"/>
          <p14:tracePt t="19938" x="3778250" y="3494088"/>
          <p14:tracePt t="19945" x="3795713" y="3500438"/>
          <p14:tracePt t="19953" x="3813175" y="3511550"/>
          <p14:tracePt t="19966" x="3848100" y="3529013"/>
          <p14:tracePt t="19973" x="3859213" y="3540125"/>
          <p14:tracePt t="19974" x="3863975" y="3540125"/>
          <p14:tracePt t="19975" x="3870325" y="3540125"/>
          <p14:tracePt t="19976" x="3870325" y="3546475"/>
          <p14:tracePt t="19979" x="3876675" y="3546475"/>
          <p14:tracePt t="19987" x="3892550" y="3551238"/>
          <p14:tracePt t="19994" x="3898900" y="3562350"/>
          <p14:tracePt t="19995" x="3903663" y="3562350"/>
          <p14:tracePt t="20000" x="3910013" y="3568700"/>
          <p14:tracePt t="20007" x="3916363" y="3575050"/>
          <p14:tracePt t="20014" x="3927475" y="3586163"/>
          <p14:tracePt t="20021" x="3932238" y="3590925"/>
          <p14:tracePt t="20028" x="3944938" y="3603625"/>
          <p14:tracePt t="20035" x="3960813" y="3614738"/>
          <p14:tracePt t="20042" x="3967163" y="3619500"/>
          <p14:tracePt t="20049" x="3984625" y="3636963"/>
          <p14:tracePt t="20056" x="3995738" y="3648075"/>
          <p14:tracePt t="20063" x="4006850" y="3665538"/>
          <p14:tracePt t="20064" x="4013200" y="3671888"/>
          <p14:tracePt t="20070" x="4017963" y="3683000"/>
          <p14:tracePt t="20077" x="4029075" y="3700463"/>
          <p14:tracePt t="20084" x="4041775" y="3716338"/>
          <p14:tracePt t="20091" x="4057650" y="3733800"/>
          <p14:tracePt t="20098" x="4064000" y="3751263"/>
          <p14:tracePt t="20105" x="4070350" y="3768725"/>
          <p14:tracePt t="20105" x="4075113" y="3773488"/>
          <p14:tracePt t="20111" x="4081463" y="3779838"/>
          <p14:tracePt t="20118" x="4086225" y="3790950"/>
          <p14:tracePt t="20125" x="4086225" y="3797300"/>
          <p14:tracePt t="20132" x="4086225" y="3808413"/>
          <p14:tracePt t="20139" x="4092575" y="3819525"/>
          <p14:tracePt t="20146" x="4092575" y="3830638"/>
          <p14:tracePt t="20147" x="4092575" y="3841750"/>
          <p14:tracePt t="20153" x="4098925" y="3848100"/>
          <p14:tracePt t="20154" x="4098925" y="3854450"/>
          <p14:tracePt t="20160" x="4098925" y="3865563"/>
          <p14:tracePt t="20167" x="4098925" y="3876675"/>
          <p14:tracePt t="20174" x="4098925" y="3894138"/>
          <p14:tracePt t="20181" x="4098925" y="3905250"/>
          <p14:tracePt t="20188" x="4086225" y="3922713"/>
          <p14:tracePt t="20189" x="4086225" y="3933825"/>
          <p14:tracePt t="20195" x="4075113" y="3944938"/>
          <p14:tracePt t="20202" x="4064000" y="3962400"/>
          <p14:tracePt t="20203" x="4064000" y="3973513"/>
          <p14:tracePt t="20203" x="4057650" y="3973513"/>
          <p14:tracePt t="20208" x="4046538" y="3984625"/>
          <p14:tracePt t="20216" x="4029075" y="4002088"/>
          <p14:tracePt t="20216" x="4029075" y="4006850"/>
          <p14:tracePt t="20222" x="4024313" y="4019550"/>
          <p14:tracePt t="20223" x="4017963" y="4024313"/>
          <p14:tracePt t="20229" x="4013200" y="4030663"/>
          <p14:tracePt t="20237" x="4002088" y="4041775"/>
          <p14:tracePt t="20243" x="4002088" y="4048125"/>
          <p14:tracePt t="20250" x="3989388" y="4052888"/>
          <p14:tracePt t="20258" x="3989388" y="4059238"/>
          <p14:tracePt t="20259" x="3984625" y="4059238"/>
          <p14:tracePt t="20264" x="3984625" y="4064000"/>
          <p14:tracePt t="20271" x="3978275" y="4070350"/>
          <p14:tracePt t="20278" x="3973513" y="4076700"/>
          <p14:tracePt t="20285" x="3960813" y="4087813"/>
          <p14:tracePt t="20292" x="3949700" y="4098925"/>
          <p14:tracePt t="20299" x="3938588" y="4116388"/>
          <p14:tracePt t="20306" x="3921125" y="4127500"/>
          <p14:tracePt t="20313" x="3916363" y="4138613"/>
          <p14:tracePt t="20320" x="3898900" y="4149725"/>
          <p14:tracePt t="20321" x="3898900" y="4156075"/>
          <p14:tracePt t="20327" x="3892550" y="4160838"/>
          <p14:tracePt t="20328" x="3887788" y="4167188"/>
          <p14:tracePt t="20334" x="3876675" y="4178300"/>
          <p14:tracePt t="20341" x="3863975" y="4184650"/>
          <p14:tracePt t="20341" x="3863975" y="4189413"/>
          <p14:tracePt t="20347" x="3852863" y="4195763"/>
          <p14:tracePt t="20354" x="3848100" y="4202113"/>
          <p14:tracePt t="20362" x="3841750" y="4206875"/>
          <p14:tracePt t="20374" x="3830638" y="4213225"/>
          <p14:tracePt t="20377" x="3830638" y="4217988"/>
          <p14:tracePt t="20389" x="3819525" y="4224338"/>
          <p14:tracePt t="20396" x="3813175" y="4224338"/>
          <p14:tracePt t="20403" x="3806825" y="4224338"/>
          <p14:tracePt t="20410" x="3802063" y="4230688"/>
          <p14:tracePt t="20417" x="3795713" y="4230688"/>
          <p14:tracePt t="20418" x="3790950" y="4230688"/>
          <p14:tracePt t="20418" x="3784600" y="4230688"/>
          <p14:tracePt t="20425" x="3778250" y="4230688"/>
          <p14:tracePt t="20431" x="3773488" y="4235450"/>
          <p14:tracePt t="20438" x="3756025" y="4241800"/>
          <p14:tracePt t="20445" x="3738563" y="4246563"/>
          <p14:tracePt t="20446" x="3733800" y="4246563"/>
          <p14:tracePt t="20447" x="3727450" y="4246563"/>
          <p14:tracePt t="20452" x="3722688" y="4252913"/>
          <p14:tracePt t="20459" x="3694113" y="4257675"/>
          <p14:tracePt t="20466" x="3676650" y="4264025"/>
          <p14:tracePt t="20466" x="3670300" y="4264025"/>
          <p14:tracePt t="20473" x="3659188" y="4270375"/>
          <p14:tracePt t="20474" x="3648075" y="4270375"/>
          <p14:tracePt t="20480" x="3630613" y="4275138"/>
          <p14:tracePt t="20487" x="3602038" y="4286250"/>
          <p14:tracePt t="20494" x="3573463" y="4292600"/>
          <p14:tracePt t="20500" x="3551238" y="4298950"/>
          <p14:tracePt t="20507" x="3516313" y="4303713"/>
          <p14:tracePt t="20508" x="3511550" y="4303713"/>
          <p14:tracePt t="20515" x="3487738" y="4310063"/>
          <p14:tracePt t="20522" x="3459163" y="4314825"/>
          <p14:tracePt t="20528" x="3419475" y="4314825"/>
          <p14:tracePt t="20535" x="3390900" y="4314825"/>
          <p14:tracePt t="20543" x="3351213" y="4314825"/>
          <p14:tracePt t="20549" x="3305175" y="4314825"/>
          <p14:tracePt t="20556" x="3271838" y="4314825"/>
          <p14:tracePt t="20563" x="3232150" y="4310063"/>
          <p14:tracePt t="20570" x="3186113" y="4303713"/>
          <p14:tracePt t="20577" x="3146425" y="4292600"/>
          <p14:tracePt t="20584" x="3100388" y="4281488"/>
          <p14:tracePt t="20585" x="3089275" y="4275138"/>
          <p14:tracePt t="20586" x="3082925" y="4270375"/>
          <p14:tracePt t="20587" x="3071813" y="4270375"/>
          <p14:tracePt t="20587" x="3067050" y="4270375"/>
          <p14:tracePt t="20591" x="3049588" y="4257675"/>
          <p14:tracePt t="20598" x="2998788" y="4241800"/>
          <p14:tracePt t="20605" x="2946400" y="4224338"/>
          <p14:tracePt t="20611" x="2889250" y="4206875"/>
          <p14:tracePt t="20618" x="2832100" y="4189413"/>
          <p14:tracePt t="20626" x="2781300" y="4167188"/>
          <p14:tracePt t="20633" x="2730500" y="4149725"/>
          <p14:tracePt t="20633" x="2719388" y="4144963"/>
          <p14:tracePt t="20634" x="2713038" y="4144963"/>
          <p14:tracePt t="20639" x="2690813" y="4132263"/>
          <p14:tracePt t="20646" x="2655888" y="4116388"/>
          <p14:tracePt t="20653" x="2622550" y="4105275"/>
          <p14:tracePt t="20660" x="2593975" y="4092575"/>
          <p14:tracePt t="20667" x="2576513" y="4076700"/>
          <p14:tracePt t="20674" x="2570163" y="4070350"/>
          <p14:tracePt t="20681" x="2554288" y="4052888"/>
          <p14:tracePt t="20688" x="2547938" y="4035425"/>
          <p14:tracePt t="20695" x="2541588" y="4019550"/>
          <p14:tracePt t="20702" x="2530475" y="3990975"/>
          <p14:tracePt t="20709" x="2519363" y="3956050"/>
          <p14:tracePt t="20716" x="2508250" y="3905250"/>
          <p14:tracePt t="20717" x="2501900" y="3894138"/>
          <p14:tracePt t="20718" x="2501900" y="3887788"/>
          <p14:tracePt t="20718" x="2501900" y="3881438"/>
          <p14:tracePt t="20722" x="2497138" y="3859213"/>
          <p14:tracePt t="20730" x="2484438" y="3808413"/>
          <p14:tracePt t="20737" x="2468563" y="3762375"/>
          <p14:tracePt t="20744" x="2462213" y="3722688"/>
          <p14:tracePt t="20744" x="2462213" y="3716338"/>
          <p14:tracePt t="20745" x="2462213" y="3711575"/>
          <p14:tracePt t="20746" x="2462213" y="3705225"/>
          <p14:tracePt t="20746" x="2455863" y="3700463"/>
          <p14:tracePt t="20751" x="2451100" y="3683000"/>
          <p14:tracePt t="20752" x="2451100" y="3671888"/>
          <p14:tracePt t="20757" x="2444750" y="3643313"/>
          <p14:tracePt t="20764" x="2433638" y="3614738"/>
          <p14:tracePt t="20771" x="2428875" y="3586163"/>
          <p14:tracePt t="20778" x="2422525" y="3568700"/>
          <p14:tracePt t="20785" x="2422525" y="3557588"/>
          <p14:tracePt t="20792" x="2422525" y="3546475"/>
          <p14:tracePt t="20799" x="2422525" y="3533775"/>
          <p14:tracePt t="20806" x="2416175" y="3522663"/>
          <p14:tracePt t="20813" x="2416175" y="3500438"/>
          <p14:tracePt t="20820" x="2416175" y="3478213"/>
          <p14:tracePt t="20827" x="2416175" y="3454400"/>
          <p14:tracePt t="20828" x="2416175" y="3443288"/>
          <p14:tracePt t="20834" x="2416175" y="3421063"/>
          <p14:tracePt t="20841" x="2416175" y="3386138"/>
          <p14:tracePt t="20847" x="2411413" y="3352800"/>
          <p14:tracePt t="20854" x="2411413" y="3328988"/>
          <p14:tracePt t="20855" x="2411413" y="3324225"/>
          <p14:tracePt t="20856" x="2411413" y="3317875"/>
          <p14:tracePt t="20861" x="2411413" y="3300413"/>
          <p14:tracePt t="20868" x="2411413" y="3282950"/>
          <p14:tracePt t="20869" x="2411413" y="3278188"/>
          <p14:tracePt t="20875" x="2411413" y="3267075"/>
          <p14:tracePt t="20882" x="2411413" y="3254375"/>
          <p14:tracePt t="20889" x="2411413" y="3243263"/>
          <p14:tracePt t="20896" x="2411413" y="3238500"/>
          <p14:tracePt t="20903" x="2411413" y="3232150"/>
          <p14:tracePt t="20910" x="2422525" y="3227388"/>
          <p14:tracePt t="20917" x="2422525" y="3221038"/>
          <p14:tracePt t="20924" x="2428875" y="3214688"/>
          <p14:tracePt t="20931" x="2433638" y="3209925"/>
          <p14:tracePt t="20931" x="2439988" y="3209925"/>
          <p14:tracePt t="20938" x="2444750" y="3203575"/>
          <p14:tracePt t="20945" x="2455863" y="3203575"/>
          <p14:tracePt t="20952" x="2468563" y="3198813"/>
          <p14:tracePt t="20952" x="2473325" y="3198813"/>
          <p14:tracePt t="20959" x="2490788" y="3198813"/>
          <p14:tracePt t="20966" x="2513013" y="3192463"/>
          <p14:tracePt t="20966" x="2519363" y="3192463"/>
          <p14:tracePt t="20967" x="2525713" y="3192463"/>
          <p14:tracePt t="20972" x="2541588" y="3186113"/>
          <p14:tracePt t="20980" x="2587625" y="3186113"/>
          <p14:tracePt t="20981" x="2598738" y="3186113"/>
          <p14:tracePt t="20981" x="2605088" y="3186113"/>
          <p14:tracePt t="20986" x="2633663" y="3181350"/>
          <p14:tracePt t="20993" x="2706688" y="3181350"/>
          <p14:tracePt t="20994" x="2713038" y="3181350"/>
          <p14:tracePt t="20994" x="2730500" y="3181350"/>
          <p14:tracePt t="21000" x="2781300" y="3181350"/>
          <p14:tracePt t="21007" x="2860675" y="3181350"/>
          <p14:tracePt t="21014" x="2952750" y="3186113"/>
          <p14:tracePt t="21021" x="3049588" y="3192463"/>
          <p14:tracePt t="21022" x="3071813" y="3192463"/>
          <p14:tracePt t="21023" x="3089275" y="3192463"/>
          <p14:tracePt t="21028" x="3135313" y="3198813"/>
          <p14:tracePt t="21035" x="3225800" y="3198813"/>
          <p14:tracePt t="21036" x="3254375" y="3198813"/>
          <p14:tracePt t="21037" x="3271838" y="3198813"/>
          <p14:tracePt t="21042" x="3317875" y="3203575"/>
          <p14:tracePt t="21049" x="3403600" y="3214688"/>
          <p14:tracePt t="21056" x="3487738" y="3227388"/>
          <p14:tracePt t="21056" x="3505200" y="3227388"/>
          <p14:tracePt t="21057" x="3516313" y="3232150"/>
          <p14:tracePt t="21063" x="3551238" y="3232150"/>
          <p14:tracePt t="21070" x="3602038" y="3243263"/>
          <p14:tracePt t="21070" x="3613150" y="3243263"/>
          <p14:tracePt t="21077" x="3636963" y="3243263"/>
          <p14:tracePt t="21084" x="3665538" y="3249613"/>
          <p14:tracePt t="21091" x="3681413" y="3249613"/>
          <p14:tracePt t="21098" x="3694113" y="3249613"/>
          <p14:tracePt t="21105" x="3694113" y="3254375"/>
          <p14:tracePt t="21111" x="3698875" y="3254375"/>
          <p14:tracePt t="21120" x="3705225" y="3254375"/>
          <p14:tracePt t="21126" x="3709988" y="3254375"/>
          <p14:tracePt t="21127" x="3709988" y="3260725"/>
          <p14:tracePt t="21133" x="3716338" y="3260725"/>
          <p14:tracePt t="21140" x="3727450" y="3267075"/>
          <p14:tracePt t="21147" x="3751263" y="3278188"/>
          <p14:tracePt t="21153" x="3773488" y="3289300"/>
          <p14:tracePt t="21160" x="3802063" y="3300413"/>
          <p14:tracePt t="21167" x="3835400" y="3317875"/>
          <p14:tracePt t="21174" x="3863975" y="3335338"/>
          <p14:tracePt t="21181" x="3903663" y="3352800"/>
          <p14:tracePt t="21188" x="3938588" y="3368675"/>
          <p14:tracePt t="21195" x="3973513" y="3386138"/>
          <p14:tracePt t="21202" x="4002088" y="3403600"/>
          <p14:tracePt t="21209" x="4017963" y="3414713"/>
          <p14:tracePt t="21216" x="4041775" y="3425825"/>
          <p14:tracePt t="21230" x="4064000" y="3460750"/>
          <p14:tracePt t="21231" x="4070350" y="3460750"/>
          <p14:tracePt t="21236" x="4081463" y="3478213"/>
          <p14:tracePt t="21244" x="4092575" y="3494088"/>
          <p14:tracePt t="21250" x="4110038" y="3522663"/>
          <p14:tracePt t="21258" x="4125913" y="3551238"/>
          <p14:tracePt t="21264" x="4143375" y="3586163"/>
          <p14:tracePt t="21265" x="4143375" y="3590925"/>
          <p14:tracePt t="21266" x="4149725" y="3597275"/>
          <p14:tracePt t="21266" x="4154488" y="3597275"/>
          <p14:tracePt t="21271" x="4154488" y="3614738"/>
          <p14:tracePt t="21278" x="4167188" y="3636963"/>
          <p14:tracePt t="21285" x="4183063" y="3676650"/>
          <p14:tracePt t="21292" x="4195763" y="3705225"/>
          <p14:tracePt t="21299" x="4200525" y="3733800"/>
          <p14:tracePt t="21306" x="4200525" y="3762375"/>
          <p14:tracePt t="21313" x="4206875" y="3784600"/>
          <p14:tracePt t="21314" x="4206875" y="3790950"/>
          <p14:tracePt t="21315" x="4206875" y="3797300"/>
          <p14:tracePt t="21316" x="4206875" y="3802063"/>
          <p14:tracePt t="21320" x="4206875" y="3813175"/>
          <p14:tracePt t="21327" x="4206875" y="3841750"/>
          <p14:tracePt t="21334" x="4206875" y="3865563"/>
          <p14:tracePt t="21341" x="4206875" y="3887788"/>
          <p14:tracePt t="21348" x="4206875" y="3910013"/>
          <p14:tracePt t="21354" x="4200525" y="3922713"/>
          <p14:tracePt t="21361" x="4200525" y="3933825"/>
          <p14:tracePt t="21368" x="4200525" y="3938588"/>
          <p14:tracePt t="21376" x="4200525" y="3944938"/>
          <p14:tracePt t="21382" x="4195763" y="3951288"/>
          <p14:tracePt t="21396" x="4189413" y="3967163"/>
          <p14:tracePt t="21403" x="4183063" y="3979863"/>
          <p14:tracePt t="21410" x="4178300" y="4002088"/>
          <p14:tracePt t="21417" x="4171950" y="4024313"/>
          <p14:tracePt t="21424" x="4167188" y="4048125"/>
          <p14:tracePt t="21431" x="4154488" y="4070350"/>
          <p14:tracePt t="21438" x="4143375" y="4105275"/>
          <p14:tracePt t="21439" x="4138613" y="4116388"/>
          <p14:tracePt t="21445" x="4132263" y="4127500"/>
          <p14:tracePt t="21446" x="4125913" y="4138613"/>
          <p14:tracePt t="21452" x="4114800" y="4156075"/>
          <p14:tracePt t="21459" x="4103688" y="4178300"/>
          <p14:tracePt t="21466" x="4086225" y="4202113"/>
          <p14:tracePt t="21466" x="4075113" y="4206875"/>
          <p14:tracePt t="21472" x="4064000" y="4224338"/>
          <p14:tracePt t="21480" x="4052888" y="4241800"/>
          <p14:tracePt t="21480" x="4041775" y="4246563"/>
          <p14:tracePt t="21486" x="4029075" y="4264025"/>
          <p14:tracePt t="21493" x="4006850" y="4281488"/>
          <p14:tracePt t="21500" x="3978275" y="4298950"/>
          <p14:tracePt t="21507" x="3956050" y="4310063"/>
          <p14:tracePt t="21508" x="3956050" y="4314825"/>
          <p14:tracePt t="21514" x="3927475" y="4327525"/>
          <p14:tracePt t="21521" x="3892550" y="4343400"/>
          <p14:tracePt t="21522" x="3881438" y="4349750"/>
          <p14:tracePt t="21522" x="3870325" y="4349750"/>
          <p14:tracePt t="21528" x="3848100" y="4360863"/>
          <p14:tracePt t="21535" x="3795713" y="4371975"/>
          <p14:tracePt t="21542" x="3744913" y="4383088"/>
          <p14:tracePt t="21549" x="3687763" y="4395788"/>
          <p14:tracePt t="21556" x="3630613" y="4395788"/>
          <p14:tracePt t="21557" x="3613150" y="4395788"/>
          <p14:tracePt t="21558" x="3597275" y="4400550"/>
          <p14:tracePt t="21563" x="3551238" y="4400550"/>
          <p14:tracePt t="21570" x="3482975" y="4406900"/>
          <p14:tracePt t="21570" x="3454400" y="4406900"/>
          <p14:tracePt t="21571" x="3443288" y="4406900"/>
          <p14:tracePt t="21576" x="3397250" y="4406900"/>
          <p14:tracePt t="21584" x="3305175" y="4406900"/>
          <p14:tracePt t="21585" x="3282950" y="4406900"/>
          <p14:tracePt t="21590" x="3197225" y="4395788"/>
          <p14:tracePt t="21597" x="3117850" y="4383088"/>
          <p14:tracePt t="21605" x="3032125" y="4378325"/>
          <p14:tracePt t="21605" x="3021013" y="4371975"/>
          <p14:tracePt t="21606" x="3009900" y="4367213"/>
          <p14:tracePt t="21606" x="2998788" y="4367213"/>
          <p14:tracePt t="21611" x="2952750" y="4360863"/>
          <p14:tracePt t="21618" x="2878138" y="4349750"/>
          <p14:tracePt t="21619" x="2867025" y="4349750"/>
          <p14:tracePt t="21620" x="2855913" y="4343400"/>
          <p14:tracePt t="21625" x="2809875" y="4338638"/>
          <p14:tracePt t="21632" x="2759075" y="4321175"/>
          <p14:tracePt t="21639" x="2701925" y="4314825"/>
          <p14:tracePt t="21646" x="2662238" y="4303713"/>
          <p14:tracePt t="21653" x="2627313" y="4292600"/>
          <p14:tracePt t="21660" x="2605088" y="4286250"/>
          <p14:tracePt t="21667" x="2593975" y="4286250"/>
          <p14:tracePt t="21668" x="2581275" y="4286250"/>
          <p14:tracePt t="21674" x="2581275" y="4281488"/>
          <p14:tracePt t="21681" x="2576513" y="4281488"/>
          <p14:tracePt t="21688" x="2576513" y="4275138"/>
          <p14:tracePt t="21698" x="2576513" y="4270375"/>
          <p14:tracePt t="21702" x="2576513" y="4264025"/>
          <p14:tracePt t="21709" x="2576513" y="4246563"/>
          <p14:tracePt t="21710" x="2570163" y="4241800"/>
          <p14:tracePt t="21716" x="2565400" y="4213225"/>
          <p14:tracePt t="21723" x="2554288" y="4173538"/>
          <p14:tracePt t="21724" x="2554288" y="4160838"/>
          <p14:tracePt t="21725" x="2554288" y="4156075"/>
          <p14:tracePt t="21730" x="2541588" y="4127500"/>
          <p14:tracePt t="21736" x="2530475" y="4092575"/>
          <p14:tracePt t="21744" x="2519363" y="4052888"/>
          <p14:tracePt t="21745" x="2519363" y="4048125"/>
          <p14:tracePt t="21750" x="2508250" y="4024313"/>
          <p14:tracePt t="21758" x="2497138" y="3995738"/>
          <p14:tracePt t="21765" x="2490788" y="3973513"/>
          <p14:tracePt t="21772" x="2490788" y="3956050"/>
          <p14:tracePt t="21778" x="2484438" y="3927475"/>
          <p14:tracePt t="21786" x="2484438" y="3905250"/>
          <p14:tracePt t="21793" x="2484438" y="3881438"/>
          <p14:tracePt t="21799" x="2484438" y="3854450"/>
          <p14:tracePt t="21806" x="2484438" y="3819525"/>
          <p14:tracePt t="21813" x="2497138" y="3773488"/>
          <p14:tracePt t="21820" x="2497138" y="3733800"/>
          <p14:tracePt t="21827" x="2501900" y="3687763"/>
          <p14:tracePt t="21834" x="2508250" y="3654425"/>
          <p14:tracePt t="21842" x="2513013" y="3625850"/>
          <p14:tracePt t="21848" x="2519363" y="3608388"/>
          <p14:tracePt t="21855" x="2519363" y="3597275"/>
          <p14:tracePt t="21856" x="2519363" y="3586163"/>
          <p14:tracePt t="21861" x="2525713" y="3579813"/>
          <p14:tracePt t="21868" x="2525713" y="3568700"/>
          <p14:tracePt t="21875" x="2530475" y="3562350"/>
          <p14:tracePt t="21883" x="2536825" y="3557588"/>
          <p14:tracePt t="21889" x="2536825" y="3546475"/>
          <p14:tracePt t="21896" x="2536825" y="3540125"/>
          <p14:tracePt t="21903" x="2541588" y="3529013"/>
          <p14:tracePt t="21910" x="2547938" y="3517900"/>
          <p14:tracePt t="21917" x="2547938" y="3505200"/>
          <p14:tracePt t="21918" x="2554288" y="3500438"/>
          <p14:tracePt t="21924" x="2559050" y="3489325"/>
          <p14:tracePt t="21931" x="2565400" y="3465513"/>
          <p14:tracePt t="21938" x="2581275" y="3443288"/>
          <p14:tracePt t="21945" x="2593975" y="3421063"/>
          <p14:tracePt t="21952" x="2609850" y="3397250"/>
          <p14:tracePt t="21959" x="2622550" y="3375025"/>
          <p14:tracePt t="21966" x="2633663" y="3363913"/>
          <p14:tracePt t="21973" x="2638425" y="3352800"/>
          <p14:tracePt t="21973" x="2644775" y="3352800"/>
          <p14:tracePt t="21980" x="2651125" y="3352800"/>
          <p14:tracePt t="21986" x="2651125" y="3346450"/>
          <p14:tracePt t="21993" x="2655888" y="3340100"/>
          <p14:tracePt t="22001" x="2655888" y="3335338"/>
          <p14:tracePt t="22007" x="2662238" y="3335338"/>
          <p14:tracePt t="22014" x="2673350" y="3335338"/>
          <p14:tracePt t="22021" x="2679700" y="3328988"/>
          <p14:tracePt t="22028" x="2690813" y="3324225"/>
          <p14:tracePt t="22029" x="2690813" y="3317875"/>
          <p14:tracePt t="22029" x="2695575" y="3317875"/>
          <p14:tracePt t="22035" x="2701925" y="3311525"/>
          <p14:tracePt t="22042" x="2713038" y="3306763"/>
          <p14:tracePt t="22049" x="2730500" y="3295650"/>
          <p14:tracePt t="22056" x="2747963" y="3282950"/>
          <p14:tracePt t="22063" x="2759075" y="3282950"/>
          <p14:tracePt t="22064" x="2763838" y="3278188"/>
          <p14:tracePt t="22070" x="2770188" y="3278188"/>
          <p14:tracePt t="22077" x="2776538" y="3271838"/>
          <p14:tracePt t="22084" x="2781300" y="3271838"/>
          <p14:tracePt t="22084" x="2787650" y="3271838"/>
          <p14:tracePt t="22090" x="2792413" y="3267075"/>
          <p14:tracePt t="22099" x="2798763" y="3267075"/>
          <p14:tracePt t="22109" x="2805113" y="3267075"/>
          <p14:tracePt t="22122" x="2809875" y="3267075"/>
          <p14:tracePt t="22125" x="2816225" y="3267075"/>
          <p14:tracePt t="22129" x="2820988" y="3267075"/>
          <p14:tracePt t="22132" x="2820988" y="3260725"/>
          <p14:tracePt t="22139" x="2838450" y="3260725"/>
          <p14:tracePt t="22146" x="2849563" y="3260725"/>
          <p14:tracePt t="22153" x="2867025" y="3254375"/>
          <p14:tracePt t="22160" x="2884488" y="3249613"/>
          <p14:tracePt t="22167" x="2895600" y="3249613"/>
          <p14:tracePt t="22174" x="2906713" y="3249613"/>
          <p14:tracePt t="22181" x="2917825" y="3243263"/>
          <p14:tracePt t="22188" x="2924175" y="3243263"/>
          <p14:tracePt t="22195" x="2928938" y="3243263"/>
          <p14:tracePt t="22202" x="2935288" y="3243263"/>
          <p14:tracePt t="22209" x="2941638" y="3243263"/>
          <p14:tracePt t="22216" x="2957513" y="3243263"/>
          <p14:tracePt t="22222" x="2981325" y="3243263"/>
          <p14:tracePt t="22230" x="3014663" y="3243263"/>
          <p14:tracePt t="22231" x="3021013" y="3243263"/>
          <p14:tracePt t="22236" x="3049588" y="3243263"/>
          <p14:tracePt t="22244" x="3089275" y="3243263"/>
          <p14:tracePt t="22245" x="3100388" y="3243263"/>
          <p14:tracePt t="22245" x="3106738" y="3243263"/>
          <p14:tracePt t="22250" x="3128963" y="3243263"/>
          <p14:tracePt t="22257" x="3179763" y="3249613"/>
          <p14:tracePt t="22264" x="3225800" y="3249613"/>
          <p14:tracePt t="22271" x="3265488" y="3249613"/>
          <p14:tracePt t="22278" x="3305175" y="3249613"/>
          <p14:tracePt t="22285" x="3340100" y="3249613"/>
          <p14:tracePt t="22292" x="3386138" y="3249613"/>
          <p14:tracePt t="22293" x="3397250" y="3249613"/>
          <p14:tracePt t="22294" x="3403600" y="3249613"/>
          <p14:tracePt t="22294" x="3408363" y="3249613"/>
          <p14:tracePt t="22299" x="3419475" y="3249613"/>
          <p14:tracePt t="22306" x="3448050" y="3249613"/>
          <p14:tracePt t="22307" x="3459163" y="3249613"/>
          <p14:tracePt t="22313" x="3471863" y="3249613"/>
          <p14:tracePt t="22313" x="3476625" y="3249613"/>
          <p14:tracePt t="22320" x="3494088" y="3249613"/>
          <p14:tracePt t="22327" x="3516313" y="3249613"/>
          <p14:tracePt t="22334" x="3533775" y="3254375"/>
          <p14:tracePt t="22341" x="3556000" y="3260725"/>
          <p14:tracePt t="22348" x="3573463" y="3271838"/>
          <p14:tracePt t="22355" x="3590925" y="3278188"/>
          <p14:tracePt t="22362" x="3608388" y="3289300"/>
          <p14:tracePt t="22369" x="3625850" y="3300413"/>
          <p14:tracePt t="22375" x="3641725" y="3311525"/>
          <p14:tracePt t="22383" x="3659188" y="3324225"/>
          <p14:tracePt t="22390" x="3676650" y="3340100"/>
          <p14:tracePt t="22397" x="3694113" y="3357563"/>
          <p14:tracePt t="22403" x="3705225" y="3368675"/>
          <p14:tracePt t="22410" x="3716338" y="3392488"/>
          <p14:tracePt t="22417" x="3733800" y="3414713"/>
          <p14:tracePt t="22424" x="3744913" y="3436938"/>
          <p14:tracePt t="22431" x="3762375" y="3454400"/>
          <p14:tracePt t="22438" x="3773488" y="3478213"/>
          <p14:tracePt t="22445" x="3790950" y="3500438"/>
          <p14:tracePt t="22446" x="3795713" y="3511550"/>
          <p14:tracePt t="22447" x="3795713" y="3517900"/>
          <p14:tracePt t="22452" x="3802063" y="3529013"/>
          <p14:tracePt t="22459" x="3819525" y="3557588"/>
          <p14:tracePt t="22467" x="3835400" y="3586163"/>
          <p14:tracePt t="22473" x="3848100" y="3619500"/>
          <p14:tracePt t="22487" x="3870325" y="3676650"/>
          <p14:tracePt t="22493" x="3876675" y="3700463"/>
          <p14:tracePt t="22494" x="3881438" y="3705225"/>
          <p14:tracePt t="22500" x="3881438" y="3716338"/>
          <p14:tracePt t="22507" x="3892550" y="3740150"/>
          <p14:tracePt t="22514" x="3898900" y="3756025"/>
          <p14:tracePt t="22521" x="3903663" y="3768725"/>
          <p14:tracePt t="22528" x="3910013" y="3779838"/>
          <p14:tracePt t="22529" x="3916363" y="3784600"/>
          <p14:tracePt t="22535" x="3921125" y="3802063"/>
          <p14:tracePt t="22542" x="3927475" y="3825875"/>
          <p14:tracePt t="22549" x="3944938" y="3859213"/>
          <p14:tracePt t="22556" x="3949700" y="3881438"/>
          <p14:tracePt t="22563" x="3960813" y="3905250"/>
          <p14:tracePt t="22570" x="3967163" y="3933825"/>
          <p14:tracePt t="22577" x="3978275" y="3956050"/>
          <p14:tracePt t="22584" x="3978275" y="3967163"/>
          <p14:tracePt t="22591" x="3984625" y="3984625"/>
          <p14:tracePt t="22598" x="3989388" y="3990975"/>
          <p14:tracePt t="22605" x="3989388" y="3995738"/>
          <p14:tracePt t="22611" x="3989388" y="4002088"/>
          <p14:tracePt t="22618" x="3989388" y="4006850"/>
          <p14:tracePt t="22625" x="3989388" y="4013200"/>
          <p14:tracePt t="22632" x="3989388" y="4019550"/>
          <p14:tracePt t="22639" x="3989388" y="4024313"/>
          <p14:tracePt t="22647" x="3989388" y="4035425"/>
          <p14:tracePt t="22653" x="3984625" y="4048125"/>
          <p14:tracePt t="22654" x="3978275" y="4048125"/>
          <p14:tracePt t="22655" x="3973513" y="4052888"/>
          <p14:tracePt t="22660" x="3973513" y="4059238"/>
          <p14:tracePt t="22667" x="3960813" y="4070350"/>
          <p14:tracePt t="22674" x="3944938" y="4087813"/>
          <p14:tracePt t="22681" x="3927475" y="4105275"/>
          <p14:tracePt t="22688" x="3903663" y="4116388"/>
          <p14:tracePt t="22695" x="3881438" y="4132263"/>
          <p14:tracePt t="22696" x="3870325" y="4138613"/>
          <p14:tracePt t="22702" x="3848100" y="4149725"/>
          <p14:tracePt t="22709" x="3795713" y="4173538"/>
          <p14:tracePt t="22709" x="3790950" y="4173538"/>
          <p14:tracePt t="22715" x="3751263" y="4184650"/>
          <p14:tracePt t="22723" x="3676650" y="4213225"/>
          <p14:tracePt t="22723" x="3652838" y="4217988"/>
          <p14:tracePt t="22729" x="3602038" y="4230688"/>
          <p14:tracePt t="22730" x="3590925" y="4230688"/>
          <p14:tracePt t="22731" x="3579813" y="4235450"/>
          <p14:tracePt t="22731" x="3568700" y="4235450"/>
          <p14:tracePt t="22736" x="3527425" y="4246563"/>
          <p14:tracePt t="22743" x="3408363" y="4264025"/>
          <p14:tracePt t="22744" x="3397250" y="4264025"/>
          <p14:tracePt t="22751" x="3311525" y="4275138"/>
          <p14:tracePt t="22752" x="3294063" y="4281488"/>
          <p14:tracePt t="22752" x="3282950" y="4281488"/>
          <p14:tracePt t="22757" x="3225800" y="4281488"/>
          <p14:tracePt t="22764" x="3111500" y="4292600"/>
          <p14:tracePt t="22771" x="3032125" y="4298950"/>
          <p14:tracePt t="22778" x="2924175" y="4303713"/>
          <p14:tracePt t="22779" x="2889250" y="4303713"/>
          <p14:tracePt t="22785" x="2820988" y="4310063"/>
          <p14:tracePt t="22792" x="2730500" y="4310063"/>
          <p14:tracePt t="22793" x="2690813" y="4310063"/>
          <p14:tracePt t="22793" x="2679700" y="4310063"/>
          <p14:tracePt t="22799" x="2627313" y="4314825"/>
          <p14:tracePt t="22806" x="2547938" y="4314825"/>
          <p14:tracePt t="22813" x="2473325" y="4314825"/>
          <p14:tracePt t="22814" x="2455863" y="4314825"/>
          <p14:tracePt t="22814" x="2444750" y="4314825"/>
          <p14:tracePt t="22820" x="2416175" y="4314825"/>
          <p14:tracePt t="22827" x="2365375" y="4314825"/>
          <p14:tracePt t="22833" x="2330450" y="4310063"/>
          <p14:tracePt t="22841" x="2290763" y="4303713"/>
          <p14:tracePt t="22848" x="2268538" y="4298950"/>
          <p14:tracePt t="22848" x="2262188" y="4298950"/>
          <p14:tracePt t="22854" x="2251075" y="4292600"/>
          <p14:tracePt t="22855" x="2246313" y="4292600"/>
          <p14:tracePt t="22861" x="2239963" y="4286250"/>
          <p14:tracePt t="22872" x="2239963" y="4281488"/>
          <p14:tracePt t="22875" x="2233613" y="4281488"/>
          <p14:tracePt t="22882" x="2233613" y="4275138"/>
          <p14:tracePt t="22889" x="2228850" y="4264025"/>
          <p14:tracePt t="22896" x="2222500" y="4252913"/>
          <p14:tracePt t="22897" x="2222500" y="4246563"/>
          <p14:tracePt t="22898" x="2222500" y="4241800"/>
          <p14:tracePt t="22903" x="2222500" y="4235450"/>
          <p14:tracePt t="22910" x="2222500" y="4213225"/>
          <p14:tracePt t="22917" x="2217738" y="4178300"/>
          <p14:tracePt t="22924" x="2217738" y="4144963"/>
          <p14:tracePt t="22925" x="2217738" y="4132263"/>
          <p14:tracePt t="22931" x="2217738" y="4098925"/>
          <p14:tracePt t="22938" x="2217738" y="4041775"/>
          <p14:tracePt t="22939" x="2217738" y="4024313"/>
          <p14:tracePt t="22939" x="2217738" y="4013200"/>
          <p14:tracePt t="22945" x="2217738" y="3973513"/>
          <p14:tracePt t="22945" x="2217738" y="3956050"/>
          <p14:tracePt t="22952" x="2217738" y="3910013"/>
          <p14:tracePt t="22959" x="2217738" y="3836988"/>
          <p14:tracePt t="22966" x="2222500" y="3773488"/>
          <p14:tracePt t="22973" x="2239963" y="3705225"/>
          <p14:tracePt t="22980" x="2257425" y="3643313"/>
          <p14:tracePt t="22981" x="2262188" y="3630613"/>
          <p14:tracePt t="22987" x="2279650" y="3597275"/>
          <p14:tracePt t="22993" x="2297113" y="3562350"/>
          <p14:tracePt t="23001" x="2314575" y="3533775"/>
          <p14:tracePt t="23001" x="2314575" y="3522663"/>
          <p14:tracePt t="23002" x="2319338" y="3522663"/>
          <p14:tracePt t="23003" x="2325688" y="3517900"/>
          <p14:tracePt t="23003" x="2325688" y="3511550"/>
          <p14:tracePt t="23007" x="2336800" y="3500438"/>
          <p14:tracePt t="23015" x="2354263" y="3471863"/>
          <p14:tracePt t="23022" x="2371725" y="3460750"/>
          <p14:tracePt t="23028" x="2382838" y="3449638"/>
          <p14:tracePt t="23035" x="2393950" y="3436938"/>
          <p14:tracePt t="23042" x="2411413" y="3432175"/>
          <p14:tracePt t="23050" x="2428875" y="3425825"/>
          <p14:tracePt t="23056" x="2451100" y="3421063"/>
          <p14:tracePt t="23063" x="2473325" y="3414713"/>
          <p14:tracePt t="23070" x="2513013" y="3408363"/>
          <p14:tracePt t="23071" x="2519363" y="3403600"/>
          <p14:tracePt t="23071" x="2530475" y="3403600"/>
          <p14:tracePt t="23077" x="2547938" y="3397250"/>
          <p14:tracePt t="23084" x="2593975" y="3386138"/>
          <p14:tracePt t="23091" x="2638425" y="3379788"/>
          <p14:tracePt t="23098" x="2695575" y="3368675"/>
          <p14:tracePt t="23105" x="2752725" y="3357563"/>
          <p14:tracePt t="23112" x="2816225" y="3346450"/>
          <p14:tracePt t="23118" x="2889250" y="3340100"/>
          <p14:tracePt t="23125" x="2970213" y="3324225"/>
          <p14:tracePt t="23132" x="3067050" y="3324225"/>
          <p14:tracePt t="23139" x="3152775" y="3324225"/>
          <p14:tracePt t="23147" x="3221038" y="3324225"/>
          <p14:tracePt t="23147" x="3282950" y="3328988"/>
          <p14:tracePt t="23153" x="3333750" y="3335338"/>
          <p14:tracePt t="23160" x="3414713" y="3352800"/>
          <p14:tracePt t="23167" x="3500438" y="3368675"/>
          <p14:tracePt t="23168" x="3516313" y="3375025"/>
          <p14:tracePt t="23174" x="3579813" y="3392488"/>
          <p14:tracePt t="23181" x="3659188" y="3414713"/>
          <p14:tracePt t="23188" x="3733800" y="3436938"/>
          <p14:tracePt t="23195" x="3806825" y="3465513"/>
          <p14:tracePt t="23196" x="3830638" y="3478213"/>
          <p14:tracePt t="23197" x="3835400" y="3478213"/>
          <p14:tracePt t="23198" x="3852863" y="3482975"/>
          <p14:tracePt t="23202" x="3881438" y="3494088"/>
          <p14:tracePt t="23203" x="3898900" y="3505200"/>
          <p14:tracePt t="23204" x="3916363" y="3511550"/>
          <p14:tracePt t="23205" x="3927475" y="3511550"/>
          <p14:tracePt t="23209" x="3956050" y="3522663"/>
          <p14:tracePt t="23216" x="4024313" y="3546475"/>
          <p14:tracePt t="23223" x="4075113" y="3568700"/>
          <p14:tracePt t="23230" x="4125913" y="3586163"/>
          <p14:tracePt t="23231" x="4138613" y="3590925"/>
          <p14:tracePt t="23232" x="4143375" y="3597275"/>
          <p14:tracePt t="23232" x="4149725" y="3597275"/>
          <p14:tracePt t="23236" x="4167188" y="3603625"/>
          <p14:tracePt t="23243" x="4189413" y="3619500"/>
          <p14:tracePt t="23251" x="4217988" y="3636963"/>
          <p14:tracePt t="23258" x="4229100" y="3648075"/>
          <p14:tracePt t="23264" x="4246563" y="3665538"/>
          <p14:tracePt t="23271" x="4268788" y="3694113"/>
          <p14:tracePt t="23278" x="4286250" y="3716338"/>
          <p14:tracePt t="23285" x="4308475" y="3751263"/>
          <p14:tracePt t="23292" x="4325938" y="3779838"/>
          <p14:tracePt t="23299" x="4343400" y="3808413"/>
          <p14:tracePt t="23306" x="4354513" y="3830638"/>
          <p14:tracePt t="23313" x="4365625" y="3865563"/>
          <p14:tracePt t="23320" x="4365625" y="3887788"/>
          <p14:tracePt t="23327" x="4365625" y="3910013"/>
          <p14:tracePt t="23328" x="4365625" y="3922713"/>
          <p14:tracePt t="23334" x="4365625" y="3944938"/>
          <p14:tracePt t="23341" x="4354513" y="3979863"/>
          <p14:tracePt t="23341" x="4349750" y="3990975"/>
          <p14:tracePt t="23343" x="4343400" y="3995738"/>
          <p14:tracePt t="23347" x="4325938" y="4019550"/>
          <p14:tracePt t="23355" x="4292600" y="4059238"/>
          <p14:tracePt t="23364" x="4229100" y="4110038"/>
          <p14:tracePt t="23369" x="4178300" y="4144963"/>
          <p14:tracePt t="23370" x="4160838" y="4156075"/>
          <p14:tracePt t="23370" x="4154488" y="4156075"/>
          <p14:tracePt t="23382" x="4075113" y="4195763"/>
          <p14:tracePt t="23383" x="4064000" y="4202113"/>
          <p14:tracePt t="23389" x="4017963" y="4217988"/>
          <p14:tracePt t="23396" x="3978275" y="4224338"/>
          <p14:tracePt t="23397" x="3967163" y="4230688"/>
          <p14:tracePt t="23398" x="3960813" y="4230688"/>
          <p14:tracePt t="23398" x="3956050" y="4230688"/>
          <p14:tracePt t="23403" x="3938588" y="4235450"/>
          <p14:tracePt t="23410" x="3903663" y="4246563"/>
          <p14:tracePt t="23417" x="3876675" y="4252913"/>
          <p14:tracePt t="23418" x="3870325" y="4252913"/>
          <p14:tracePt t="23424" x="3848100" y="4257675"/>
          <p14:tracePt t="23431" x="3813175" y="4264025"/>
          <p14:tracePt t="23438" x="3790950" y="4270375"/>
          <p14:tracePt t="23439" x="3778250" y="4270375"/>
          <p14:tracePt t="23439" x="3778250" y="4275138"/>
          <p14:tracePt t="23445" x="3756025" y="4281488"/>
          <p14:tracePt t="23452" x="3727450" y="4292600"/>
          <p14:tracePt t="23459" x="3694113" y="4298950"/>
          <p14:tracePt t="23466" x="3648075" y="4303713"/>
          <p14:tracePt t="23466" x="3636963" y="4303713"/>
          <p14:tracePt t="23472" x="3608388" y="4310063"/>
          <p14:tracePt t="23480" x="3568700" y="4314825"/>
          <p14:tracePt t="23480" x="3562350" y="4314825"/>
          <p14:tracePt t="23481" x="3556000" y="4314825"/>
          <p14:tracePt t="23481" x="3551238" y="4314825"/>
          <p14:tracePt t="23486" x="3522663" y="4314825"/>
          <p14:tracePt t="23493" x="3471863" y="4314825"/>
          <p14:tracePt t="23494" x="3465513" y="4314825"/>
          <p14:tracePt t="23495" x="3454400" y="4314825"/>
          <p14:tracePt t="23495" x="3448050" y="4314825"/>
          <p14:tracePt t="23500" x="3419475" y="4303713"/>
          <p14:tracePt t="23507" x="3368675" y="4298950"/>
          <p14:tracePt t="23508" x="3362325" y="4298950"/>
          <p14:tracePt t="23509" x="3357563" y="4292600"/>
          <p14:tracePt t="23514" x="3322638" y="4286250"/>
          <p14:tracePt t="23521" x="3278188" y="4275138"/>
          <p14:tracePt t="23522" x="3260725" y="4270375"/>
          <p14:tracePt t="23523" x="3254375" y="4270375"/>
          <p14:tracePt t="23528" x="3225800" y="4270375"/>
          <p14:tracePt t="23535" x="3179763" y="4252913"/>
          <p14:tracePt t="23542" x="3146425" y="4246563"/>
          <p14:tracePt t="23543" x="3135313" y="4241800"/>
          <p14:tracePt t="23544" x="3128963" y="4241800"/>
          <p14:tracePt t="23549" x="3111500" y="4235450"/>
          <p14:tracePt t="23556" x="3082925" y="4230688"/>
          <p14:tracePt t="23563" x="3060700" y="4224338"/>
          <p14:tracePt t="23570" x="3032125" y="4213225"/>
          <p14:tracePt t="23577" x="3009900" y="4213225"/>
          <p14:tracePt t="23578" x="3003550" y="4206875"/>
          <p14:tracePt t="23578" x="2998788" y="4206875"/>
          <p14:tracePt t="23584" x="2986088" y="4202113"/>
          <p14:tracePt t="23591" x="2957513" y="4189413"/>
          <p14:tracePt t="23598" x="2935288" y="4173538"/>
          <p14:tracePt t="23605" x="2901950" y="4149725"/>
          <p14:tracePt t="23605" x="2895600" y="4138613"/>
          <p14:tracePt t="23611" x="2873375" y="4116388"/>
          <p14:tracePt t="23618" x="2838450" y="4076700"/>
          <p14:tracePt t="23625" x="2798763" y="4024313"/>
          <p14:tracePt t="23633" x="2770188" y="3979863"/>
          <p14:tracePt t="23633" x="2763838" y="3967163"/>
          <p14:tracePt t="23640" x="2735263" y="3938588"/>
          <p14:tracePt t="23647" x="2713038" y="3887788"/>
          <p14:tracePt t="23654" x="2695575" y="3854450"/>
          <p14:tracePt t="23660" x="2679700" y="3825875"/>
          <p14:tracePt t="23668" x="2667000" y="3797300"/>
          <p14:tracePt t="23674" x="2662238" y="3773488"/>
          <p14:tracePt t="23681" x="2655888" y="3751263"/>
          <p14:tracePt t="23688" x="2651125" y="3722688"/>
          <p14:tracePt t="23695" x="2644775" y="3687763"/>
          <p14:tracePt t="23702" x="2644775" y="3648075"/>
          <p14:tracePt t="23709" x="2644775" y="3619500"/>
          <p14:tracePt t="23710" x="2644775" y="3608388"/>
          <p14:tracePt t="23716" x="2644775" y="3586163"/>
          <p14:tracePt t="23723" x="2644775" y="3551238"/>
          <p14:tracePt t="23730" x="2644775" y="3517900"/>
          <p14:tracePt t="23737" x="2644775" y="3482975"/>
          <p14:tracePt t="23744" x="2644775" y="3443288"/>
          <p14:tracePt t="23750" x="2644775" y="3408363"/>
          <p14:tracePt t="23758" x="2644775" y="3386138"/>
          <p14:tracePt t="23764" x="2644775" y="3368675"/>
          <p14:tracePt t="23771" x="2644775" y="3357563"/>
          <p14:tracePt t="23778" x="2644775" y="3346450"/>
          <p14:tracePt t="23779" x="2644775" y="3340100"/>
          <p14:tracePt t="23785" x="2644775" y="3328988"/>
          <p14:tracePt t="23792" x="2644775" y="3311525"/>
          <p14:tracePt t="23799" x="2644775" y="3295650"/>
          <p14:tracePt t="23806" x="2651125" y="3278188"/>
          <p14:tracePt t="23813" x="2662238" y="3260725"/>
          <p14:tracePt t="23820" x="2667000" y="3249613"/>
          <p14:tracePt t="23827" x="2673350" y="3243263"/>
          <p14:tracePt t="23834" x="2684463" y="3227388"/>
          <p14:tracePt t="23841" x="2701925" y="3221038"/>
          <p14:tracePt t="23848" x="2724150" y="3209925"/>
          <p14:tracePt t="23855" x="2747963" y="3198813"/>
          <p14:tracePt t="23862" x="2770188" y="3192463"/>
          <p14:tracePt t="23869" x="2792413" y="3186113"/>
          <p14:tracePt t="23875" x="2816225" y="3186113"/>
          <p14:tracePt t="23882" x="2844800" y="3181350"/>
          <p14:tracePt t="23889" x="2873375" y="3181350"/>
          <p14:tracePt t="23896" x="2901950" y="3181350"/>
          <p14:tracePt t="23903" x="2928938" y="3192463"/>
          <p14:tracePt t="23910" x="2970213" y="3209925"/>
          <p14:tracePt t="23917" x="3009900" y="3243263"/>
          <p14:tracePt t="23924" x="3049588" y="3271838"/>
          <p14:tracePt t="23931" x="3082925" y="3306763"/>
          <p14:tracePt t="23938" x="3111500" y="3340100"/>
          <p14:tracePt t="23945" x="3146425" y="3375025"/>
          <p14:tracePt t="23952" x="3175000" y="3408363"/>
          <p14:tracePt t="23959" x="3203575" y="3432175"/>
          <p14:tracePt t="23960" x="3208338" y="3443288"/>
          <p14:tracePt t="23966" x="3225800" y="3454400"/>
          <p14:tracePt t="23973" x="3243263" y="3471863"/>
          <p14:tracePt t="23980" x="3260725" y="3482975"/>
          <p14:tracePt t="23986" x="3265488" y="3489325"/>
          <p14:tracePt t="23993" x="3278188" y="3489325"/>
          <p14:tracePt t="24001" x="3282950" y="3489325"/>
          <p14:tracePt t="24007" x="3282950" y="3494088"/>
          <p14:tracePt t="24022" x="3289300" y="3494088"/>
          <p14:tracePt t="24063" x="3294063" y="3494088"/>
          <p14:tracePt t="24067" x="3300413" y="3494088"/>
          <p14:tracePt t="24071" x="3305175" y="3494088"/>
          <p14:tracePt t="24078" x="3311525" y="3494088"/>
          <p14:tracePt t="24084" x="3317875" y="3494088"/>
          <p14:tracePt t="24091" x="3322638" y="3494088"/>
          <p14:tracePt t="24098" x="3328988" y="3489325"/>
          <p14:tracePt t="24105" x="3333750" y="3489325"/>
          <p14:tracePt t="24186" x="3340100" y="3489325"/>
          <p14:tracePt t="24187" x="3340100" y="3482975"/>
          <p14:tracePt t="24190" x="3346450" y="3482975"/>
          <p14:tracePt t="24196" x="3351213" y="3482975"/>
          <p14:tracePt t="24202" x="3357563" y="3482975"/>
          <p14:tracePt t="24209" x="3362325" y="3482975"/>
          <p14:tracePt t="24216" x="3375025" y="3478213"/>
          <p14:tracePt t="24223" x="3390900" y="3478213"/>
          <p14:tracePt t="24230" x="3414713" y="3471863"/>
          <p14:tracePt t="24237" x="3436938" y="3471863"/>
          <p14:tracePt t="24244" x="3465513" y="3465513"/>
          <p14:tracePt t="24250" x="3500438" y="3465513"/>
          <p14:tracePt t="24258" x="3522663" y="3465513"/>
          <p14:tracePt t="24264" x="3556000" y="3465513"/>
          <p14:tracePt t="24272" x="3597275" y="3465513"/>
          <p14:tracePt t="24279" x="3630613" y="3471863"/>
          <p14:tracePt t="24286" x="3676650" y="3471863"/>
          <p14:tracePt t="24292" x="3716338" y="3471863"/>
          <p14:tracePt t="24299" x="3756025" y="3478213"/>
          <p14:tracePt t="24307" x="3795713" y="3478213"/>
          <p14:tracePt t="24313" x="3835400" y="3482975"/>
          <p14:tracePt t="24320" x="3870325" y="3489325"/>
          <p14:tracePt t="24327" x="3910013" y="3494088"/>
          <p14:tracePt t="24334" x="3949700" y="3500438"/>
          <p14:tracePt t="24341" x="3989388" y="3505200"/>
          <p14:tracePt t="24348" x="4029075" y="3511550"/>
          <p14:tracePt t="24356" x="4070350" y="3517900"/>
          <p14:tracePt t="24362" x="4103688" y="3522663"/>
          <p14:tracePt t="24377" x="4206875" y="3533775"/>
          <p14:tracePt t="24382" x="4240213" y="3533775"/>
          <p14:tracePt t="24397" x="4325938" y="3540125"/>
          <p14:tracePt t="24398" x="4343400" y="3546475"/>
          <p14:tracePt t="24403" x="4371975" y="3546475"/>
          <p14:tracePt t="24410" x="4405313" y="3546475"/>
          <p14:tracePt t="24417" x="4446588" y="3551238"/>
          <p14:tracePt t="24424" x="4475163" y="3557588"/>
          <p14:tracePt t="24431" x="4491038" y="3557588"/>
          <p14:tracePt t="24438" x="4497388" y="3557588"/>
          <p14:tracePt t="24445" x="4497388" y="3562350"/>
          <p14:tracePt t="24454" x="4502150" y="3562350"/>
          <p14:tracePt t="24516" x="4502150" y="3568700"/>
          <p14:tracePt t="24528" x="4502150" y="3575050"/>
          <p14:tracePt t="24537" x="4502150" y="3579813"/>
          <p14:tracePt t="24547" x="4502150" y="3586163"/>
          <p14:tracePt t="24553" x="4508500" y="3590925"/>
          <p14:tracePt t="24571" x="4508500" y="3597275"/>
          <p14:tracePt t="24600" x="4508500" y="3603625"/>
          <p14:tracePt t="24610" x="4508500" y="3608388"/>
          <p14:tracePt t="24612" x="4508500" y="3614738"/>
          <p14:tracePt t="24619" x="4502150" y="3619500"/>
          <p14:tracePt t="24620" x="4502150" y="3625850"/>
          <p14:tracePt t="24625" x="4491038" y="3643313"/>
          <p14:tracePt t="24632" x="4479925" y="3665538"/>
          <p14:tracePt t="24639" x="4462463" y="3700463"/>
          <p14:tracePt t="24646" x="4451350" y="3716338"/>
          <p14:tracePt t="24653" x="4446588" y="3722688"/>
          <p14:tracePt t="24780" x="4440238" y="3722688"/>
          <p14:tracePt t="24782" x="4433888" y="3733800"/>
          <p14:tracePt t="24785" x="4429125" y="3733800"/>
          <p14:tracePt t="24792" x="4389438" y="3762375"/>
          <p14:tracePt t="24799" x="4337050" y="3802063"/>
          <p14:tracePt t="24806" x="4264025" y="3841750"/>
          <p14:tracePt t="24813" x="4183063" y="3881438"/>
          <p14:tracePt t="24814" x="4149725" y="3905250"/>
          <p14:tracePt t="24814" x="4143375" y="3905250"/>
          <p14:tracePt t="24820" x="4086225" y="3933825"/>
          <p14:tracePt t="24821" x="4064000" y="3944938"/>
          <p14:tracePt t="24822" x="4046538" y="3951288"/>
          <p14:tracePt t="24827" x="3973513" y="3979863"/>
          <p14:tracePt t="24834" x="3824288" y="4019550"/>
          <p14:tracePt t="24841" x="3705225" y="4041775"/>
          <p14:tracePt t="24842" x="3665538" y="4048125"/>
          <p14:tracePt t="24848" x="3568700" y="4059238"/>
          <p14:tracePt t="24855" x="3386138" y="4081463"/>
          <p14:tracePt t="24862" x="3197225" y="4087813"/>
          <p14:tracePt t="24863" x="3140075" y="4092575"/>
          <p14:tracePt t="24863" x="3117850" y="4092575"/>
          <p14:tracePt t="24864" x="3089275" y="4092575"/>
          <p14:tracePt t="24868" x="2992438" y="4098925"/>
          <p14:tracePt t="24875" x="2809875" y="4105275"/>
          <p14:tracePt t="24883" x="2559050" y="4121150"/>
          <p14:tracePt t="24889" x="2354263" y="4121150"/>
          <p14:tracePt t="24897" x="2149475" y="4127500"/>
          <p14:tracePt t="24904" x="1971675" y="4127500"/>
          <p14:tracePt t="24911" x="1824038" y="4127500"/>
          <p14:tracePt t="24918" x="1676400" y="4127500"/>
          <p14:tracePt t="24924" x="1584325" y="4127500"/>
          <p14:tracePt t="24931" x="1498600" y="4127500"/>
          <p14:tracePt t="24938" x="1447800" y="4132263"/>
          <p14:tracePt t="24945" x="1397000" y="4132263"/>
          <p14:tracePt t="24952" x="1379538" y="4132263"/>
          <p14:tracePt t="25043" x="1379538" y="4127500"/>
          <p14:tracePt t="25046" x="1379538" y="4116388"/>
          <p14:tracePt t="25049" x="1373188" y="4110038"/>
          <p14:tracePt t="25056" x="1368425" y="4081463"/>
          <p14:tracePt t="25063" x="1368425" y="4048125"/>
          <p14:tracePt t="25070" x="1362075" y="4006850"/>
          <p14:tracePt t="25077" x="1362075" y="3973513"/>
          <p14:tracePt t="25078" x="1362075" y="3962400"/>
          <p14:tracePt t="25079" x="1362075" y="3951288"/>
          <p14:tracePt t="25084" x="1357313" y="3933825"/>
          <p14:tracePt t="25091" x="1357313" y="3894138"/>
          <p14:tracePt t="25098" x="1357313" y="3859213"/>
          <p14:tracePt t="25105" x="1357313" y="3825875"/>
          <p14:tracePt t="25105" x="1350963" y="3813175"/>
          <p14:tracePt t="25111" x="1350963" y="3797300"/>
          <p14:tracePt t="25119" x="1344613" y="3762375"/>
          <p14:tracePt t="25125" x="1339850" y="3740150"/>
          <p14:tracePt t="25132" x="1322388" y="3716338"/>
          <p14:tracePt t="25139" x="1304925" y="3694113"/>
          <p14:tracePt t="25146" x="1282700" y="3683000"/>
          <p14:tracePt t="25153" x="1247775" y="3659188"/>
          <p14:tracePt t="25160" x="1219200" y="3648075"/>
          <p14:tracePt t="25167" x="1190625" y="3636963"/>
          <p14:tracePt t="25174" x="1157288" y="3625850"/>
          <p14:tracePt t="25181" x="1117600" y="3614738"/>
          <p14:tracePt t="25188" x="1082675" y="3614738"/>
          <p14:tracePt t="25195" x="1042988" y="3608388"/>
          <p14:tracePt t="25202" x="1009650" y="3608388"/>
          <p14:tracePt t="25203" x="996950" y="3608388"/>
          <p14:tracePt t="25204" x="992188" y="3608388"/>
          <p14:tracePt t="25205" x="985838" y="3608388"/>
          <p14:tracePt t="25205" x="974725" y="3608388"/>
          <p14:tracePt t="25208" x="968375" y="3608388"/>
          <p14:tracePt t="25216" x="906463" y="3608388"/>
          <p14:tracePt t="25222" x="849313" y="3608388"/>
          <p14:tracePt t="25230" x="774700" y="3619500"/>
          <p14:tracePt t="25230" x="763588" y="3625850"/>
          <p14:tracePt t="25231" x="758825" y="3625850"/>
          <p14:tracePt t="25231" x="746125" y="3625850"/>
          <p14:tracePt t="25236" x="706438" y="3630613"/>
          <p14:tracePt t="25243" x="644525" y="3636963"/>
          <p14:tracePt t="25250" x="569913" y="3654425"/>
          <p14:tracePt t="25257" x="519113" y="3665538"/>
          <p14:tracePt t="25264" x="484188" y="3671888"/>
          <p14:tracePt t="25271" x="461963" y="3676650"/>
          <p14:tracePt t="25278" x="444500" y="3676650"/>
          <p14:tracePt t="25285" x="438150" y="3676650"/>
          <p14:tracePt t="26350" x="444500" y="3676650"/>
          <p14:tracePt t="26353" x="450850" y="3676650"/>
          <p14:tracePt t="26355" x="455613" y="3676650"/>
          <p14:tracePt t="26356" x="455613" y="3671888"/>
          <p14:tracePt t="26362" x="490538" y="3659188"/>
          <p14:tracePt t="26370" x="523875" y="3648075"/>
          <p14:tracePt t="26377" x="558800" y="3643313"/>
          <p14:tracePt t="26384" x="592138" y="3630613"/>
          <p14:tracePt t="26390" x="627063" y="3625850"/>
          <p14:tracePt t="26397" x="677863" y="3614738"/>
          <p14:tracePt t="26398" x="688975" y="3608388"/>
          <p14:tracePt t="26398" x="701675" y="3608388"/>
          <p14:tracePt t="26410" x="792163" y="3597275"/>
          <p14:tracePt t="26411" x="814388" y="3597275"/>
          <p14:tracePt t="26412" x="827088" y="3597275"/>
          <p14:tracePt t="26414" x="849313" y="3597275"/>
          <p14:tracePt t="26417" x="871538" y="3590925"/>
          <p14:tracePt t="26424" x="985838" y="3579813"/>
          <p14:tracePt t="26431" x="1089025" y="3579813"/>
          <p14:tracePt t="26438" x="1208088" y="3579813"/>
          <p14:tracePt t="26439" x="1247775" y="3579813"/>
          <p14:tracePt t="26439" x="1265238" y="3579813"/>
          <p14:tracePt t="26445" x="1328738" y="3579813"/>
          <p14:tracePt t="26452" x="1465263" y="3579813"/>
          <p14:tracePt t="26459" x="1641475" y="3579813"/>
          <p14:tracePt t="26466" x="1812925" y="3590925"/>
          <p14:tracePt t="26472" x="1982788" y="3603625"/>
          <p14:tracePt t="26473" x="2006600" y="3603625"/>
          <p14:tracePt t="26474" x="2028825" y="3603625"/>
          <p14:tracePt t="26474" x="2063750" y="3603625"/>
          <p14:tracePt t="26479" x="2189163" y="3619500"/>
          <p14:tracePt t="26486" x="2365375" y="3643313"/>
          <p14:tracePt t="26493" x="2541588" y="3665538"/>
          <p14:tracePt t="26500" x="2747963" y="3694113"/>
          <p14:tracePt t="26507" x="2941638" y="3722688"/>
          <p14:tracePt t="26514" x="3146425" y="3751263"/>
          <p14:tracePt t="26521" x="3305175" y="3768725"/>
          <p14:tracePt t="26528" x="3465513" y="3797300"/>
          <p14:tracePt t="26535" x="3665538" y="3819525"/>
          <p14:tracePt t="26542" x="3835400" y="3836988"/>
          <p14:tracePt t="26549" x="3967163" y="3848100"/>
          <p14:tracePt t="26556" x="4098925" y="3854450"/>
          <p14:tracePt t="26563" x="4229100" y="3859213"/>
          <p14:tracePt t="26570" x="4321175" y="3859213"/>
          <p14:tracePt t="26577" x="4389438" y="3859213"/>
          <p14:tracePt t="26584" x="4429125" y="3859213"/>
          <p14:tracePt t="26585" x="4446588" y="3859213"/>
          <p14:tracePt t="26586" x="4451350" y="3859213"/>
          <p14:tracePt t="26590" x="4457700" y="3854450"/>
          <p14:tracePt t="26597" x="4468813" y="3854450"/>
          <p14:tracePt t="27453" x="4462463" y="3854450"/>
          <p14:tracePt t="27458" x="4457700" y="3854450"/>
          <p14:tracePt t="27460" x="4457700" y="3859213"/>
          <p14:tracePt t="27466" x="4446588" y="3870325"/>
          <p14:tracePt t="27473" x="4422775" y="3881438"/>
          <p14:tracePt t="27487" x="4376738" y="3916363"/>
          <p14:tracePt t="27489" x="4365625" y="3922713"/>
          <p14:tracePt t="27490" x="4354513" y="3927475"/>
          <p14:tracePt t="27491" x="4349750" y="3927475"/>
          <p14:tracePt t="27494" x="4337050" y="3938588"/>
          <p14:tracePt t="27495" x="4332288" y="3938588"/>
          <p14:tracePt t="27500" x="4292600" y="3962400"/>
          <p14:tracePt t="27507" x="4229100" y="3990975"/>
          <p14:tracePt t="27514" x="4189413" y="4006850"/>
          <p14:tracePt t="27521" x="4132263" y="4035425"/>
          <p14:tracePt t="27528" x="4075113" y="4048125"/>
          <p14:tracePt t="27535" x="4013200" y="4070350"/>
          <p14:tracePt t="27542" x="3956050" y="4081463"/>
          <p14:tracePt t="27549" x="3892550" y="4098925"/>
          <p14:tracePt t="27556" x="3824288" y="4121150"/>
          <p14:tracePt t="27563" x="3756025" y="4138613"/>
          <p14:tracePt t="27570" x="3698875" y="4156075"/>
          <p14:tracePt t="27577" x="3659188" y="4167188"/>
          <p14:tracePt t="27584" x="3613150" y="4178300"/>
          <p14:tracePt t="27585" x="3602038" y="4178300"/>
          <p14:tracePt t="27586" x="3597275" y="4184650"/>
          <p14:tracePt t="27590" x="3579813" y="4189413"/>
          <p14:tracePt t="27598" x="3551238" y="4195763"/>
          <p14:tracePt t="27605" x="3533775" y="4195763"/>
          <p14:tracePt t="27612" x="3522663" y="4202113"/>
          <p14:tracePt t="27613" x="3516313" y="4202113"/>
          <p14:tracePt t="27614" x="3516313" y="4206875"/>
          <p14:tracePt t="27618" x="3511550" y="4206875"/>
          <p14:tracePt t="27629" x="3505200" y="4206875"/>
          <p14:tracePt t="27846" x="3505200" y="4202113"/>
          <p14:tracePt t="27847" x="3500438" y="4202113"/>
          <p14:tracePt t="27850" x="3500438" y="4195763"/>
          <p14:tracePt t="27855" x="3487738" y="4189413"/>
          <p14:tracePt t="27861" x="3465513" y="4173538"/>
          <p14:tracePt t="27869" x="3436938" y="4167188"/>
          <p14:tracePt t="27869" x="3436938" y="4160838"/>
          <p14:tracePt t="27870" x="3430588" y="4160838"/>
          <p14:tracePt t="27870" x="3425825" y="4160838"/>
          <p14:tracePt t="27875" x="3414713" y="4156075"/>
          <p14:tracePt t="27882" x="3386138" y="4149725"/>
          <p14:tracePt t="27889" x="3368675" y="4149725"/>
          <p14:tracePt t="27896" x="3351213" y="4149725"/>
          <p14:tracePt t="27903" x="3340100" y="4149725"/>
          <p14:tracePt t="27904" x="3333750" y="4149725"/>
          <p14:tracePt t="27911" x="3328988" y="4149725"/>
          <p14:tracePt t="27919" x="3322638" y="4149725"/>
          <p14:tracePt t="28118" x="3317875" y="4149725"/>
          <p14:tracePt t="28144" x="3311525" y="4149725"/>
          <p14:tracePt t="28230" x="3305175" y="4149725"/>
          <p14:tracePt t="28232" x="3305175" y="4144963"/>
          <p14:tracePt t="28236" x="3294063" y="4144963"/>
          <p14:tracePt t="28243" x="3282950" y="4127500"/>
          <p14:tracePt t="28250" x="3265488" y="4121150"/>
          <p14:tracePt t="28257" x="3260725" y="4121150"/>
          <p14:tracePt t="28264" x="3254375" y="4116388"/>
          <p14:tracePt t="28322" x="3249613" y="4116388"/>
          <p14:tracePt t="28334" x="3243263" y="4116388"/>
          <p14:tracePt t="28343" x="3236913" y="4116388"/>
          <p14:tracePt t="28351" x="3232150" y="4110038"/>
          <p14:tracePt t="28361" x="3225800" y="4110038"/>
          <p14:tracePt t="28366" x="3221038" y="4110038"/>
          <p14:tracePt t="28368" x="3221038" y="4105275"/>
          <p14:tracePt t="28377" x="3214688" y="4105275"/>
          <p14:tracePt t="28384" x="3208338" y="4087813"/>
          <p14:tracePt t="28389" x="3203575" y="4081463"/>
          <p14:tracePt t="28403" x="3192463" y="4059238"/>
          <p14:tracePt t="28404" x="3192463" y="4052888"/>
          <p14:tracePt t="28410" x="3186113" y="4048125"/>
          <p14:tracePt t="28417" x="3175000" y="4035425"/>
          <p14:tracePt t="28424" x="3168650" y="4030663"/>
          <p14:tracePt t="28431" x="3163888" y="4019550"/>
          <p14:tracePt t="28438" x="3152775" y="4006850"/>
          <p14:tracePt t="28445" x="3140075" y="4002088"/>
          <p14:tracePt t="28452" x="3128963" y="3990975"/>
          <p14:tracePt t="28459" x="3117850" y="3984625"/>
          <p14:tracePt t="28466" x="3106738" y="3979863"/>
          <p14:tracePt t="28473" x="3100388" y="3973513"/>
          <p14:tracePt t="28480" x="3095625" y="3967163"/>
          <p14:tracePt t="28481" x="3082925" y="3967163"/>
          <p14:tracePt t="28486" x="3078163" y="3962400"/>
          <p14:tracePt t="28494" x="3071813" y="3956050"/>
          <p14:tracePt t="28500" x="3060700" y="3944938"/>
          <p14:tracePt t="28507" x="3054350" y="3944938"/>
          <p14:tracePt t="28514" x="3049588" y="3938588"/>
          <p14:tracePt t="28521" x="3043238" y="3938588"/>
          <p14:tracePt t="28529" x="3043238" y="3933825"/>
          <p14:tracePt t="28546" x="3038475" y="3933825"/>
          <p14:tracePt t="28558" x="3032125" y="3933825"/>
          <p14:tracePt t="28618" x="3027363" y="3933825"/>
          <p14:tracePt t="28638" x="3021013" y="3933825"/>
          <p14:tracePt t="28794" x="3021013" y="3927475"/>
          <p14:tracePt t="28805" x="3021013" y="3922713"/>
          <p14:tracePt t="28894" x="3027363" y="3922713"/>
          <p14:tracePt t="28899" x="3032125" y="3922713"/>
          <p14:tracePt t="28901" x="3038475" y="3922713"/>
          <p14:tracePt t="28910" x="3043238" y="3916363"/>
          <p14:tracePt t="28911" x="3049588" y="3916363"/>
          <p14:tracePt t="28917" x="3054350" y="3916363"/>
          <p14:tracePt t="28924" x="3071813" y="3910013"/>
          <p14:tracePt t="28931" x="3082925" y="3910013"/>
          <p14:tracePt t="28932" x="3089275" y="3910013"/>
          <p14:tracePt t="28938" x="3095625" y="3910013"/>
          <p14:tracePt t="28945" x="3111500" y="3910013"/>
          <p14:tracePt t="28952" x="3117850" y="3910013"/>
          <p14:tracePt t="28959" x="3135313" y="3905250"/>
          <p14:tracePt t="28966" x="3146425" y="3905250"/>
          <p14:tracePt t="28967" x="3157538" y="3905250"/>
          <p14:tracePt t="28972" x="3168650" y="3905250"/>
          <p14:tracePt t="28980" x="3186113" y="3905250"/>
          <p14:tracePt t="28986" x="3203575" y="3905250"/>
          <p14:tracePt t="28993" x="3214688" y="3905250"/>
          <p14:tracePt t="28994" x="3221038" y="3905250"/>
          <p14:tracePt t="29000" x="3232150" y="3905250"/>
          <p14:tracePt t="29007" x="3236913" y="3905250"/>
          <p14:tracePt t="29014" x="3249613" y="3905250"/>
          <p14:tracePt t="29021" x="3260725" y="3905250"/>
          <p14:tracePt t="29028" x="3265488" y="3905250"/>
          <p14:tracePt t="29035" x="3278188" y="3905250"/>
          <p14:tracePt t="29042" x="3282950" y="3905250"/>
          <p14:tracePt t="29049" x="3294063" y="3905250"/>
          <p14:tracePt t="29056" x="3305175" y="3905250"/>
          <p14:tracePt t="29063" x="3311525" y="3905250"/>
          <p14:tracePt t="29070" x="3322638" y="3905250"/>
          <p14:tracePt t="29077" x="3333750" y="3905250"/>
          <p14:tracePt t="29084" x="3346450" y="3905250"/>
          <p14:tracePt t="29091" x="3357563" y="3905250"/>
          <p14:tracePt t="29098" x="3375025" y="3905250"/>
          <p14:tracePt t="29105" x="3390900" y="3898900"/>
          <p14:tracePt t="29111" x="3397250" y="3898900"/>
          <p14:tracePt t="29118" x="3414713" y="3898900"/>
          <p14:tracePt t="29125" x="3419475" y="3898900"/>
          <p14:tracePt t="29133" x="3425825" y="3898900"/>
          <p14:tracePt t="29140" x="3430588" y="3898900"/>
          <p14:tracePt t="29147" x="3443288" y="3898900"/>
          <p14:tracePt t="29154" x="3454400" y="3898900"/>
          <p14:tracePt t="29160" x="3471863" y="3898900"/>
          <p14:tracePt t="29168" x="3500438" y="3898900"/>
          <p14:tracePt t="29174" x="3533775" y="3905250"/>
          <p14:tracePt t="29181" x="3579813" y="3916363"/>
          <p14:tracePt t="29189" x="3613150" y="3922713"/>
          <p14:tracePt t="29195" x="3659188" y="3927475"/>
          <p14:tracePt t="29202" x="3694113" y="3927475"/>
          <p14:tracePt t="29209" x="3733800" y="3933825"/>
          <p14:tracePt t="29216" x="3756025" y="3938588"/>
          <p14:tracePt t="29230" x="3767138" y="3938588"/>
          <p14:tracePt t="29300" x="3773488" y="3938588"/>
          <p14:tracePt t="29514" x="3778250" y="3938588"/>
          <p14:tracePt t="29519" x="3784600" y="3938588"/>
          <p14:tracePt t="29531" x="3790950" y="3938588"/>
          <p14:tracePt t="29537" x="3795713" y="3938588"/>
          <p14:tracePt t="29541" x="3802063" y="3938588"/>
          <p14:tracePt t="29546" x="3806825" y="3938588"/>
          <p14:tracePt t="29551" x="3813175" y="3938588"/>
          <p14:tracePt t="29556" x="3824288" y="3938588"/>
          <p14:tracePt t="29563" x="3835400" y="3938588"/>
          <p14:tracePt t="29570" x="3852863" y="3938588"/>
          <p14:tracePt t="29571" x="3859213" y="3938588"/>
          <p14:tracePt t="29577" x="3876675" y="3938588"/>
          <p14:tracePt t="29584" x="3881438" y="3938588"/>
          <p14:tracePt t="29585" x="3887788" y="3938588"/>
          <p14:tracePt t="29591" x="3898900" y="3938588"/>
          <p14:tracePt t="29597" x="3903663" y="3938588"/>
          <p14:tracePt t="29605" x="3916363" y="3938588"/>
          <p14:tracePt t="29611" x="3921125" y="3938588"/>
          <p14:tracePt t="29618" x="3927475" y="3938588"/>
          <p14:tracePt t="29689" x="3932238" y="3938588"/>
          <p14:tracePt t="30010" x="3938588" y="3938588"/>
          <p14:tracePt t="30013" x="3944938" y="3938588"/>
          <p14:tracePt t="30064" x="3949700" y="3938588"/>
          <p14:tracePt t="30073" x="3956050" y="3938588"/>
          <p14:tracePt t="30092" x="3960813" y="3938588"/>
          <p14:tracePt t="30126" x="3967163" y="3938588"/>
          <p14:tracePt t="30140" x="3973513" y="3938588"/>
          <p14:tracePt t="30162" x="3978275" y="3938588"/>
          <p14:tracePt t="30991" x="3984625" y="3938588"/>
          <p14:tracePt t="30994" x="3989388" y="3938588"/>
          <p14:tracePt t="31002" x="3989388" y="3933825"/>
          <p14:tracePt t="31011" x="3995738" y="3933825"/>
          <p14:tracePt t="34568" x="3984625" y="3933825"/>
          <p14:tracePt t="34571" x="3973513" y="3933825"/>
          <p14:tracePt t="34577" x="3938588" y="3933825"/>
          <p14:tracePt t="34584" x="3887788" y="3933825"/>
          <p14:tracePt t="34591" x="3824288" y="3933825"/>
          <p14:tracePt t="34598" x="3756025" y="3938588"/>
          <p14:tracePt t="34599" x="3738563" y="3938588"/>
          <p14:tracePt t="34600" x="3733800" y="3938588"/>
          <p14:tracePt t="34605" x="3687763" y="3938588"/>
          <p14:tracePt t="34612" x="3630613" y="3938588"/>
          <p14:tracePt t="34626" x="3443288" y="3944938"/>
          <p14:tracePt t="34626" x="3425825" y="3944938"/>
          <p14:tracePt t="34627" x="3408363" y="3944938"/>
          <p14:tracePt t="34633" x="3362325" y="3944938"/>
          <p14:tracePt t="34633" x="3346450" y="3944938"/>
          <p14:tracePt t="34634" x="3333750" y="3944938"/>
          <p14:tracePt t="34635" x="3322638" y="3944938"/>
          <p14:tracePt t="34640" x="3260725" y="3944938"/>
          <p14:tracePt t="34641" x="3243263" y="3944938"/>
          <p14:tracePt t="34648" x="3168650" y="3944938"/>
          <p14:tracePt t="34648" x="3157538" y="3944938"/>
          <p14:tracePt t="34649" x="3140075" y="3944938"/>
          <p14:tracePt t="34654" x="3100388" y="3944938"/>
          <p14:tracePt t="34654" x="3082925" y="3944938"/>
          <p14:tracePt t="34655" x="3067050" y="3944938"/>
          <p14:tracePt t="34661" x="3027363" y="3944938"/>
          <p14:tracePt t="34668" x="2952750" y="3944938"/>
          <p14:tracePt t="34681" x="2855913" y="3944938"/>
          <p14:tracePt t="34696" x="2787650" y="3938588"/>
          <p14:tracePt t="34696" x="2781300" y="3938588"/>
          <p14:tracePt t="34697" x="2776538" y="3938588"/>
          <p14:tracePt t="34704" x="2770188" y="3938588"/>
          <p14:tracePt t="34823" x="2770188" y="3933825"/>
          <p14:tracePt t="34829" x="2776538" y="3933825"/>
          <p14:tracePt t="34833" x="2781300" y="3933825"/>
          <p14:tracePt t="34841" x="2792413" y="3933825"/>
          <p14:tracePt t="34842" x="2798763" y="3933825"/>
          <p14:tracePt t="34849" x="2827338" y="3927475"/>
          <p14:tracePt t="34855" x="2844800" y="3927475"/>
          <p14:tracePt t="34862" x="2873375" y="3927475"/>
          <p14:tracePt t="34869" x="2895600" y="3927475"/>
          <p14:tracePt t="34875" x="2928938" y="3927475"/>
          <p14:tracePt t="34883" x="2963863" y="3927475"/>
          <p14:tracePt t="34884" x="2970213" y="3933825"/>
          <p14:tracePt t="34885" x="2974975" y="3933825"/>
          <p14:tracePt t="34890" x="2998788" y="3933825"/>
          <p14:tracePt t="34891" x="3003550" y="3938588"/>
          <p14:tracePt t="34897" x="3021013" y="3938588"/>
          <p14:tracePt t="34898" x="3027363" y="3938588"/>
          <p14:tracePt t="34899" x="3032125" y="3938588"/>
          <p14:tracePt t="34904" x="3049588" y="3951288"/>
          <p14:tracePt t="34905" x="3054350" y="3951288"/>
          <p14:tracePt t="34911" x="3078163" y="3951288"/>
          <p14:tracePt t="34912" x="3082925" y="3951288"/>
          <p14:tracePt t="34917" x="3089275" y="3956050"/>
          <p14:tracePt t="34924" x="3111500" y="3956050"/>
          <p14:tracePt t="34931" x="3135313" y="3967163"/>
          <p14:tracePt t="34938" x="3152775" y="3967163"/>
          <p14:tracePt t="34952" x="3179763" y="3973513"/>
          <p14:tracePt t="34959" x="3192463" y="3973513"/>
          <p14:tracePt t="34966" x="3208338" y="3973513"/>
          <p14:tracePt t="34973" x="3214688" y="3973513"/>
          <p14:tracePt t="34980" x="3221038" y="3973513"/>
          <p14:tracePt t="34986" x="3232150" y="3973513"/>
          <p14:tracePt t="34993" x="3243263" y="3973513"/>
          <p14:tracePt t="35000" x="3249613" y="3973513"/>
          <p14:tracePt t="35007" x="3260725" y="3967163"/>
          <p14:tracePt t="35014" x="3265488" y="3962400"/>
          <p14:tracePt t="35021" x="3271838" y="3956050"/>
          <p14:tracePt t="35022" x="3278188" y="3956050"/>
          <p14:tracePt t="35028" x="3282950" y="3956050"/>
          <p14:tracePt t="35035" x="3289300" y="3951288"/>
          <p14:tracePt t="35042" x="3300413" y="3951288"/>
          <p14:tracePt t="35049" x="3305175" y="3944938"/>
          <p14:tracePt t="35056" x="3311525" y="3944938"/>
          <p14:tracePt t="35063" x="3322638" y="3938588"/>
          <p14:tracePt t="35070" x="3333750" y="3938588"/>
          <p14:tracePt t="35077" x="3340100" y="3938588"/>
          <p14:tracePt t="35084" x="3351213" y="3938588"/>
          <p14:tracePt t="35084" x="3357563" y="3938588"/>
          <p14:tracePt t="35091" x="3362325" y="3938588"/>
          <p14:tracePt t="35098" x="3379788" y="3938588"/>
          <p14:tracePt t="35105" x="3397250" y="3938588"/>
          <p14:tracePt t="35105" x="3403600" y="3938588"/>
          <p14:tracePt t="35111" x="3419475" y="3938588"/>
          <p14:tracePt t="35118" x="3436938" y="3938588"/>
          <p14:tracePt t="35125" x="3454400" y="3938588"/>
          <p14:tracePt t="35132" x="3476625" y="3938588"/>
          <p14:tracePt t="35139" x="3494088" y="3938588"/>
          <p14:tracePt t="35146" x="3500438" y="3938588"/>
          <p14:tracePt t="35147" x="3505200" y="3938588"/>
          <p14:tracePt t="35148" x="3511550" y="3938588"/>
          <p14:tracePt t="35153" x="3516313" y="3944938"/>
          <p14:tracePt t="35160" x="3522663" y="3944938"/>
          <p14:tracePt t="35167" x="3533775" y="3944938"/>
          <p14:tracePt t="35174" x="3544888" y="3944938"/>
          <p14:tracePt t="35181" x="3556000" y="3944938"/>
          <p14:tracePt t="35188" x="3562350" y="3951288"/>
          <p14:tracePt t="35195" x="3568700" y="3951288"/>
          <p14:tracePt t="35203" x="3573463" y="3951288"/>
          <p14:tracePt t="35380" x="3579813" y="3951288"/>
          <p14:tracePt t="35990" x="3584575" y="3951288"/>
          <p14:tracePt t="35993" x="3590925" y="3951288"/>
          <p14:tracePt t="35995" x="3597275" y="3951288"/>
          <p14:tracePt t="36000" x="3613150" y="3951288"/>
          <p14:tracePt t="36008" x="3659188" y="3951288"/>
          <p14:tracePt t="36014" x="3687763" y="3951288"/>
          <p14:tracePt t="36021" x="3733800" y="3951288"/>
          <p14:tracePt t="36028" x="3790950" y="3951288"/>
          <p14:tracePt t="36035" x="3835400" y="3951288"/>
          <p14:tracePt t="36042" x="3910013" y="3951288"/>
          <p14:tracePt t="36049" x="3973513" y="3951288"/>
          <p14:tracePt t="36056" x="4024313" y="3951288"/>
          <p14:tracePt t="36063" x="4070350" y="3951288"/>
          <p14:tracePt t="36070" x="4092575" y="3951288"/>
          <p14:tracePt t="36071" x="4098925" y="3956050"/>
          <p14:tracePt t="36072" x="4103688" y="3956050"/>
          <p14:tracePt t="36084" x="4121150" y="3956050"/>
          <p14:tracePt t="36091" x="4125913" y="3956050"/>
          <p14:tracePt t="36439" x="4132263" y="3956050"/>
          <p14:tracePt t="36442" x="4138613" y="3956050"/>
          <p14:tracePt t="36451" x="4143375" y="3956050"/>
          <p14:tracePt t="36457" x="4149725" y="3956050"/>
          <p14:tracePt t="38741" x="4154488" y="3951288"/>
          <p14:tracePt t="38743" x="4154488" y="3944938"/>
          <p14:tracePt t="38750" x="4167188" y="3927475"/>
          <p14:tracePt t="38757" x="4171950" y="3905250"/>
          <p14:tracePt t="38764" x="4183063" y="3881438"/>
          <p14:tracePt t="38771" x="4189413" y="3865563"/>
          <p14:tracePt t="38778" x="4189413" y="3854450"/>
          <p14:tracePt t="38785" x="4195763" y="3848100"/>
          <p14:tracePt t="38792" x="4206875" y="3836988"/>
          <p14:tracePt t="38799" x="4206875" y="3830638"/>
          <p14:tracePt t="39024" x="4211638" y="3830638"/>
          <p14:tracePt t="39030" x="4217988" y="3830638"/>
          <p14:tracePt t="39036" x="4229100" y="3825875"/>
          <p14:tracePt t="39043" x="4246563" y="3825875"/>
          <p14:tracePt t="39049" x="4275138" y="3819525"/>
          <p14:tracePt t="39056" x="4321175" y="3813175"/>
          <p14:tracePt t="39070" x="4462463" y="3813175"/>
          <p14:tracePt t="39071" x="4491038" y="3813175"/>
          <p14:tracePt t="39072" x="4502150" y="3813175"/>
          <p14:tracePt t="39077" x="4565650" y="3819525"/>
          <p14:tracePt t="39078" x="4583113" y="3825875"/>
          <p14:tracePt t="39079" x="4600575" y="3825875"/>
          <p14:tracePt t="39085" x="4724400" y="3836988"/>
          <p14:tracePt t="39085" x="4741863" y="3841750"/>
          <p14:tracePt t="39091" x="4856163" y="3854450"/>
          <p14:tracePt t="39092" x="4906963" y="3865563"/>
          <p14:tracePt t="39099" x="5100638" y="3894138"/>
          <p14:tracePt t="39100" x="5129213" y="3898900"/>
          <p14:tracePt t="39105" x="5221288" y="3910013"/>
          <p14:tracePt t="39106" x="5311775" y="3927475"/>
          <p14:tracePt t="39112" x="5546725" y="3967163"/>
          <p14:tracePt t="39119" x="5780088" y="4013200"/>
          <p14:tracePt t="39119" x="5808663" y="4019550"/>
          <p14:tracePt t="39120" x="5859463" y="4024313"/>
          <p14:tracePt t="39121" x="5899150" y="4030663"/>
          <p14:tracePt t="39126" x="6070600" y="4059238"/>
          <p14:tracePt t="39127" x="6127750" y="4064000"/>
          <p14:tracePt t="39133" x="6315075" y="4092575"/>
          <p14:tracePt t="39134" x="6361113" y="4098925"/>
          <p14:tracePt t="39140" x="6611938" y="4132263"/>
          <p14:tracePt t="39141" x="6651625" y="4132263"/>
          <p14:tracePt t="39142" x="6680200" y="4138613"/>
          <p14:tracePt t="39143" x="6719888" y="4144963"/>
          <p14:tracePt t="39144" x="6743700" y="4144963"/>
          <p14:tracePt t="39148" x="6869113" y="4160838"/>
          <p14:tracePt t="39149" x="6902450" y="4167188"/>
          <p14:tracePt t="39154" x="7021513" y="4178300"/>
          <p14:tracePt t="39155" x="7062788" y="4178300"/>
          <p14:tracePt t="39161" x="7232650" y="4189413"/>
          <p14:tracePt t="39162" x="7256463" y="4189413"/>
          <p14:tracePt t="39163" x="7285038" y="4189413"/>
          <p14:tracePt t="39168" x="7346950" y="4189413"/>
          <p14:tracePt t="39174" x="7472363" y="4189413"/>
          <p14:tracePt t="39181" x="7569200" y="4189413"/>
          <p14:tracePt t="39188" x="7654925" y="4189413"/>
          <p14:tracePt t="39195" x="7734300" y="4178300"/>
          <p14:tracePt t="39196" x="7751763" y="4173538"/>
          <p14:tracePt t="39197" x="7762875" y="4173538"/>
          <p14:tracePt t="39209" x="7815263" y="4156075"/>
          <p14:tracePt t="39210" x="7826375" y="4156075"/>
          <p14:tracePt t="39216" x="7837488" y="4149725"/>
          <p14:tracePt t="39217" x="7837488" y="4144963"/>
          <p14:tracePt t="39227" x="7842250" y="4144963"/>
          <p14:tracePt t="39934" x="7848600" y="4144963"/>
          <p14:tracePt t="39937" x="7854950" y="4144963"/>
          <p14:tracePt t="39939" x="7866063" y="4144963"/>
          <p14:tracePt t="39946" x="7899400" y="4138613"/>
          <p14:tracePt t="39959" x="7980363" y="4127500"/>
          <p14:tracePt t="39960" x="7996238" y="4127500"/>
          <p14:tracePt t="39961" x="8008938" y="4127500"/>
          <p14:tracePt t="39966" x="8031163" y="4127500"/>
          <p14:tracePt t="39967" x="8048625" y="4127500"/>
          <p14:tracePt t="39973" x="8088313" y="4127500"/>
          <p14:tracePt t="39974" x="8105775" y="4127500"/>
          <p14:tracePt t="39980" x="8139113" y="4127500"/>
          <p14:tracePt t="39980" x="8145463" y="4127500"/>
          <p14:tracePt t="39981" x="8156575" y="4127500"/>
          <p14:tracePt t="39982" x="8167688" y="4127500"/>
          <p14:tracePt t="39986" x="8196263" y="4127500"/>
          <p14:tracePt t="39994" x="8247063" y="4132263"/>
          <p14:tracePt t="40000" x="8293100" y="4138613"/>
          <p14:tracePt t="40007" x="8315325" y="4144963"/>
          <p14:tracePt t="40014" x="8339138" y="4149725"/>
          <p14:tracePt t="40021" x="8350250" y="4149725"/>
          <p14:tracePt t="40028" x="8356600" y="4149725"/>
          <p14:tracePt t="40051" x="8361363" y="4149725"/>
          <p14:tracePt t="40060" x="8367713" y="4149725"/>
          <p14:tracePt t="40066" x="8372475" y="4149725"/>
          <p14:tracePt t="40071" x="8378825" y="4149725"/>
          <p14:tracePt t="40077" x="8385175" y="4149725"/>
          <p14:tracePt t="40084" x="8396288" y="4156075"/>
          <p14:tracePt t="40085" x="8401050" y="4160838"/>
          <p14:tracePt t="40091" x="8407400" y="4160838"/>
          <p14:tracePt t="40098" x="8413750" y="4160838"/>
          <p14:tracePt t="40105" x="8424863" y="4173538"/>
          <p14:tracePt t="40111" x="8435975" y="4178300"/>
          <p14:tracePt t="40118" x="8447088" y="4184650"/>
          <p14:tracePt t="40125" x="8458200" y="4195763"/>
          <p14:tracePt t="40132" x="8469313" y="4213225"/>
          <p14:tracePt t="40139" x="8482013" y="4230688"/>
          <p14:tracePt t="40147" x="8497888" y="4241800"/>
          <p14:tracePt t="40147" x="8497888" y="4246563"/>
          <p14:tracePt t="40154" x="8504238" y="4257675"/>
          <p14:tracePt t="40155" x="8510588" y="4264025"/>
          <p14:tracePt t="40161" x="8521700" y="4270375"/>
          <p14:tracePt t="40168" x="8521700" y="4275138"/>
          <p14:tracePt t="40174" x="8526463" y="4275138"/>
          <p14:tracePt t="40181" x="8526463" y="4281488"/>
          <p14:tracePt t="40280" x="8526463" y="4286250"/>
          <p14:tracePt t="40284" x="8526463" y="4292600"/>
          <p14:tracePt t="40287" x="8526463" y="4298950"/>
          <p14:tracePt t="40299" x="8526463" y="4332288"/>
          <p14:tracePt t="40306" x="8526463" y="4360863"/>
          <p14:tracePt t="40313" x="8515350" y="4383088"/>
          <p14:tracePt t="40320" x="8510588" y="4418013"/>
          <p14:tracePt t="40321" x="8497888" y="4429125"/>
          <p14:tracePt t="40327" x="8486775" y="4446588"/>
          <p14:tracePt t="40334" x="8469313" y="4475163"/>
          <p14:tracePt t="40335" x="8464550" y="4492625"/>
          <p14:tracePt t="40341" x="8453438" y="4514850"/>
          <p14:tracePt t="40348" x="8424863" y="4543425"/>
          <p14:tracePt t="40355" x="8401050" y="4565650"/>
          <p14:tracePt t="40362" x="8378825" y="4589463"/>
          <p14:tracePt t="40376" x="8339138" y="4622800"/>
          <p14:tracePt t="40387" x="8310563" y="4646613"/>
          <p14:tracePt t="40388" x="8299450" y="4651375"/>
          <p14:tracePt t="40389" x="8293100" y="4651375"/>
          <p14:tracePt t="40390" x="8293100" y="4657725"/>
          <p14:tracePt t="40394" x="8288338" y="4662488"/>
          <p14:tracePt t="40395" x="8281988" y="4668838"/>
          <p14:tracePt t="40404" x="8264525" y="4675188"/>
          <p14:tracePt t="40410" x="8253413" y="4679950"/>
          <p14:tracePt t="40417" x="8231188" y="4691063"/>
          <p14:tracePt t="40424" x="8213725" y="4697413"/>
          <p14:tracePt t="40431" x="8202613" y="4697413"/>
          <p14:tracePt t="40438" x="8185150" y="4703763"/>
          <p14:tracePt t="40445" x="8167688" y="4703763"/>
          <p14:tracePt t="40452" x="8156575" y="4703763"/>
          <p14:tracePt t="40459" x="8150225" y="4703763"/>
          <p14:tracePt t="40466" x="8139113" y="4703763"/>
          <p14:tracePt t="40475" x="8134350" y="4703763"/>
          <p14:tracePt t="40484" x="8134350" y="4697413"/>
          <p14:tracePt t="40493" x="8134350" y="4691063"/>
          <p14:tracePt t="40496" x="8134350" y="4679950"/>
          <p14:tracePt t="40501" x="8134350" y="4675188"/>
          <p14:tracePt t="40507" x="8121650" y="4646613"/>
          <p14:tracePt t="40514" x="8121650" y="4606925"/>
          <p14:tracePt t="40521" x="8121650" y="4578350"/>
          <p14:tracePt t="40528" x="8116888" y="4532313"/>
          <p14:tracePt t="40535" x="8116888" y="4503738"/>
          <p14:tracePt t="40542" x="8110538" y="4457700"/>
          <p14:tracePt t="40543" x="8105775" y="4446588"/>
          <p14:tracePt t="40544" x="8105775" y="4440238"/>
          <p14:tracePt t="40549" x="8105775" y="4424363"/>
          <p14:tracePt t="40556" x="8105775" y="4389438"/>
          <p14:tracePt t="40557" x="8105775" y="4383088"/>
          <p14:tracePt t="40563" x="8105775" y="4367213"/>
          <p14:tracePt t="40570" x="8110538" y="4338638"/>
          <p14:tracePt t="40571" x="8116888" y="4332288"/>
          <p14:tracePt t="40572" x="8116888" y="4327525"/>
          <p14:tracePt t="40573" x="8121650" y="4327525"/>
          <p14:tracePt t="40577" x="8128000" y="4310063"/>
          <p14:tracePt t="40584" x="8145463" y="4286250"/>
          <p14:tracePt t="40591" x="8167688" y="4257675"/>
          <p14:tracePt t="40598" x="8196263" y="4224338"/>
          <p14:tracePt t="40605" x="8224838" y="4202113"/>
          <p14:tracePt t="40606" x="8242300" y="4184650"/>
          <p14:tracePt t="40607" x="8247063" y="4178300"/>
          <p14:tracePt t="40611" x="8270875" y="4149725"/>
          <p14:tracePt t="40618" x="8321675" y="4121150"/>
          <p14:tracePt t="40625" x="8396288" y="4081463"/>
          <p14:tracePt t="40632" x="8464550" y="4052888"/>
          <p14:tracePt t="40639" x="8539163" y="4030663"/>
          <p14:tracePt t="40646" x="8629650" y="4006850"/>
          <p14:tracePt t="40653" x="8709025" y="3984625"/>
          <p14:tracePt t="40660" x="8788400" y="3962400"/>
          <p14:tracePt t="40667" x="8869363" y="3944938"/>
          <p14:tracePt t="40668" x="8886825" y="3933825"/>
          <p14:tracePt t="40669" x="8902700" y="3933825"/>
          <p14:tracePt t="40674" x="8955088" y="3933825"/>
          <p14:tracePt t="40681" x="9017000" y="3922713"/>
          <p14:tracePt t="40682" x="9034463" y="3922713"/>
          <p14:tracePt t="40683" x="9045575" y="3922713"/>
          <p14:tracePt t="40688" x="9085263" y="3922713"/>
          <p14:tracePt t="40695" x="9142413" y="3922713"/>
          <p14:tracePt t="40696" x="9159875" y="3922713"/>
          <p14:tracePt t="40702" x="9205913" y="3916363"/>
          <p14:tracePt t="40709" x="9245600" y="3916363"/>
          <p14:tracePt t="40710" x="9256713" y="3916363"/>
          <p14:tracePt t="40716" x="9278938" y="3916363"/>
          <p14:tracePt t="40723" x="9296400" y="3922713"/>
          <p14:tracePt t="40723" x="9302750" y="3922713"/>
          <p14:tracePt t="40729" x="9302750" y="3927475"/>
          <p14:tracePt t="40737" x="9307513" y="3933825"/>
          <p14:tracePt t="40754" x="9307513" y="3938588"/>
          <p14:tracePt t="40758" x="9307513" y="3944938"/>
          <p14:tracePt t="40764" x="9307513" y="3956050"/>
          <p14:tracePt t="40766" x="9307513" y="3967163"/>
          <p14:tracePt t="40771" x="9307513" y="3984625"/>
          <p14:tracePt t="40778" x="9307513" y="4013200"/>
          <p14:tracePt t="40785" x="9307513" y="4048125"/>
          <p14:tracePt t="40792" x="9296400" y="4087813"/>
          <p14:tracePt t="40793" x="9296400" y="4098925"/>
          <p14:tracePt t="40799" x="9278938" y="4127500"/>
          <p14:tracePt t="40806" x="9256713" y="4178300"/>
          <p14:tracePt t="40807" x="9245600" y="4195763"/>
          <p14:tracePt t="40808" x="9245600" y="4202113"/>
          <p14:tracePt t="40813" x="9228138" y="4224338"/>
          <p14:tracePt t="40820" x="9177338" y="4281488"/>
          <p14:tracePt t="40827" x="9120188" y="4343400"/>
          <p14:tracePt t="40828" x="9102725" y="4356100"/>
          <p14:tracePt t="40834" x="9056688" y="4389438"/>
          <p14:tracePt t="40841" x="8983663" y="4435475"/>
          <p14:tracePt t="40848" x="8902700" y="4468813"/>
          <p14:tracePt t="40855" x="8805863" y="4503738"/>
          <p14:tracePt t="40862" x="8704263" y="4532313"/>
          <p14:tracePt t="40863" x="8669338" y="4543425"/>
          <p14:tracePt t="40869" x="8601075" y="4554538"/>
          <p14:tracePt t="40870" x="8572500" y="4560888"/>
          <p14:tracePt t="40871" x="8555038" y="4560888"/>
          <p14:tracePt t="40872" x="8543925" y="4565650"/>
          <p14:tracePt t="40873" x="8526463" y="4572000"/>
          <p14:tracePt t="40876" x="8497888" y="4572000"/>
          <p14:tracePt t="40883" x="8396288" y="4589463"/>
          <p14:tracePt t="40890" x="8288338" y="4594225"/>
          <p14:tracePt t="40897" x="8207375" y="4600575"/>
          <p14:tracePt t="40903" x="8145463" y="4600575"/>
          <p14:tracePt t="40910" x="8099425" y="4606925"/>
          <p14:tracePt t="40918" x="8066088" y="4606925"/>
          <p14:tracePt t="40924" x="8048625" y="4606925"/>
          <p14:tracePt t="40931" x="8037513" y="4606925"/>
          <p14:tracePt t="40943" x="8037513" y="4600575"/>
          <p14:tracePt t="40989" x="8037513" y="4594225"/>
          <p14:tracePt t="40992" x="8037513" y="4589463"/>
          <p14:tracePt t="40995" x="8037513" y="4583113"/>
          <p14:tracePt t="41008" x="8037513" y="4537075"/>
          <p14:tracePt t="41009" x="8037513" y="4525963"/>
          <p14:tracePt t="41014" x="8037513" y="4503738"/>
          <p14:tracePt t="41022" x="8042275" y="4475163"/>
          <p14:tracePt t="41023" x="8042275" y="4464050"/>
          <p14:tracePt t="41024" x="8048625" y="4457700"/>
          <p14:tracePt t="41025" x="8048625" y="4452938"/>
          <p14:tracePt t="41026" x="8053388" y="4446588"/>
          <p14:tracePt t="41029" x="8053388" y="4440238"/>
          <p14:tracePt t="41035" x="8059738" y="4411663"/>
          <p14:tracePt t="41042" x="8077200" y="4378325"/>
          <p14:tracePt t="41049" x="8088313" y="4349750"/>
          <p14:tracePt t="41056" x="8105775" y="4321175"/>
          <p14:tracePt t="41063" x="8110538" y="4292600"/>
          <p14:tracePt t="41070" x="8121650" y="4275138"/>
          <p14:tracePt t="41071" x="8121650" y="4270375"/>
          <p14:tracePt t="41077" x="8134350" y="4252913"/>
          <p14:tracePt t="41084" x="8139113" y="4235450"/>
          <p14:tracePt t="41091" x="8145463" y="4217988"/>
          <p14:tracePt t="41098" x="8156575" y="4202113"/>
          <p14:tracePt t="41105" x="8162925" y="4189413"/>
          <p14:tracePt t="41112" x="8167688" y="4173538"/>
          <p14:tracePt t="41119" x="8174038" y="4160838"/>
          <p14:tracePt t="41119" x="8174038" y="4156075"/>
          <p14:tracePt t="41125" x="8178800" y="4149725"/>
          <p14:tracePt t="41133" x="8185150" y="4132263"/>
          <p14:tracePt t="41140" x="8185150" y="4121150"/>
          <p14:tracePt t="41140" x="8185150" y="4116388"/>
          <p14:tracePt t="41141" x="8185150" y="4110038"/>
          <p14:tracePt t="41146" x="8185150" y="4105275"/>
          <p14:tracePt t="41153" x="8185150" y="4092575"/>
          <p14:tracePt t="41160" x="8185150" y="4081463"/>
          <p14:tracePt t="41168" x="8185150" y="4076700"/>
          <p14:tracePt t="41174" x="8185150" y="4070350"/>
          <p14:tracePt t="41181" x="8185150" y="4064000"/>
          <p14:tracePt t="41188" x="8189913" y="4052888"/>
          <p14:tracePt t="41195" x="8189913" y="4041775"/>
          <p14:tracePt t="41196" x="8196263" y="4035425"/>
          <p14:tracePt t="41202" x="8196263" y="4030663"/>
          <p14:tracePt t="41209" x="8202613" y="4013200"/>
          <p14:tracePt t="41216" x="8207375" y="3995738"/>
          <p14:tracePt t="41223" x="8207375" y="3990975"/>
          <p14:tracePt t="41230" x="8207375" y="3979863"/>
          <p14:tracePt t="41231" x="8207375" y="3973513"/>
          <p14:tracePt t="41237" x="8207375" y="3967163"/>
          <p14:tracePt t="41244" x="8207375" y="3956050"/>
          <p14:tracePt t="41250" x="8207375" y="3938588"/>
          <p14:tracePt t="41258" x="8207375" y="3927475"/>
          <p14:tracePt t="41264" x="8207375" y="3922713"/>
          <p14:tracePt t="41271" x="8207375" y="3916363"/>
          <p14:tracePt t="41278" x="8207375" y="3898900"/>
          <p14:tracePt t="41285" x="8207375" y="3881438"/>
          <p14:tracePt t="41292" x="8207375" y="3865563"/>
          <p14:tracePt t="41299" x="8207375" y="3836988"/>
          <p14:tracePt t="41306" x="8207375" y="3813175"/>
          <p14:tracePt t="41313" x="8207375" y="3790950"/>
          <p14:tracePt t="41320" x="8207375" y="3762375"/>
          <p14:tracePt t="41321" x="8207375" y="3756025"/>
          <p14:tracePt t="41327" x="8207375" y="3740150"/>
          <p14:tracePt t="41334" x="8207375" y="3711575"/>
          <p14:tracePt t="41335" x="8207375" y="3700463"/>
          <p14:tracePt t="41341" x="8207375" y="3676650"/>
          <p14:tracePt t="41348" x="8202613" y="3643313"/>
          <p14:tracePt t="41355" x="8202613" y="3608388"/>
          <p14:tracePt t="41362" x="8202613" y="3579813"/>
          <p14:tracePt t="41369" x="8196263" y="3551238"/>
          <p14:tracePt t="41379" x="8185150" y="3511550"/>
          <p14:tracePt t="41382" x="8178800" y="3494088"/>
          <p14:tracePt t="41397" x="8167688" y="3449638"/>
          <p14:tracePt t="41397" x="8162925" y="3436938"/>
          <p14:tracePt t="41404" x="8156575" y="3421063"/>
          <p14:tracePt t="41410" x="8145463" y="3397250"/>
          <p14:tracePt t="41417" x="8139113" y="3379788"/>
          <p14:tracePt t="41424" x="8128000" y="3368675"/>
          <p14:tracePt t="41431" x="8121650" y="3363913"/>
          <p14:tracePt t="41438" x="8121650" y="3357563"/>
          <p14:tracePt t="41445" x="8116888" y="3357563"/>
          <p14:tracePt t="41701" x="8116888" y="3363913"/>
          <p14:tracePt t="41704" x="8116888" y="3368675"/>
          <p14:tracePt t="41709" x="8116888" y="3375025"/>
          <p14:tracePt t="41716" x="8116888" y="3403600"/>
          <p14:tracePt t="41723" x="8116888" y="3432175"/>
          <p14:tracePt t="41730" x="8116888" y="3454400"/>
          <p14:tracePt t="41731" x="8116888" y="3460750"/>
          <p14:tracePt t="41736" x="8116888" y="3471863"/>
          <p14:tracePt t="41744" x="8116888" y="3482975"/>
          <p14:tracePt t="41744" x="8116888" y="3489325"/>
          <p14:tracePt t="41750" x="8116888" y="3494088"/>
          <p14:tracePt t="41758" x="8110538" y="3494088"/>
          <p14:tracePt t="41764" x="8110538" y="3500438"/>
          <p14:tracePt t="41781" x="8110538" y="3505200"/>
          <p14:tracePt t="41787" x="8105775" y="3505200"/>
          <p14:tracePt t="41790" x="8099425" y="3511550"/>
          <p14:tracePt t="41791" x="8099425" y="3517900"/>
          <p14:tracePt t="41796" x="8099425" y="3522663"/>
          <p14:tracePt t="41801" x="8099425" y="3529013"/>
          <p14:tracePt t="41806" x="8093075" y="3529013"/>
          <p14:tracePt t="41813" x="8088313" y="3540125"/>
          <p14:tracePt t="41820" x="8077200" y="3551238"/>
          <p14:tracePt t="41821" x="8077200" y="3557588"/>
          <p14:tracePt t="41827" x="8070850" y="3568700"/>
          <p14:tracePt t="41828" x="8066088" y="3575050"/>
          <p14:tracePt t="41834" x="8053388" y="3590925"/>
          <p14:tracePt t="41841" x="8037513" y="3614738"/>
          <p14:tracePt t="41841" x="8031163" y="3619500"/>
          <p14:tracePt t="41842" x="8024813" y="3625850"/>
          <p14:tracePt t="41847" x="8008938" y="3643313"/>
          <p14:tracePt t="41855" x="7974013" y="3676650"/>
          <p14:tracePt t="41855" x="7967663" y="3683000"/>
          <p14:tracePt t="41856" x="7962900" y="3694113"/>
          <p14:tracePt t="41857" x="7945438" y="3705225"/>
          <p14:tracePt t="41861" x="7923213" y="3729038"/>
          <p14:tracePt t="41869" x="7877175" y="3768725"/>
          <p14:tracePt t="41869" x="7870825" y="3779838"/>
          <p14:tracePt t="41870" x="7866063" y="3784600"/>
          <p14:tracePt t="41871" x="7854950" y="3797300"/>
          <p14:tracePt t="41875" x="7826375" y="3819525"/>
          <p14:tracePt t="41882" x="7769225" y="3876675"/>
          <p14:tracePt t="41889" x="7712075" y="3922713"/>
          <p14:tracePt t="41896" x="7677150" y="3956050"/>
          <p14:tracePt t="41897" x="7666038" y="3962400"/>
          <p14:tracePt t="41898" x="7666038" y="3967163"/>
          <p14:tracePt t="41903" x="7648575" y="3984625"/>
          <p14:tracePt t="41910" x="7608888" y="4006850"/>
          <p14:tracePt t="41917" x="7580313" y="4019550"/>
          <p14:tracePt t="41924" x="7551738" y="4030663"/>
          <p14:tracePt t="41931" x="7529513" y="4035425"/>
          <p14:tracePt t="41938" x="7512050" y="4041775"/>
          <p14:tracePt t="41939" x="7500938" y="4041775"/>
          <p14:tracePt t="41945" x="7483475" y="4041775"/>
          <p14:tracePt t="41952" x="7454900" y="4048125"/>
          <p14:tracePt t="41959" x="7421563" y="4048125"/>
          <p14:tracePt t="41966" x="7375525" y="4048125"/>
          <p14:tracePt t="41967" x="7364413" y="4048125"/>
          <p14:tracePt t="41973" x="7335838" y="4048125"/>
          <p14:tracePt t="41980" x="7278688" y="4035425"/>
          <p14:tracePt t="41980" x="7272338" y="4035425"/>
          <p14:tracePt t="41981" x="7267575" y="4030663"/>
          <p14:tracePt t="41986" x="7216775" y="4006850"/>
          <p14:tracePt t="41994" x="7135813" y="3973513"/>
          <p14:tracePt t="41994" x="7118350" y="3967163"/>
          <p14:tracePt t="41995" x="7096125" y="3962400"/>
          <p14:tracePt t="41996" x="7085013" y="3951288"/>
          <p14:tracePt t="42000" x="7016750" y="3927475"/>
          <p14:tracePt t="42008" x="6873875" y="3859213"/>
          <p14:tracePt t="42014" x="6759575" y="3802063"/>
          <p14:tracePt t="42021" x="6691313" y="3762375"/>
          <p14:tracePt t="42028" x="6611938" y="3705225"/>
          <p14:tracePt t="42029" x="6583363" y="3683000"/>
          <p14:tracePt t="42030" x="6577013" y="3671888"/>
          <p14:tracePt t="42035" x="6537325" y="3643313"/>
          <p14:tracePt t="42042" x="6486525" y="3579813"/>
          <p14:tracePt t="42049" x="6446838" y="3517900"/>
          <p14:tracePt t="42056" x="6423025" y="3460750"/>
          <p14:tracePt t="42063" x="6407150" y="3414713"/>
          <p14:tracePt t="42070" x="6400800" y="3363913"/>
          <p14:tracePt t="42077" x="6400800" y="3324225"/>
          <p14:tracePt t="42084" x="6407150" y="3260725"/>
          <p14:tracePt t="42091" x="6435725" y="3181350"/>
          <p14:tracePt t="42092" x="6446838" y="3152775"/>
          <p14:tracePt t="42093" x="6451600" y="3146425"/>
          <p14:tracePt t="42098" x="6475413" y="3089275"/>
          <p14:tracePt t="42105" x="6537325" y="2970213"/>
          <p14:tracePt t="42112" x="6605588" y="2862263"/>
          <p14:tracePt t="42119" x="6680200" y="2759075"/>
          <p14:tracePt t="42126" x="6759575" y="2662238"/>
          <p14:tracePt t="42133" x="6840538" y="2576513"/>
          <p14:tracePt t="42140" x="6924675" y="2508250"/>
          <p14:tracePt t="42154" x="7085013" y="2393950"/>
          <p14:tracePt t="42160" x="7159625" y="2343150"/>
          <p14:tracePt t="42168" x="7250113" y="2292350"/>
          <p14:tracePt t="42175" x="7313613" y="2257425"/>
          <p14:tracePt t="42181" x="7364413" y="2222500"/>
          <p14:tracePt t="42188" x="7386638" y="2206625"/>
          <p14:tracePt t="42195" x="7410450" y="2195513"/>
          <p14:tracePt t="42203" x="7432675" y="2189163"/>
          <p14:tracePt t="42209" x="7443788" y="2189163"/>
          <p14:tracePt t="42245" x="7450138" y="2189163"/>
          <p14:tracePt t="42249" x="7450138" y="2195513"/>
          <p14:tracePt t="42252" x="7450138" y="2200275"/>
          <p14:tracePt t="42258" x="7454900" y="2217738"/>
          <p14:tracePt t="42264" x="7467600" y="2251075"/>
          <p14:tracePt t="42272" x="7478713" y="2286000"/>
          <p14:tracePt t="42278" x="7494588" y="2320925"/>
          <p14:tracePt t="42285" x="7529513" y="2365375"/>
          <p14:tracePt t="42293" x="7575550" y="2411413"/>
          <p14:tracePt t="42293" x="7591425" y="2422525"/>
          <p14:tracePt t="42299" x="7620000" y="2446338"/>
          <p14:tracePt t="42306" x="7689850" y="2486025"/>
          <p14:tracePt t="42307" x="7712075" y="2497138"/>
          <p14:tracePt t="42308" x="7723188" y="2501900"/>
          <p14:tracePt t="42309" x="7734300" y="2508250"/>
          <p14:tracePt t="42313" x="7769225" y="2525713"/>
          <p14:tracePt t="42320" x="7848600" y="2565400"/>
          <p14:tracePt t="42321" x="7877175" y="2576513"/>
          <p14:tracePt t="42322" x="7888288" y="2582863"/>
          <p14:tracePt t="42327" x="7951788" y="2600325"/>
          <p14:tracePt t="42334" x="8042275" y="2633663"/>
          <p14:tracePt t="42341" x="8139113" y="2662238"/>
          <p14:tracePt t="42342" x="8178800" y="2673350"/>
          <p14:tracePt t="42343" x="8196263" y="2673350"/>
          <p14:tracePt t="42348" x="8253413" y="2684463"/>
          <p14:tracePt t="42355" x="8332788" y="2690813"/>
          <p14:tracePt t="42356" x="8356600" y="2697163"/>
          <p14:tracePt t="42362" x="8413750" y="2701925"/>
          <p14:tracePt t="42372" x="8515350" y="2713038"/>
          <p14:tracePt t="42376" x="8555038" y="2719388"/>
          <p14:tracePt t="42383" x="8629650" y="2719388"/>
          <p14:tracePt t="42397" x="8777288" y="2730500"/>
          <p14:tracePt t="42397" x="8805863" y="2736850"/>
          <p14:tracePt t="42403" x="8886825" y="2736850"/>
          <p14:tracePt t="42411" x="8983663" y="2736850"/>
          <p14:tracePt t="42417" x="9113838" y="2736850"/>
          <p14:tracePt t="42424" x="9217025" y="2741613"/>
          <p14:tracePt t="42425" x="9250363" y="2741613"/>
          <p14:tracePt t="42431" x="9331325" y="2747963"/>
          <p14:tracePt t="42438" x="9432925" y="2759075"/>
          <p14:tracePt t="42445" x="9540875" y="2776538"/>
          <p14:tracePt t="42446" x="9564688" y="2781300"/>
          <p14:tracePt t="42447" x="9582150" y="2781300"/>
          <p14:tracePt t="42452" x="9637713" y="2794000"/>
          <p14:tracePt t="42459" x="9729788" y="2816225"/>
          <p14:tracePt t="42466" x="9832975" y="2833688"/>
          <p14:tracePt t="42467" x="9855200" y="2838450"/>
          <p14:tracePt t="42473" x="9917113" y="2851150"/>
          <p14:tracePt t="42473" x="9923463" y="2855913"/>
          <p14:tracePt t="42474" x="9940925" y="2855913"/>
          <p14:tracePt t="42475" x="9952038" y="2862263"/>
          <p14:tracePt t="42480" x="9985375" y="2867025"/>
          <p14:tracePt t="42480" x="9998075" y="2867025"/>
          <p14:tracePt t="42481" x="10009188" y="2878138"/>
          <p14:tracePt t="42482" x="10031413" y="2878138"/>
          <p14:tracePt t="42486" x="10071100" y="2890838"/>
          <p14:tracePt t="42494" x="10134600" y="2906713"/>
          <p14:tracePt t="42500" x="10185400" y="2919413"/>
          <p14:tracePt t="42508" x="10225088" y="2930525"/>
          <p14:tracePt t="42509" x="10231438" y="2930525"/>
          <p14:tracePt t="42509" x="10236200" y="2930525"/>
          <p14:tracePt t="42510" x="10242550" y="2930525"/>
          <p14:tracePt t="42514" x="10260013" y="2935288"/>
          <p14:tracePt t="42521" x="10277475" y="2941638"/>
          <p14:tracePt t="42528" x="10299700" y="2947988"/>
          <p14:tracePt t="42535" x="10310813" y="2952750"/>
          <p14:tracePt t="42542" x="10334625" y="2963863"/>
          <p14:tracePt t="42549" x="10350500" y="2970213"/>
          <p14:tracePt t="42556" x="10374313" y="2981325"/>
          <p14:tracePt t="42557" x="10374313" y="2987675"/>
          <p14:tracePt t="42563" x="10390188" y="2992438"/>
          <p14:tracePt t="42570" x="10414000" y="3003550"/>
          <p14:tracePt t="42571" x="10418763" y="3009900"/>
          <p14:tracePt t="42577" x="10431463" y="3016250"/>
          <p14:tracePt t="42584" x="10442575" y="3032125"/>
          <p14:tracePt t="42585" x="10453688" y="3038475"/>
          <p14:tracePt t="42591" x="10471150" y="3055938"/>
          <p14:tracePt t="42598" x="10482263" y="3078163"/>
          <p14:tracePt t="42605" x="10504488" y="3106738"/>
          <p14:tracePt t="42605" x="10504488" y="3113088"/>
          <p14:tracePt t="42606" x="10510838" y="3117850"/>
          <p14:tracePt t="42611" x="10521950" y="3141663"/>
          <p14:tracePt t="42619" x="10544175" y="3181350"/>
          <p14:tracePt t="42625" x="10567988" y="3214688"/>
          <p14:tracePt t="42632" x="10583863" y="3260725"/>
          <p14:tracePt t="42633" x="10596563" y="3271838"/>
          <p14:tracePt t="42634" x="10596563" y="3278188"/>
          <p14:tracePt t="42639" x="10612438" y="3311525"/>
          <p14:tracePt t="42646" x="10636250" y="3357563"/>
          <p14:tracePt t="42653" x="10658475" y="3408363"/>
          <p14:tracePt t="42660" x="10675938" y="3454400"/>
          <p14:tracePt t="42667" x="10698163" y="3494088"/>
          <p14:tracePt t="42668" x="10698163" y="3505200"/>
          <p14:tracePt t="42674" x="10709275" y="3529013"/>
          <p14:tracePt t="42681" x="10721975" y="3562350"/>
          <p14:tracePt t="42682" x="10721975" y="3568700"/>
          <p14:tracePt t="42688" x="10733088" y="3586163"/>
          <p14:tracePt t="42689" x="10733088" y="3590925"/>
          <p14:tracePt t="42695" x="10733088" y="3608388"/>
          <p14:tracePt t="42702" x="10737850" y="3625850"/>
          <p14:tracePt t="42709" x="10737850" y="3648075"/>
          <p14:tracePt t="42716" x="10737850" y="3671888"/>
          <p14:tracePt t="42723" x="10737850" y="3694113"/>
          <p14:tracePt t="42730" x="10721975" y="3722688"/>
          <p14:tracePt t="42731" x="10715625" y="3733800"/>
          <p14:tracePt t="42737" x="10704513" y="3762375"/>
          <p14:tracePt t="42744" x="10669588" y="3797300"/>
          <p14:tracePt t="42745" x="10658475" y="3813175"/>
          <p14:tracePt t="42746" x="10641013" y="3830638"/>
          <p14:tracePt t="42750" x="10612438" y="3854450"/>
          <p14:tracePt t="42754" x="10583863" y="3881438"/>
          <p14:tracePt t="42755" x="10567988" y="3894138"/>
          <p14:tracePt t="42756" x="10556875" y="3905250"/>
          <p14:tracePt t="42765" x="10464800" y="3973513"/>
          <p14:tracePt t="42779" x="10288588" y="4064000"/>
          <p14:tracePt t="42786" x="10185400" y="4110038"/>
          <p14:tracePt t="42793" x="10088563" y="4149725"/>
          <p14:tracePt t="42807" x="9866313" y="4217988"/>
          <p14:tracePt t="42814" x="9747250" y="4241800"/>
          <p14:tracePt t="42814" x="9718675" y="4252913"/>
          <p14:tracePt t="42815" x="9707563" y="4257675"/>
          <p14:tracePt t="42820" x="9661525" y="4264025"/>
          <p14:tracePt t="42827" x="9553575" y="4286250"/>
          <p14:tracePt t="42835" x="9456738" y="4303713"/>
          <p14:tracePt t="42841" x="9364663" y="4321175"/>
          <p14:tracePt t="42855" x="9148763" y="4360863"/>
          <p14:tracePt t="42856" x="9137650" y="4360863"/>
          <p14:tracePt t="42857" x="9120188" y="4367213"/>
          <p14:tracePt t="42862" x="9056688" y="4378325"/>
          <p14:tracePt t="42869" x="8926513" y="4395788"/>
          <p14:tracePt t="42870" x="8891588" y="4406900"/>
          <p14:tracePt t="42870" x="8874125" y="4406900"/>
          <p14:tracePt t="42871" x="8858250" y="4406900"/>
          <p14:tracePt t="42875" x="8755063" y="4411663"/>
          <p14:tracePt t="42883" x="8623300" y="4418013"/>
          <p14:tracePt t="42884" x="8526463" y="4424363"/>
          <p14:tracePt t="42889" x="8413750" y="4429125"/>
          <p14:tracePt t="42897" x="8288338" y="4429125"/>
          <p14:tracePt t="42897" x="8235950" y="4429125"/>
          <p14:tracePt t="42903" x="8150225" y="4429125"/>
          <p14:tracePt t="42910" x="7974013" y="4424363"/>
          <p14:tracePt t="42917" x="7831138" y="4400550"/>
          <p14:tracePt t="42924" x="7723188" y="4383088"/>
          <p14:tracePt t="42931" x="7626350" y="4367213"/>
          <p14:tracePt t="42938" x="7546975" y="4343400"/>
          <p14:tracePt t="42945" x="7483475" y="4314825"/>
          <p14:tracePt t="42946" x="7467600" y="4310063"/>
          <p14:tracePt t="42952" x="7432675" y="4286250"/>
          <p14:tracePt t="42959" x="7386638" y="4257675"/>
          <p14:tracePt t="42966" x="7353300" y="4217988"/>
          <p14:tracePt t="42973" x="7324725" y="4184650"/>
          <p14:tracePt t="42980" x="7307263" y="4138613"/>
          <p14:tracePt t="42987" x="7289800" y="4105275"/>
          <p14:tracePt t="42994" x="7278688" y="4064000"/>
          <p14:tracePt t="42994" x="7272338" y="4059238"/>
          <p14:tracePt t="42995" x="7272338" y="4052888"/>
          <p14:tracePt t="42996" x="7267575" y="4048125"/>
          <p14:tracePt t="43000" x="7261225" y="4019550"/>
          <p14:tracePt t="43008" x="7250113" y="3979863"/>
          <p14:tracePt t="43015" x="7227888" y="3927475"/>
          <p14:tracePt t="43022" x="7210425" y="3881438"/>
          <p14:tracePt t="43022" x="7204075" y="3865563"/>
          <p14:tracePt t="43023" x="7204075" y="3854450"/>
          <p14:tracePt t="43028" x="7188200" y="3825875"/>
          <p14:tracePt t="43035" x="7153275" y="3762375"/>
          <p14:tracePt t="43042" x="7135813" y="3711575"/>
          <p14:tracePt t="43049" x="7118350" y="3671888"/>
          <p14:tracePt t="43056" x="7113588" y="3636963"/>
          <p14:tracePt t="43063" x="7107238" y="3608388"/>
          <p14:tracePt t="43070" x="7107238" y="3586163"/>
          <p14:tracePt t="43077" x="7107238" y="3562350"/>
          <p14:tracePt t="43084" x="7118350" y="3540125"/>
          <p14:tracePt t="43085" x="7124700" y="3533775"/>
          <p14:tracePt t="43091" x="7142163" y="3511550"/>
          <p14:tracePt t="43098" x="7175500" y="3478213"/>
          <p14:tracePt t="43105" x="7232650" y="3436938"/>
          <p14:tracePt t="43105" x="7243763" y="3421063"/>
          <p14:tracePt t="43106" x="7250113" y="3421063"/>
          <p14:tracePt t="43111" x="7300913" y="3392488"/>
          <p14:tracePt t="43119" x="7397750" y="3340100"/>
          <p14:tracePt t="43125" x="7494588" y="3306763"/>
          <p14:tracePt t="43132" x="7604125" y="3278188"/>
          <p14:tracePt t="43139" x="7734300" y="3249613"/>
          <p14:tracePt t="43146" x="7848600" y="3238500"/>
          <p14:tracePt t="43147" x="7888288" y="3232150"/>
          <p14:tracePt t="43148" x="7912100" y="3227388"/>
          <p14:tracePt t="43149" x="7927975" y="3227388"/>
          <p14:tracePt t="43153" x="8002588" y="3221038"/>
          <p14:tracePt t="43160" x="8174038" y="3221038"/>
          <p14:tracePt t="43167" x="8378825" y="3221038"/>
          <p14:tracePt t="43168" x="8440738" y="3221038"/>
          <p14:tracePt t="43169" x="8482013" y="3221038"/>
          <p14:tracePt t="43174" x="8594725" y="3232150"/>
          <p14:tracePt t="43181" x="8829675" y="3254375"/>
          <p14:tracePt t="43182" x="8891588" y="3260725"/>
          <p14:tracePt t="43183" x="8926513" y="3267075"/>
          <p14:tracePt t="43188" x="9096375" y="3282950"/>
          <p14:tracePt t="43195" x="9318625" y="3311525"/>
          <p14:tracePt t="43196" x="9393238" y="3324225"/>
          <p14:tracePt t="43197" x="9439275" y="3328988"/>
          <p14:tracePt t="43202" x="9558338" y="3352800"/>
          <p14:tracePt t="43203" x="9621838" y="3363913"/>
          <p14:tracePt t="43204" x="9655175" y="3375025"/>
          <p14:tracePt t="43209" x="9798050" y="3397250"/>
          <p14:tracePt t="43216" x="10002838" y="3443288"/>
          <p14:tracePt t="43217" x="10037763" y="3449638"/>
          <p14:tracePt t="43218" x="10066338" y="3454400"/>
          <p14:tracePt t="43223" x="10145713" y="3478213"/>
          <p14:tracePt t="43230" x="10264775" y="3511550"/>
          <p14:tracePt t="43230" x="10282238" y="3522663"/>
          <p14:tracePt t="43231" x="10293350" y="3522663"/>
          <p14:tracePt t="43232" x="10306050" y="3529013"/>
          <p14:tracePt t="43236" x="10345738" y="3546475"/>
          <p14:tracePt t="43243" x="10390188" y="3562350"/>
          <p14:tracePt t="43250" x="10414000" y="3579813"/>
          <p14:tracePt t="43258" x="10418763" y="3586163"/>
          <p14:tracePt t="43388" x="10418763" y="3590925"/>
          <p14:tracePt t="43392" x="10414000" y="3590925"/>
          <p14:tracePt t="43393" x="10407650" y="3590925"/>
          <p14:tracePt t="43399" x="10396538" y="3590925"/>
          <p14:tracePt t="43404" x="10390188" y="3590925"/>
          <p14:tracePt t="43411" x="10367963" y="3590925"/>
          <p14:tracePt t="43425" x="10310813" y="3597275"/>
          <p14:tracePt t="43432" x="10282238" y="3597275"/>
          <p14:tracePt t="43438" x="10260013" y="3603625"/>
          <p14:tracePt t="43445" x="10236200" y="3603625"/>
          <p14:tracePt t="43446" x="10225088" y="3608388"/>
          <p14:tracePt t="43452" x="10209213" y="3608388"/>
          <p14:tracePt t="43459" x="10191750" y="3614738"/>
          <p14:tracePt t="43460" x="10185400" y="3614738"/>
          <p14:tracePt t="43467" x="10180638" y="3614738"/>
          <p14:tracePt t="43473" x="10167938" y="3619500"/>
          <p14:tracePt t="43480" x="10163175" y="3619500"/>
          <p14:tracePt t="43487" x="10156825" y="3619500"/>
          <p14:tracePt t="43501" x="10156825" y="3625850"/>
          <p14:tracePt t="43626" x="10152063" y="3625850"/>
          <p14:tracePt t="43821" x="10152063" y="3630613"/>
          <p14:tracePt t="43824" x="10152063" y="3636963"/>
          <p14:tracePt t="43827" x="10145713" y="3636963"/>
          <p14:tracePt t="43834" x="10139363" y="3665538"/>
          <p14:tracePt t="43841" x="10123488" y="3700463"/>
          <p14:tracePt t="43848" x="10117138" y="3740150"/>
          <p14:tracePt t="43855" x="10099675" y="3784600"/>
          <p14:tracePt t="43856" x="10094913" y="3797300"/>
          <p14:tracePt t="43857" x="10094913" y="3802063"/>
          <p14:tracePt t="43862" x="10083800" y="3830638"/>
          <p14:tracePt t="43869" x="10055225" y="3898900"/>
          <p14:tracePt t="43875" x="10020300" y="3967163"/>
          <p14:tracePt t="43882" x="9980613" y="4052888"/>
          <p14:tracePt t="43889" x="9917113" y="4167188"/>
          <p14:tracePt t="43896" x="9872663" y="4246563"/>
          <p14:tracePt t="43897" x="9848850" y="4286250"/>
          <p14:tracePt t="43898" x="9837738" y="4303713"/>
          <p14:tracePt t="43899" x="9826625" y="4321175"/>
          <p14:tracePt t="43903" x="9780588" y="4389438"/>
          <p14:tracePt t="43910" x="9694863" y="4537075"/>
          <p14:tracePt t="43917" x="9582150" y="4691063"/>
          <p14:tracePt t="43924" x="9461500" y="4829175"/>
          <p14:tracePt t="43931" x="9347200" y="4959350"/>
          <p14:tracePt t="43932" x="9313863" y="4994275"/>
          <p14:tracePt t="43933" x="9290050" y="5016500"/>
          <p14:tracePt t="43938" x="9239250" y="5067300"/>
          <p14:tracePt t="43945" x="9131300" y="5159375"/>
          <p14:tracePt t="43946" x="9102725" y="5187950"/>
          <p14:tracePt t="43947" x="9096375" y="5199063"/>
          <p14:tracePt t="43952" x="9039225" y="5245100"/>
          <p14:tracePt t="43959" x="8955088" y="5307013"/>
          <p14:tracePt t="43960" x="8920163" y="5324475"/>
          <p14:tracePt t="43961" x="8909050" y="5330825"/>
          <p14:tracePt t="43962" x="8891588" y="5341938"/>
          <p14:tracePt t="43966" x="8834438" y="5375275"/>
          <p14:tracePt t="43973" x="8715375" y="5443538"/>
          <p14:tracePt t="43974" x="8675688" y="5461000"/>
          <p14:tracePt t="43980" x="8601075" y="5495925"/>
          <p14:tracePt t="43987" x="8435975" y="5575300"/>
          <p14:tracePt t="43988" x="8407400" y="5592763"/>
          <p14:tracePt t="43988" x="8389938" y="5597525"/>
          <p14:tracePt t="43989" x="8372475" y="5603875"/>
          <p14:tracePt t="43994" x="8310563" y="5638800"/>
          <p14:tracePt t="44001" x="8134350" y="5707063"/>
          <p14:tracePt t="44008" x="7934325" y="5780088"/>
          <p14:tracePt t="44015" x="7751763" y="5843588"/>
          <p14:tracePt t="44022" x="7597775" y="5876925"/>
          <p14:tracePt t="44029" x="7483475" y="5900738"/>
          <p14:tracePt t="44035" x="7329488" y="5922963"/>
          <p14:tracePt t="44043" x="7204075" y="5929313"/>
          <p14:tracePt t="44050" x="7107238" y="5945188"/>
          <p14:tracePt t="44056" x="7027863" y="5951538"/>
          <p14:tracePt t="44063" x="6981825" y="5957888"/>
          <p14:tracePt t="44070" x="6953250" y="5962650"/>
          <p14:tracePt t="44078" x="6942138" y="5969000"/>
          <p14:tracePt t="44119" x="6948488" y="5969000"/>
          <p14:tracePt t="44128" x="6948488" y="5962650"/>
          <p14:tracePt t="44130" x="6953250" y="5962650"/>
          <p14:tracePt t="44133" x="6953250" y="5957888"/>
          <p14:tracePt t="44140" x="6953250" y="5940425"/>
          <p14:tracePt t="44147" x="6953250" y="5922963"/>
          <p14:tracePt t="44153" x="6953250" y="5894388"/>
          <p14:tracePt t="44160" x="6953250" y="5872163"/>
          <p14:tracePt t="44168" x="6948488" y="5837238"/>
          <p14:tracePt t="44174" x="6942138" y="5797550"/>
          <p14:tracePt t="44181" x="6931025" y="5746750"/>
          <p14:tracePt t="44188" x="6919913" y="5700713"/>
          <p14:tracePt t="44196" x="6913563" y="5661025"/>
          <p14:tracePt t="44197" x="6908800" y="5643563"/>
          <p14:tracePt t="44198" x="6908800" y="5638800"/>
          <p14:tracePt t="44202" x="6908800" y="5626100"/>
          <p14:tracePt t="44209" x="6902450" y="5592763"/>
          <p14:tracePt t="44216" x="6896100" y="5568950"/>
          <p14:tracePt t="44217" x="6896100" y="5557838"/>
          <p14:tracePt t="44218" x="6896100" y="5553075"/>
          <p14:tracePt t="44223" x="6896100" y="5540375"/>
          <p14:tracePt t="44230" x="6896100" y="5513388"/>
          <p14:tracePt t="44237" x="6891338" y="5472113"/>
          <p14:tracePt t="44244" x="6891338" y="5432425"/>
          <p14:tracePt t="44251" x="6880225" y="5392738"/>
          <p14:tracePt t="44258" x="6873875" y="5359400"/>
          <p14:tracePt t="44265" x="6862763" y="5318125"/>
          <p14:tracePt t="44272" x="6851650" y="5284788"/>
          <p14:tracePt t="44278" x="6834188" y="5221288"/>
          <p14:tracePt t="44285" x="6799263" y="5153025"/>
          <p14:tracePt t="44293" x="6754813" y="5080000"/>
          <p14:tracePt t="44293" x="6743700" y="5056188"/>
          <p14:tracePt t="44299" x="6715125" y="5011738"/>
          <p14:tracePt t="44306" x="6651625" y="4926013"/>
          <p14:tracePt t="44313" x="6589713" y="4845050"/>
          <p14:tracePt t="44321" x="6515100" y="4772025"/>
          <p14:tracePt t="44322" x="6503988" y="4748213"/>
          <p14:tracePt t="44322" x="6492875" y="4743450"/>
          <p14:tracePt t="44327" x="6451600" y="4703763"/>
          <p14:tracePt t="44334" x="6394450" y="4651375"/>
          <p14:tracePt t="44341" x="6326188" y="4594225"/>
          <p14:tracePt t="44342" x="6315075" y="4578350"/>
          <p14:tracePt t="44342" x="6303963" y="4572000"/>
          <p14:tracePt t="44343" x="6292850" y="4565650"/>
          <p14:tracePt t="44347" x="6253163" y="4532313"/>
          <p14:tracePt t="44355" x="6189663" y="4492625"/>
          <p14:tracePt t="44361" x="6121400" y="4452938"/>
          <p14:tracePt t="44369" x="6053138" y="4424363"/>
          <p14:tracePt t="44376" x="5978525" y="4395788"/>
          <p14:tracePt t="44384" x="5881688" y="4371975"/>
          <p14:tracePt t="44389" x="5819775" y="4360863"/>
          <p14:tracePt t="44403" x="5654675" y="4343400"/>
          <p14:tracePt t="44404" x="5626100" y="4343400"/>
          <p14:tracePt t="44405" x="5608638" y="4343400"/>
          <p14:tracePt t="44406" x="5597525" y="4343400"/>
          <p14:tracePt t="44410" x="5551488" y="4338638"/>
          <p14:tracePt t="44417" x="5432425" y="4338638"/>
          <p14:tracePt t="44424" x="5300663" y="4338638"/>
          <p14:tracePt t="44425" x="5254625" y="4338638"/>
          <p14:tracePt t="44426" x="5238750" y="4338638"/>
          <p14:tracePt t="44427" x="5214938" y="4338638"/>
          <p14:tracePt t="44431" x="5157788" y="4338638"/>
          <p14:tracePt t="44438" x="5016500" y="4338638"/>
          <p14:tracePt t="44445" x="4833938" y="4356100"/>
          <p14:tracePt t="44452" x="4651375" y="4383088"/>
          <p14:tracePt t="44453" x="4611688" y="4389438"/>
          <p14:tracePt t="44459" x="4475163" y="4424363"/>
          <p14:tracePt t="44466" x="4297363" y="4475163"/>
          <p14:tracePt t="44467" x="4224338" y="4503738"/>
          <p14:tracePt t="44468" x="4195763" y="4508500"/>
          <p14:tracePt t="44473" x="4075113" y="4549775"/>
          <p14:tracePt t="44480" x="3863975" y="4640263"/>
          <p14:tracePt t="44480" x="3830638" y="4651375"/>
          <p14:tracePt t="44481" x="3802063" y="4668838"/>
          <p14:tracePt t="44486" x="3556000" y="4783138"/>
          <p14:tracePt t="44493" x="3225800" y="4926013"/>
          <p14:tracePt t="44500" x="2901950" y="5062538"/>
          <p14:tracePt t="44507" x="2565400" y="5187950"/>
          <p14:tracePt t="44514" x="2228850" y="5302250"/>
          <p14:tracePt t="44521" x="1949450" y="5399088"/>
          <p14:tracePt t="44528" x="1630363" y="5513388"/>
          <p14:tracePt t="44535" x="1401763" y="5610225"/>
          <p14:tracePt t="44542" x="1231900" y="5694363"/>
          <p14:tracePt t="44549" x="1089025" y="5791200"/>
          <p14:tracePt t="44556" x="1009650" y="5872163"/>
          <p14:tracePt t="44563" x="974725" y="5929313"/>
          <p14:tracePt t="44570" x="963613" y="5980113"/>
          <p14:tracePt t="44571" x="963613" y="5991225"/>
          <p14:tracePt t="44572" x="963613" y="5997575"/>
          <p14:tracePt t="44573" x="963613" y="6002338"/>
          <p14:tracePt t="44577" x="963613" y="6019800"/>
          <p14:tracePt t="44584" x="963613" y="6048375"/>
          <p14:tracePt t="44585" x="963613" y="6054725"/>
          <p14:tracePt t="44591" x="974725" y="6076950"/>
          <p14:tracePt t="44592" x="981075" y="6083300"/>
          <p14:tracePt t="44592" x="981075" y="6088063"/>
          <p14:tracePt t="44593" x="981075" y="6094413"/>
          <p14:tracePt t="44598" x="992188" y="6105525"/>
          <p14:tracePt t="44605" x="1014413" y="6140450"/>
          <p14:tracePt t="44606" x="1020763" y="6156325"/>
          <p14:tracePt t="44607" x="1020763" y="6162675"/>
          <p14:tracePt t="44612" x="1036638" y="6184900"/>
          <p14:tracePt t="44619" x="1060450" y="6248400"/>
          <p14:tracePt t="44626" x="1082675" y="6310313"/>
          <p14:tracePt t="44633" x="1106488" y="6384925"/>
          <p14:tracePt t="44639" x="1122363" y="6453188"/>
          <p14:tracePt t="44647" x="1135063" y="6516688"/>
          <p14:tracePt t="44653" x="1157288" y="6584950"/>
          <p14:tracePt t="44661" x="1179513" y="6646863"/>
          <p14:tracePt t="44668" x="1208088" y="6704013"/>
          <p14:tracePt t="44675" x="1243013" y="6750050"/>
          <p14:tracePt t="44682" x="1258888" y="6778625"/>
          <p14:tracePt t="44688" x="1293813" y="6807200"/>
          <p14:tracePt t="44696" x="1328738" y="6829425"/>
          <p14:tracePt t="44697" x="1339850" y="6835775"/>
          <p14:tracePt t="44698" x="1344613" y="6840538"/>
          <p14:tracePt t="44698" x="1350963" y="6840538"/>
          <p14:tracePt t="44702" x="1362075" y="6846888"/>
          <p14:tracePt t="44746" x="1555750" y="6846888"/>
          <p14:tracePt t="44751" x="1579563" y="6829425"/>
          <p14:tracePt t="44758" x="1630363" y="6800850"/>
          <p14:tracePt t="44764" x="1681163" y="6754813"/>
          <p14:tracePt t="44772" x="1733550" y="6715125"/>
          <p14:tracePt t="44778" x="1801813" y="6657975"/>
          <p14:tracePt t="44786" x="1885950" y="6589713"/>
          <p14:tracePt t="44793" x="1989138" y="6516688"/>
          <p14:tracePt t="44799" x="2108200" y="6424613"/>
          <p14:tracePt t="44806" x="2268538" y="6316663"/>
          <p14:tracePt t="44813" x="2444750" y="6208713"/>
          <p14:tracePt t="44820" x="2662238" y="6088063"/>
          <p14:tracePt t="44821" x="2730500" y="6054725"/>
          <p14:tracePt t="44822" x="2763838" y="6037263"/>
          <p14:tracePt t="44823" x="2838450" y="6008688"/>
          <p14:tracePt t="44827" x="2952750" y="5945188"/>
          <p14:tracePt t="44834" x="3208338" y="5819775"/>
          <p14:tracePt t="44841" x="3540125" y="5665788"/>
          <p14:tracePt t="44842" x="3630613" y="5626100"/>
          <p14:tracePt t="44843" x="3670300" y="5603875"/>
          <p14:tracePt t="44848" x="3848100" y="5524500"/>
          <p14:tracePt t="44855" x="4217988" y="5341938"/>
          <p14:tracePt t="44862" x="4530725" y="5187950"/>
          <p14:tracePt t="44869" x="4895850" y="4994275"/>
          <p14:tracePt t="44870" x="4987925" y="4937125"/>
          <p14:tracePt t="44871" x="5003800" y="4937125"/>
          <p14:tracePt t="44875" x="5203825" y="4829175"/>
          <p14:tracePt t="44883" x="5546725" y="4635500"/>
          <p14:tracePt t="44884" x="5597525" y="4600575"/>
          <p14:tracePt t="44885" x="5643563" y="4578350"/>
          <p14:tracePt t="44886" x="5705475" y="4532313"/>
          <p14:tracePt t="44887" x="5751513" y="4508500"/>
          <p14:tracePt t="44897" x="6081713" y="4292600"/>
          <p14:tracePt t="44903" x="6354763" y="4098925"/>
          <p14:tracePt t="44910" x="6611938" y="3922713"/>
          <p14:tracePt t="44918" x="6845300" y="3744913"/>
          <p14:tracePt t="44924" x="7062788" y="3562350"/>
          <p14:tracePt t="44931" x="7221538" y="3414713"/>
          <p14:tracePt t="44938" x="7353300" y="3271838"/>
          <p14:tracePt t="44945" x="7450138" y="3146425"/>
          <p14:tracePt t="44952" x="7535863" y="3038475"/>
          <p14:tracePt t="44959" x="7575550" y="2963863"/>
          <p14:tracePt t="44966" x="7608888" y="2873375"/>
          <p14:tracePt t="44973" x="7626350" y="2816225"/>
          <p14:tracePt t="44980" x="7626350" y="2781300"/>
          <p14:tracePt t="44981" x="7626350" y="2770188"/>
          <p14:tracePt t="44986" x="7626350" y="2759075"/>
          <p14:tracePt t="44994" x="7626350" y="2736850"/>
          <p14:tracePt t="45000" x="7615238" y="2725738"/>
          <p14:tracePt t="45007" x="7597775" y="2708275"/>
          <p14:tracePt t="45014" x="7575550" y="2684463"/>
          <p14:tracePt t="45021" x="7535863" y="2662238"/>
          <p14:tracePt t="45028" x="7461250" y="2611438"/>
          <p14:tracePt t="45035" x="7369175" y="2543175"/>
          <p14:tracePt t="45042" x="7210425" y="2433638"/>
          <p14:tracePt t="45043" x="7164388" y="2393950"/>
          <p14:tracePt t="45044" x="7142163" y="2382838"/>
          <p14:tracePt t="45049" x="7034213" y="2297113"/>
          <p14:tracePt t="45056" x="6811963" y="2120900"/>
          <p14:tracePt t="45057" x="6754813" y="2074863"/>
          <p14:tracePt t="45058" x="6715125" y="2041525"/>
          <p14:tracePt t="45063" x="6532563" y="1887538"/>
          <p14:tracePt t="45070" x="6189663" y="1612900"/>
          <p14:tracePt t="45071" x="6103938" y="1539875"/>
          <p14:tracePt t="45072" x="6064250" y="1504950"/>
          <p14:tracePt t="45077" x="5870575" y="1339850"/>
          <p14:tracePt t="45084" x="5522913" y="1049338"/>
          <p14:tracePt t="45085" x="5448300" y="985838"/>
          <p14:tracePt t="45086" x="5414963" y="952500"/>
          <p14:tracePt t="45091" x="5249863" y="815975"/>
          <p14:tracePt t="45098" x="5073650" y="649288"/>
          <p14:tracePt t="45098" x="5045075" y="633413"/>
          <p14:tracePt t="45099" x="5027613" y="609600"/>
          <p14:tracePt t="45100" x="5003800" y="587375"/>
          <p14:tracePt t="45105" x="4902200" y="484188"/>
          <p14:tracePt t="45106" x="4895850" y="479425"/>
          <p14:tracePt t="45106" x="4878388" y="461963"/>
          <p14:tracePt t="45107" x="4862513" y="444500"/>
          <p14:tracePt t="45112" x="4822825" y="393700"/>
          <p14:tracePt t="45118" x="4770438" y="325438"/>
          <p14:tracePt t="45125" x="4748213" y="285750"/>
          <p14:tracePt t="45133" x="4741863" y="268288"/>
          <p14:tracePt t="45133" x="4741863" y="261938"/>
          <p14:tracePt t="45139" x="4737100" y="257175"/>
          <p14:tracePt t="45146" x="4737100" y="233363"/>
          <p14:tracePt t="45153" x="4737100" y="188913"/>
          <p14:tracePt t="45160" x="4737100" y="131763"/>
          <p14:tracePt t="45167" x="4759325" y="39688"/>
          <p14:tracePt t="45168" x="4765675" y="11113"/>
          <p14:tracePt t="45169" x="4770438" y="0"/>
        </p14:tracePtLst>
      </p14:laserTrace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966B8903-2D0B-8DE4-1FCF-DBB2D7354669}"/>
                  </a:ext>
                </a:extLst>
              </p14:cNvPr>
              <p14:cNvContentPartPr/>
              <p14:nvPr/>
            </p14:nvContentPartPr>
            <p14:xfrm>
              <a:off x="1752570" y="1479220"/>
              <a:ext cx="360" cy="360"/>
            </p14:xfrm>
          </p:contentPart>
        </mc:Choice>
        <mc:Fallback xmlns=""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966B8903-2D0B-8DE4-1FCF-DBB2D735466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43570" y="1470580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Imagem 2">
            <a:extLst>
              <a:ext uri="{FF2B5EF4-FFF2-40B4-BE49-F238E27FC236}">
                <a16:creationId xmlns:a16="http://schemas.microsoft.com/office/drawing/2014/main" id="{F74E2651-B33C-D991-BEA3-DF5E34A3DE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" y="1816468"/>
            <a:ext cx="4759244" cy="3625481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0C154FB1-8115-F8D3-190E-B3CDD2EEE0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3401" y="1816468"/>
            <a:ext cx="4759244" cy="3625481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Modelo 3D 4" descr="Carinha Feliz">
                <a:extLst>
                  <a:ext uri="{FF2B5EF4-FFF2-40B4-BE49-F238E27FC236}">
                    <a16:creationId xmlns:a16="http://schemas.microsoft.com/office/drawing/2014/main" id="{8B66E6B7-AB72-5F67-D265-417124C9E30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4596609"/>
                  </p:ext>
                </p:extLst>
              </p:nvPr>
            </p:nvGraphicFramePr>
            <p:xfrm>
              <a:off x="190500" y="196201"/>
              <a:ext cx="1437377" cy="1451823"/>
            </p:xfrm>
            <a:graphic>
              <a:graphicData uri="http://schemas.microsoft.com/office/drawing/2017/model3d">
                <am3d:model3d r:embed="rId8">
                  <am3d:spPr>
                    <a:xfrm>
                      <a:off x="0" y="0"/>
                      <a:ext cx="1437377" cy="1451823"/>
                    </a:xfrm>
                    <a:prstGeom prst="rect">
                      <a:avLst/>
                    </a:prstGeom>
                  </am3d:spPr>
                  <am3d:camera>
                    <am3d:pos x="0" y="0" z="8115446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1035753" d="1000000"/>
                    <am3d:preTrans dx="285" dy="0" dz="997314"/>
                    <am3d:scale>
                      <am3d:sx n="1000000" d="1000000"/>
                      <am3d:sy n="1000000" d="1000000"/>
                      <am3d:sz n="1000000" d="1000000"/>
                    </am3d:scale>
                    <am3d:rot ax="1093852" ay="1245028" az="399363"/>
                    <am3d:postTrans dx="0" dy="0" dz="0"/>
                  </am3d:trans>
                  <am3d:raster rName="Office3DRenderer" rVer="16.0.8326">
                    <am3d:blip r:embed="rId9"/>
                  </am3d:raster>
                  <am3d:objViewport viewportSz="252082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Modelo 3D 4" descr="Carinha Feliz">
                <a:extLst>
                  <a:ext uri="{FF2B5EF4-FFF2-40B4-BE49-F238E27FC236}">
                    <a16:creationId xmlns:a16="http://schemas.microsoft.com/office/drawing/2014/main" id="{8B66E6B7-AB72-5F67-D265-417124C9E30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0500" y="196201"/>
                <a:ext cx="1437377" cy="1451823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Áudio 8">
            <a:hlinkClick r:id="" action="ppaction://media"/>
            <a:extLst>
              <a:ext uri="{FF2B5EF4-FFF2-40B4-BE49-F238E27FC236}">
                <a16:creationId xmlns:a16="http://schemas.microsoft.com/office/drawing/2014/main" id="{429525C1-60F2-4C11-D8AC-09897A48B02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0775316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7168"/>
    </mc:Choice>
    <mc:Fallback>
      <p:transition spd="slow" advTm="471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393" x="5167313" y="6529388"/>
          <p14:tracePt t="563" x="6218238" y="6840538"/>
          <p14:tracePt t="564" x="6253163" y="6823075"/>
          <p14:tracePt t="566" x="6310313" y="6807200"/>
          <p14:tracePt t="573" x="6532563" y="6715125"/>
          <p14:tracePt t="580" x="6816725" y="6584950"/>
          <p14:tracePt t="587" x="7038975" y="6459538"/>
          <p14:tracePt t="594" x="7227888" y="6327775"/>
          <p14:tracePt t="601" x="7386638" y="6180138"/>
          <p14:tracePt t="608" x="7546975" y="6008688"/>
          <p14:tracePt t="615" x="7694613" y="5797550"/>
          <p14:tracePt t="621" x="7797800" y="5621338"/>
          <p14:tracePt t="628" x="7899400" y="5427663"/>
          <p14:tracePt t="636" x="8013700" y="5192713"/>
          <p14:tracePt t="643" x="8099425" y="4999038"/>
          <p14:tracePt t="644" x="8128000" y="4948238"/>
          <p14:tracePt t="645" x="8139113" y="4930775"/>
          <p14:tracePt t="646" x="8145463" y="4913313"/>
          <p14:tracePt t="647" x="8156575" y="4897438"/>
          <p14:tracePt t="648" x="8174038" y="4868863"/>
          <p14:tracePt t="648" x="8178800" y="4845050"/>
          <p14:tracePt t="651" x="8207375" y="4794250"/>
          <p14:tracePt t="656" x="8264525" y="4691063"/>
          <p14:tracePt t="663" x="8361363" y="4537075"/>
          <p14:tracePt t="670" x="8435975" y="4429125"/>
          <p14:tracePt t="677" x="8515350" y="4338638"/>
          <p14:tracePt t="684" x="8561388" y="4275138"/>
          <p14:tracePt t="691" x="8623300" y="4213225"/>
          <p14:tracePt t="698" x="8658225" y="4178300"/>
          <p14:tracePt t="705" x="8675688" y="4167188"/>
          <p14:tracePt t="711" x="8691563" y="4160838"/>
          <p14:tracePt t="719" x="8697913" y="4160838"/>
          <p14:tracePt t="733" x="8697913" y="4156075"/>
          <p14:tracePt t="744" x="8697913" y="4149725"/>
          <p14:tracePt t="749" x="8691563" y="4144963"/>
          <p14:tracePt t="753" x="8691563" y="4138613"/>
          <p14:tracePt t="754" x="8686800" y="4138613"/>
          <p14:tracePt t="755" x="8680450" y="4138613"/>
          <p14:tracePt t="760" x="8675688" y="4121150"/>
          <p14:tracePt t="767" x="8664575" y="4105275"/>
          <p14:tracePt t="774" x="8651875" y="4087813"/>
          <p14:tracePt t="781" x="8647113" y="4076700"/>
          <p14:tracePt t="788" x="8629650" y="4070350"/>
          <p14:tracePt t="795" x="8623300" y="4070350"/>
          <p14:tracePt t="802" x="8618538" y="4070350"/>
          <p14:tracePt t="809" x="8607425" y="4070350"/>
          <p14:tracePt t="816" x="8601075" y="4070350"/>
          <p14:tracePt t="823" x="8594725" y="4070350"/>
          <p14:tracePt t="830" x="8589963" y="4076700"/>
          <p14:tracePt t="830" x="8583613" y="4081463"/>
          <p14:tracePt t="836" x="8578850" y="4092575"/>
          <p14:tracePt t="844" x="8561388" y="4110038"/>
          <p14:tracePt t="844" x="8561388" y="4116388"/>
          <p14:tracePt t="850" x="8555038" y="4132263"/>
          <p14:tracePt t="857" x="8539163" y="4160838"/>
          <p14:tracePt t="864" x="8515350" y="4189413"/>
          <p14:tracePt t="871" x="8493125" y="4224338"/>
          <p14:tracePt t="878" x="8464550" y="4264025"/>
          <p14:tracePt t="885" x="8435975" y="4310063"/>
          <p14:tracePt t="892" x="8396288" y="4356100"/>
          <p14:tracePt t="899" x="8356600" y="4400550"/>
          <p14:tracePt t="906" x="8299450" y="4468813"/>
          <p14:tracePt t="913" x="8270875" y="4508500"/>
          <p14:tracePt t="920" x="8231188" y="4565650"/>
          <p14:tracePt t="927" x="8196263" y="4611688"/>
          <p14:tracePt t="934" x="8167688" y="4657725"/>
          <p14:tracePt t="935" x="8156575" y="4668838"/>
          <p14:tracePt t="936" x="8156575" y="4675188"/>
          <p14:tracePt t="941" x="8139113" y="4697413"/>
          <p14:tracePt t="948" x="8121650" y="4732338"/>
          <p14:tracePt t="955" x="8099425" y="4760913"/>
          <p14:tracePt t="962" x="8088313" y="4783138"/>
          <p14:tracePt t="969" x="8077200" y="4800600"/>
          <p14:tracePt t="976" x="8066088" y="4805363"/>
          <p14:tracePt t="983" x="8048625" y="4822825"/>
          <p14:tracePt t="989" x="8024813" y="4829175"/>
          <p14:tracePt t="997" x="8002588" y="4840288"/>
          <p14:tracePt t="1004" x="7967663" y="4851400"/>
          <p14:tracePt t="1010" x="7912100" y="4868863"/>
          <p14:tracePt t="1018" x="7826375" y="4886325"/>
          <p14:tracePt t="1025" x="7734300" y="4897438"/>
          <p14:tracePt t="1032" x="7620000" y="4913313"/>
          <p14:tracePt t="1038" x="7494588" y="4926013"/>
          <p14:tracePt t="1046" x="7381875" y="4937125"/>
          <p14:tracePt t="1052" x="7243763" y="4937125"/>
          <p14:tracePt t="1059" x="7135813" y="4926013"/>
          <p14:tracePt t="1060" x="7102475" y="4913313"/>
          <p14:tracePt t="1061" x="7091363" y="4913313"/>
          <p14:tracePt t="1062" x="7078663" y="4908550"/>
          <p14:tracePt t="1066" x="7034213" y="4891088"/>
          <p14:tracePt t="1073" x="6937375" y="4840288"/>
          <p14:tracePt t="1080" x="6873875" y="4787900"/>
          <p14:tracePt t="1087" x="6805613" y="4714875"/>
          <p14:tracePt t="1094" x="6748463" y="4629150"/>
          <p14:tracePt t="1101" x="6702425" y="4543425"/>
          <p14:tracePt t="1108" x="6640513" y="4411663"/>
          <p14:tracePt t="1109" x="6629400" y="4378325"/>
          <p14:tracePt t="1109" x="6618288" y="4360863"/>
          <p14:tracePt t="1114" x="6589713" y="4298950"/>
          <p14:tracePt t="1122" x="6537325" y="4173538"/>
          <p14:tracePt t="1122" x="6519863" y="4132263"/>
          <p14:tracePt t="1123" x="6515100" y="4116388"/>
          <p14:tracePt t="1124" x="6508750" y="4098925"/>
          <p14:tracePt t="1128" x="6486525" y="4041775"/>
          <p14:tracePt t="1135" x="6440488" y="3905250"/>
          <p14:tracePt t="1142" x="6394450" y="3762375"/>
          <p14:tracePt t="1149" x="6350000" y="3630613"/>
          <p14:tracePt t="1156" x="6315075" y="3511550"/>
          <p14:tracePt t="1157" x="6310313" y="3494088"/>
          <p14:tracePt t="1157" x="6310313" y="3478213"/>
          <p14:tracePt t="1158" x="6303963" y="3465513"/>
          <p14:tracePt t="1163" x="6292850" y="3408363"/>
          <p14:tracePt t="1170" x="6286500" y="3335338"/>
          <p14:tracePt t="1177" x="6281738" y="3278188"/>
          <p14:tracePt t="1184" x="6281738" y="3221038"/>
          <p14:tracePt t="1185" x="6281738" y="3203575"/>
          <p14:tracePt t="1191" x="6292850" y="3175000"/>
          <p14:tracePt t="1198" x="6315075" y="3141663"/>
          <p14:tracePt t="1205" x="6343650" y="3101975"/>
          <p14:tracePt t="1212" x="6378575" y="3060700"/>
          <p14:tracePt t="1219" x="6435725" y="3016250"/>
          <p14:tracePt t="1226" x="6503988" y="2981325"/>
          <p14:tracePt t="1233" x="6583363" y="2947988"/>
          <p14:tracePt t="1240" x="6680200" y="2913063"/>
          <p14:tracePt t="1247" x="6777038" y="2890838"/>
          <p14:tracePt t="1253" x="6896100" y="2873375"/>
          <p14:tracePt t="1260" x="6992938" y="2855913"/>
          <p14:tracePt t="1268" x="7091363" y="2844800"/>
          <p14:tracePt t="1269" x="7113588" y="2844800"/>
          <p14:tracePt t="1270" x="7118350" y="2838450"/>
          <p14:tracePt t="1270" x="7135813" y="2838450"/>
          <p14:tracePt t="1271" x="7146925" y="2838450"/>
          <p14:tracePt t="1274" x="7170738" y="2838450"/>
          <p14:tracePt t="1281" x="7239000" y="2838450"/>
          <p14:tracePt t="1288" x="7307263" y="2838450"/>
          <p14:tracePt t="1296" x="7375525" y="2838450"/>
          <p14:tracePt t="1302" x="7439025" y="2851150"/>
          <p14:tracePt t="1309" x="7512050" y="2862263"/>
          <p14:tracePt t="1316" x="7597775" y="2890838"/>
          <p14:tracePt t="1317" x="7637463" y="2895600"/>
          <p14:tracePt t="1318" x="7654925" y="2901950"/>
          <p14:tracePt t="1320" x="7672388" y="2913063"/>
          <p14:tracePt t="1320" x="7689850" y="2913063"/>
          <p14:tracePt t="1321" x="7700963" y="2919413"/>
          <p14:tracePt t="1324" x="7716838" y="2924175"/>
          <p14:tracePt t="1324" x="7758113" y="2935288"/>
          <p14:tracePt t="1329" x="7826375" y="2959100"/>
          <p14:tracePt t="1337" x="7940675" y="2998788"/>
          <p14:tracePt t="1344" x="8066088" y="3044825"/>
          <p14:tracePt t="1344" x="8105775" y="3060700"/>
          <p14:tracePt t="1345" x="8128000" y="3073400"/>
          <p14:tracePt t="1346" x="8145463" y="3078163"/>
          <p14:tracePt t="1350" x="8202613" y="3101975"/>
          <p14:tracePt t="1357" x="8310563" y="3146425"/>
          <p14:tracePt t="1364" x="8418513" y="3198813"/>
          <p14:tracePt t="1371" x="8515350" y="3249613"/>
          <p14:tracePt t="1372" x="8543925" y="3267075"/>
          <p14:tracePt t="1378" x="8607425" y="3311525"/>
          <p14:tracePt t="1385" x="8675688" y="3363913"/>
          <p14:tracePt t="1392" x="8720138" y="3421063"/>
          <p14:tracePt t="1400" x="8761413" y="3471863"/>
          <p14:tracePt t="1406" x="8772525" y="3511550"/>
          <p14:tracePt t="1420" x="8794750" y="3625850"/>
          <p14:tracePt t="1421" x="8794750" y="3636963"/>
          <p14:tracePt t="1427" x="8801100" y="3687763"/>
          <p14:tracePt t="1434" x="8812213" y="3773488"/>
          <p14:tracePt t="1435" x="8812213" y="3797300"/>
          <p14:tracePt t="1441" x="8816975" y="3854450"/>
          <p14:tracePt t="1447" x="8829675" y="3944938"/>
          <p14:tracePt t="1455" x="8834438" y="4030663"/>
          <p14:tracePt t="1461" x="8845550" y="4116388"/>
          <p14:tracePt t="1469" x="8858250" y="4189413"/>
          <p14:tracePt t="1469" x="8863013" y="4217988"/>
          <p14:tracePt t="1470" x="8863013" y="4230688"/>
          <p14:tracePt t="1471" x="8863013" y="4246563"/>
          <p14:tracePt t="1475" x="8863013" y="4275138"/>
          <p14:tracePt t="1482" x="8880475" y="4367213"/>
          <p14:tracePt t="1489" x="8880475" y="4457700"/>
          <p14:tracePt t="1496" x="8886825" y="4537075"/>
          <p14:tracePt t="1497" x="8886825" y="4549775"/>
          <p14:tracePt t="1497" x="8886825" y="4560888"/>
          <p14:tracePt t="1498" x="8886825" y="4565650"/>
          <p14:tracePt t="1503" x="8891588" y="4606925"/>
          <p14:tracePt t="1510" x="8891588" y="4675188"/>
          <p14:tracePt t="1517" x="8886825" y="4725988"/>
          <p14:tracePt t="1524" x="8886825" y="4787900"/>
          <p14:tracePt t="1531" x="8874125" y="4833938"/>
          <p14:tracePt t="1538" x="8869363" y="4868863"/>
          <p14:tracePt t="1545" x="8858250" y="4897438"/>
          <p14:tracePt t="1552" x="8840788" y="4926013"/>
          <p14:tracePt t="1559" x="8829675" y="4954588"/>
          <p14:tracePt t="1566" x="8812213" y="4976813"/>
          <p14:tracePt t="1573" x="8788400" y="5005388"/>
          <p14:tracePt t="1580" x="8761413" y="5033963"/>
          <p14:tracePt t="1587" x="8737600" y="5062538"/>
          <p14:tracePt t="1594" x="8715375" y="5080000"/>
          <p14:tracePt t="1601" x="8686800" y="5108575"/>
          <p14:tracePt t="1608" x="8658225" y="5130800"/>
          <p14:tracePt t="1615" x="8629650" y="5153025"/>
          <p14:tracePt t="1622" x="8589963" y="5181600"/>
          <p14:tracePt t="1629" x="8543925" y="5210175"/>
          <p14:tracePt t="1635" x="8497888" y="5245100"/>
          <p14:tracePt t="1642" x="8440738" y="5278438"/>
          <p14:tracePt t="1649" x="8378825" y="5313363"/>
          <p14:tracePt t="1656" x="8315325" y="5335588"/>
          <p14:tracePt t="1664" x="8242300" y="5359400"/>
          <p14:tracePt t="1672" x="8150225" y="5387975"/>
          <p14:tracePt t="1673" x="8116888" y="5392738"/>
          <p14:tracePt t="1674" x="8105775" y="5392738"/>
          <p14:tracePt t="1675" x="8088313" y="5399088"/>
          <p14:tracePt t="1676" x="8077200" y="5399088"/>
          <p14:tracePt t="1679" x="8037513" y="5403850"/>
          <p14:tracePt t="1679" x="8024813" y="5410200"/>
          <p14:tracePt t="1680" x="8013700" y="5410200"/>
          <p14:tracePt t="1684" x="7991475" y="5414963"/>
          <p14:tracePt t="1692" x="7899400" y="5427663"/>
          <p14:tracePt t="1698" x="7815263" y="5438775"/>
          <p14:tracePt t="1705" x="7729538" y="5438775"/>
          <p14:tracePt t="1712" x="7654925" y="5443538"/>
          <p14:tracePt t="1719" x="7580313" y="5443538"/>
          <p14:tracePt t="1725" x="7523163" y="5438775"/>
          <p14:tracePt t="1733" x="7467600" y="5427663"/>
          <p14:tracePt t="1740" x="7432675" y="5414963"/>
          <p14:tracePt t="1747" x="7397750" y="5403850"/>
          <p14:tracePt t="1754" x="7375525" y="5387975"/>
          <p14:tracePt t="1760" x="7353300" y="5370513"/>
          <p14:tracePt t="1768" x="7335838" y="5346700"/>
          <p14:tracePt t="1774" x="7324725" y="5330825"/>
          <p14:tracePt t="1781" x="7313613" y="5307013"/>
          <p14:tracePt t="1788" x="7300913" y="5278438"/>
          <p14:tracePt t="1795" x="7285038" y="5238750"/>
          <p14:tracePt t="1796" x="7278688" y="5233988"/>
          <p14:tracePt t="1802" x="7267575" y="5199063"/>
          <p14:tracePt t="1809" x="7239000" y="5148263"/>
          <p14:tracePt t="1810" x="7227888" y="5130800"/>
          <p14:tracePt t="1816" x="7204075" y="5080000"/>
          <p14:tracePt t="1823" x="7159625" y="5005388"/>
          <p14:tracePt t="1830" x="7118350" y="4930775"/>
          <p14:tracePt t="1837" x="7062788" y="4845050"/>
          <p14:tracePt t="1844" x="6992938" y="4725988"/>
          <p14:tracePt t="1851" x="6931025" y="4635500"/>
          <p14:tracePt t="1858" x="6873875" y="4543425"/>
          <p14:tracePt t="1865" x="6811963" y="4440238"/>
          <p14:tracePt t="1872" x="6765925" y="4367213"/>
          <p14:tracePt t="1878" x="6737350" y="4303713"/>
          <p14:tracePt t="1885" x="6719888" y="4252913"/>
          <p14:tracePt t="1892" x="6708775" y="4202113"/>
          <p14:tracePt t="1893" x="6708775" y="4184650"/>
          <p14:tracePt t="1899" x="6708775" y="4149725"/>
          <p14:tracePt t="1906" x="6708775" y="4098925"/>
          <p14:tracePt t="1907" x="6708775" y="4092575"/>
          <p14:tracePt t="1908" x="6708775" y="4081463"/>
          <p14:tracePt t="1908" x="6715125" y="4076700"/>
          <p14:tracePt t="1913" x="6719888" y="4052888"/>
          <p14:tracePt t="1920" x="6731000" y="3995738"/>
          <p14:tracePt t="1921" x="6737350" y="3990975"/>
          <p14:tracePt t="1921" x="6737350" y="3979863"/>
          <p14:tracePt t="1922" x="6737350" y="3973513"/>
          <p14:tracePt t="1927" x="6748463" y="3951288"/>
          <p14:tracePt t="1934" x="6765925" y="3894138"/>
          <p14:tracePt t="1941" x="6783388" y="3841750"/>
          <p14:tracePt t="1948" x="6811963" y="3779838"/>
          <p14:tracePt t="1955" x="6845300" y="3716338"/>
          <p14:tracePt t="1962" x="6880225" y="3676650"/>
          <p14:tracePt t="1969" x="6924675" y="3636963"/>
          <p14:tracePt t="1970" x="6942138" y="3625850"/>
          <p14:tracePt t="1976" x="6981825" y="3590925"/>
          <p14:tracePt t="1982" x="7038975" y="3557588"/>
          <p14:tracePt t="1989" x="7096125" y="3517900"/>
          <p14:tracePt t="1990" x="7113588" y="3505200"/>
          <p14:tracePt t="1996" x="7153275" y="3489325"/>
          <p14:tracePt t="2003" x="7199313" y="3460750"/>
          <p14:tracePt t="2004" x="7204075" y="3454400"/>
          <p14:tracePt t="2004" x="7210425" y="3454400"/>
          <p14:tracePt t="2005" x="7210425" y="3449638"/>
          <p14:tracePt t="2010" x="7239000" y="3436938"/>
          <p14:tracePt t="2017" x="7278688" y="3421063"/>
          <p14:tracePt t="2024" x="7313613" y="3408363"/>
          <p14:tracePt t="2025" x="7324725" y="3408363"/>
          <p14:tracePt t="2025" x="7324725" y="3403600"/>
          <p14:tracePt t="2031" x="7353300" y="3397250"/>
          <p14:tracePt t="2038" x="7375525" y="3386138"/>
          <p14:tracePt t="2045" x="7392988" y="3386138"/>
          <p14:tracePt t="2052" x="7404100" y="3379788"/>
          <p14:tracePt t="2059" x="7415213" y="3375025"/>
          <p14:tracePt t="2066" x="7426325" y="3375025"/>
          <p14:tracePt t="2073" x="7439025" y="3375025"/>
          <p14:tracePt t="2080" x="7450138" y="3368675"/>
          <p14:tracePt t="2087" x="7467600" y="3368675"/>
          <p14:tracePt t="2094" x="7478713" y="3368675"/>
          <p14:tracePt t="2094" x="7483475" y="3368675"/>
          <p14:tracePt t="2100" x="7489825" y="3363913"/>
          <p14:tracePt t="2107" x="7500938" y="3363913"/>
          <p14:tracePt t="2114" x="7507288" y="3363913"/>
          <p14:tracePt t="2617" x="7512050" y="3363913"/>
          <p14:tracePt t="2620" x="7518400" y="3363913"/>
          <p14:tracePt t="2622" x="7518400" y="3357563"/>
          <p14:tracePt t="2628" x="7535863" y="3346450"/>
          <p14:tracePt t="2635" x="7558088" y="3328988"/>
          <p14:tracePt t="2636" x="7564438" y="3328988"/>
          <p14:tracePt t="2642" x="7591425" y="3311525"/>
          <p14:tracePt t="2649" x="7626350" y="3300413"/>
          <p14:tracePt t="2656" x="7672388" y="3282950"/>
          <p14:tracePt t="2657" x="7677150" y="3282950"/>
          <p14:tracePt t="2658" x="7689850" y="3278188"/>
          <p14:tracePt t="2658" x="7694613" y="3278188"/>
          <p14:tracePt t="2663" x="7723188" y="3271838"/>
          <p14:tracePt t="2670" x="7773988" y="3260725"/>
          <p14:tracePt t="2671" x="7786688" y="3254375"/>
          <p14:tracePt t="2671" x="7791450" y="3254375"/>
          <p14:tracePt t="2677" x="7826375" y="3249613"/>
          <p14:tracePt t="2684" x="7899400" y="3238500"/>
          <p14:tracePt t="2691" x="7962900" y="3232150"/>
          <p14:tracePt t="2698" x="8053388" y="3227388"/>
          <p14:tracePt t="2705" x="8139113" y="3227388"/>
          <p14:tracePt t="2712" x="8224838" y="3227388"/>
          <p14:tracePt t="2719" x="8304213" y="3227388"/>
          <p14:tracePt t="2719" x="8328025" y="3227388"/>
          <p14:tracePt t="2720" x="8339138" y="3227388"/>
          <p14:tracePt t="2725" x="8385175" y="3227388"/>
          <p14:tracePt t="2733" x="8464550" y="3238500"/>
          <p14:tracePt t="2733" x="8486775" y="3243263"/>
          <p14:tracePt t="2734" x="8497888" y="3243263"/>
          <p14:tracePt t="2739" x="8561388" y="3249613"/>
          <p14:tracePt t="2746" x="8636000" y="3260725"/>
          <p14:tracePt t="2753" x="8720138" y="3278188"/>
          <p14:tracePt t="2754" x="8732838" y="3278188"/>
          <p14:tracePt t="2755" x="8743950" y="3282950"/>
          <p14:tracePt t="2755" x="8761413" y="3282950"/>
          <p14:tracePt t="2760" x="8805863" y="3295650"/>
          <p14:tracePt t="2767" x="8897938" y="3317875"/>
          <p14:tracePt t="2768" x="8913813" y="3317875"/>
          <p14:tracePt t="2769" x="8926513" y="3324225"/>
          <p14:tracePt t="2774" x="9005888" y="3346450"/>
          <p14:tracePt t="2781" x="9124950" y="3379788"/>
          <p14:tracePt t="2782" x="9142413" y="3386138"/>
          <p14:tracePt t="2782" x="9153525" y="3392488"/>
          <p14:tracePt t="2783" x="9170988" y="3397250"/>
          <p14:tracePt t="2788" x="9228138" y="3421063"/>
          <p14:tracePt t="2795" x="9331325" y="3460750"/>
          <p14:tracePt t="2796" x="9342438" y="3465513"/>
          <p14:tracePt t="2796" x="9359900" y="3471863"/>
          <p14:tracePt t="2802" x="9415463" y="3494088"/>
          <p14:tracePt t="2809" x="9512300" y="3546475"/>
          <p14:tracePt t="2810" x="9536113" y="3557588"/>
          <p14:tracePt t="2810" x="9547225" y="3562350"/>
          <p14:tracePt t="2811" x="9558338" y="3575050"/>
          <p14:tracePt t="2816" x="9582150" y="3586163"/>
          <p14:tracePt t="2823" x="9644063" y="3643313"/>
          <p14:tracePt t="2830" x="9707563" y="3711575"/>
          <p14:tracePt t="2837" x="9736138" y="3756025"/>
          <p14:tracePt t="2844" x="9763125" y="3819525"/>
          <p14:tracePt t="2844" x="9769475" y="3836988"/>
          <p14:tracePt t="2845" x="9769475" y="3841750"/>
          <p14:tracePt t="2850" x="9775825" y="3870325"/>
          <p14:tracePt t="2858" x="9786938" y="3916363"/>
          <p14:tracePt t="2858" x="9786938" y="3933825"/>
          <p14:tracePt t="2864" x="9786938" y="3967163"/>
          <p14:tracePt t="2865" x="9786938" y="3973513"/>
          <p14:tracePt t="2866" x="9786938" y="3984625"/>
          <p14:tracePt t="2866" x="9786938" y="3995738"/>
          <p14:tracePt t="2872" x="9786938" y="4024313"/>
          <p14:tracePt t="2879" x="9780588" y="4076700"/>
          <p14:tracePt t="2885" x="9758363" y="4132263"/>
          <p14:tracePt t="2892" x="9740900" y="4189413"/>
          <p14:tracePt t="2893" x="9736138" y="4206875"/>
          <p14:tracePt t="2894" x="9729788" y="4217988"/>
          <p14:tracePt t="2899" x="9707563" y="4264025"/>
          <p14:tracePt t="2906" x="9683750" y="4327525"/>
          <p14:tracePt t="2913" x="9644063" y="4418013"/>
          <p14:tracePt t="2920" x="9610725" y="4492625"/>
          <p14:tracePt t="2921" x="9604375" y="4514850"/>
          <p14:tracePt t="2922" x="9593263" y="4525963"/>
          <p14:tracePt t="2922" x="9586913" y="4532313"/>
          <p14:tracePt t="2927" x="9575800" y="4572000"/>
          <p14:tracePt t="2935" x="9518650" y="4675188"/>
          <p14:tracePt t="2942" x="9467850" y="4776788"/>
          <p14:tracePt t="2948" x="9415463" y="4857750"/>
          <p14:tracePt t="2955" x="9347200" y="4959350"/>
          <p14:tracePt t="2962" x="9285288" y="5051425"/>
          <p14:tracePt t="2969" x="9228138" y="5130800"/>
          <p14:tracePt t="2977" x="9170988" y="5192713"/>
          <p14:tracePt t="2978" x="9148763" y="5216525"/>
          <p14:tracePt t="2983" x="9109075" y="5249863"/>
          <p14:tracePt t="2990" x="9056688" y="5295900"/>
          <p14:tracePt t="2997" x="8999538" y="5335588"/>
          <p14:tracePt t="2997" x="8988425" y="5341938"/>
          <p14:tracePt t="2998" x="8983663" y="5346700"/>
          <p14:tracePt t="3003" x="8948738" y="5364163"/>
          <p14:tracePt t="3011" x="8891588" y="5387975"/>
          <p14:tracePt t="3018" x="8829675" y="5414963"/>
          <p14:tracePt t="3025" x="8755063" y="5438775"/>
          <p14:tracePt t="3032" x="8669338" y="5461000"/>
          <p14:tracePt t="3032" x="8651875" y="5467350"/>
          <p14:tracePt t="3033" x="8636000" y="5472113"/>
          <p14:tracePt t="3038" x="8583613" y="5484813"/>
          <p14:tracePt t="3045" x="8510588" y="5500688"/>
          <p14:tracePt t="3046" x="8486775" y="5500688"/>
          <p14:tracePt t="3047" x="8469313" y="5500688"/>
          <p14:tracePt t="3047" x="8464550" y="5507038"/>
          <p14:tracePt t="3052" x="8424863" y="5513388"/>
          <p14:tracePt t="3059" x="8356600" y="5518150"/>
          <p14:tracePt t="3066" x="8259763" y="5535613"/>
          <p14:tracePt t="3067" x="8231188" y="5535613"/>
          <p14:tracePt t="3068" x="8218488" y="5535613"/>
          <p14:tracePt t="3068" x="8207375" y="5540375"/>
          <p14:tracePt t="3073" x="8162925" y="5546725"/>
          <p14:tracePt t="3080" x="8066088" y="5557838"/>
          <p14:tracePt t="3081" x="8048625" y="5557838"/>
          <p14:tracePt t="3081" x="8031163" y="5557838"/>
          <p14:tracePt t="3087" x="7940675" y="5568950"/>
          <p14:tracePt t="3094" x="7815263" y="5575300"/>
          <p14:tracePt t="3095" x="7780338" y="5575300"/>
          <p14:tracePt t="3095" x="7758113" y="5581650"/>
          <p14:tracePt t="3101" x="7661275" y="5592763"/>
          <p14:tracePt t="3108" x="7529513" y="5603875"/>
          <p14:tracePt t="3115" x="7392988" y="5621338"/>
          <p14:tracePt t="3122" x="7267575" y="5621338"/>
          <p14:tracePt t="3129" x="7153275" y="5614988"/>
          <p14:tracePt t="3136" x="7062788" y="5592763"/>
          <p14:tracePt t="3142" x="6992938" y="5557838"/>
          <p14:tracePt t="3150" x="6919913" y="5500688"/>
          <p14:tracePt t="3156" x="6862763" y="5438775"/>
          <p14:tracePt t="3157" x="6845300" y="5421313"/>
          <p14:tracePt t="3163" x="6799263" y="5359400"/>
          <p14:tracePt t="3170" x="6737350" y="5267325"/>
          <p14:tracePt t="3177" x="6686550" y="5192713"/>
          <p14:tracePt t="3178" x="6669088" y="5164138"/>
          <p14:tracePt t="3179" x="6645275" y="5137150"/>
          <p14:tracePt t="3184" x="6618288" y="5095875"/>
          <p14:tracePt t="3191" x="6565900" y="5005388"/>
          <p14:tracePt t="3198" x="6526213" y="4930775"/>
          <p14:tracePt t="3205" x="6503988" y="4873625"/>
          <p14:tracePt t="3212" x="6486525" y="4816475"/>
          <p14:tracePt t="3219" x="6480175" y="4765675"/>
          <p14:tracePt t="3220" x="6480175" y="4748213"/>
          <p14:tracePt t="3221" x="6480175" y="4737100"/>
          <p14:tracePt t="3226" x="6480175" y="4708525"/>
          <p14:tracePt t="3233" x="6486525" y="4657725"/>
          <p14:tracePt t="3234" x="6492875" y="4646613"/>
          <p14:tracePt t="3235" x="6492875" y="4629150"/>
          <p14:tracePt t="3236" x="6497638" y="4622800"/>
          <p14:tracePt t="3240" x="6508750" y="4589463"/>
          <p14:tracePt t="3247" x="6543675" y="4514850"/>
          <p14:tracePt t="3247" x="6554788" y="4486275"/>
          <p14:tracePt t="3248" x="6561138" y="4475163"/>
          <p14:tracePt t="3254" x="6594475" y="4411663"/>
          <p14:tracePt t="3254" x="6611938" y="4389438"/>
          <p14:tracePt t="3255" x="6611938" y="4371975"/>
          <p14:tracePt t="3260" x="6645275" y="4321175"/>
          <p14:tracePt t="3267" x="6702425" y="4230688"/>
          <p14:tracePt t="3274" x="6765925" y="4149725"/>
          <p14:tracePt t="3281" x="6816725" y="4076700"/>
          <p14:tracePt t="3282" x="6827838" y="4070350"/>
          <p14:tracePt t="3283" x="6834188" y="4059238"/>
          <p14:tracePt t="3283" x="6840538" y="4052888"/>
          <p14:tracePt t="3288" x="6869113" y="4019550"/>
          <p14:tracePt t="3295" x="6913563" y="3967163"/>
          <p14:tracePt t="3302" x="6937375" y="3933825"/>
          <p14:tracePt t="3309" x="6965950" y="3905250"/>
          <p14:tracePt t="3310" x="6970713" y="3894138"/>
          <p14:tracePt t="3310" x="6977063" y="3894138"/>
          <p14:tracePt t="3316" x="6981825" y="3881438"/>
          <p14:tracePt t="3323" x="6999288" y="3870325"/>
          <p14:tracePt t="3330" x="7010400" y="3859213"/>
          <p14:tracePt t="3337" x="7021513" y="3854450"/>
          <p14:tracePt t="3344" x="7034213" y="3854450"/>
          <p14:tracePt t="3350" x="7045325" y="3848100"/>
          <p14:tracePt t="3358" x="7056438" y="3848100"/>
          <p14:tracePt t="3359" x="7067550" y="3848100"/>
          <p14:tracePt t="3359" x="7067550" y="3841750"/>
          <p14:tracePt t="3364" x="7078663" y="3841750"/>
          <p14:tracePt t="3371" x="7091363" y="3841750"/>
          <p14:tracePt t="3372" x="7096125" y="3841750"/>
          <p14:tracePt t="3378" x="7107238" y="3841750"/>
          <p14:tracePt t="3385" x="7131050" y="3841750"/>
          <p14:tracePt t="3392" x="7153275" y="3841750"/>
          <p14:tracePt t="3399" x="7181850" y="3848100"/>
          <p14:tracePt t="3406" x="7204075" y="3854450"/>
          <p14:tracePt t="3414" x="7232650" y="3859213"/>
          <p14:tracePt t="3420" x="7243763" y="3865563"/>
          <p14:tracePt t="3434" x="7261225" y="3870325"/>
          <p14:tracePt t="3441" x="7267575" y="3870325"/>
          <p14:tracePt t="3811" x="7261225" y="3870325"/>
          <p14:tracePt t="3814" x="7256463" y="3865563"/>
          <p14:tracePt t="3816" x="7250113" y="3859213"/>
          <p14:tracePt t="3823" x="7227888" y="3848100"/>
          <p14:tracePt t="3830" x="7204075" y="3830638"/>
          <p14:tracePt t="3837" x="7175500" y="3813175"/>
          <p14:tracePt t="3844" x="7142163" y="3802063"/>
          <p14:tracePt t="3845" x="7135813" y="3797300"/>
          <p14:tracePt t="3845" x="7124700" y="3797300"/>
          <p14:tracePt t="3846" x="7124700" y="3790950"/>
          <p14:tracePt t="3851" x="7102475" y="3784600"/>
          <p14:tracePt t="3858" x="7073900" y="3773488"/>
          <p14:tracePt t="3864" x="7034213" y="3756025"/>
          <p14:tracePt t="3872" x="7005638" y="3744913"/>
          <p14:tracePt t="3872" x="6999288" y="3740150"/>
          <p14:tracePt t="3873" x="6992938" y="3740150"/>
          <p14:tracePt t="3878" x="6970713" y="3733800"/>
          <p14:tracePt t="3885" x="6953250" y="3729038"/>
          <p14:tracePt t="3892" x="6942138" y="3729038"/>
          <p14:tracePt t="3899" x="6931025" y="3729038"/>
          <p14:tracePt t="4010" x="6931025" y="3722688"/>
          <p14:tracePt t="4014" x="6931025" y="3716338"/>
          <p14:tracePt t="4017" x="6931025" y="3711575"/>
          <p14:tracePt t="4024" x="6931025" y="3700463"/>
          <p14:tracePt t="4031" x="6931025" y="3694113"/>
          <p14:tracePt t="4038" x="6931025" y="3683000"/>
          <p14:tracePt t="4045" x="6931025" y="3676650"/>
          <p14:tracePt t="4052" x="6931025" y="3671888"/>
          <p14:tracePt t="4059" x="6931025" y="3665538"/>
          <p14:tracePt t="4066" x="6937375" y="3659188"/>
          <p14:tracePt t="4073" x="6937375" y="3654425"/>
          <p14:tracePt t="4080" x="6942138" y="3643313"/>
          <p14:tracePt t="4081" x="6948488" y="3636963"/>
          <p14:tracePt t="4087" x="6953250" y="3630613"/>
          <p14:tracePt t="4094" x="6965950" y="3619500"/>
          <p14:tracePt t="4101" x="6970713" y="3608388"/>
          <p14:tracePt t="4101" x="6977063" y="3608388"/>
          <p14:tracePt t="4107" x="6981825" y="3603625"/>
          <p14:tracePt t="4108" x="6988175" y="3597275"/>
          <p14:tracePt t="4114" x="6988175" y="3590925"/>
          <p14:tracePt t="4121" x="6992938" y="3586163"/>
          <p14:tracePt t="4122" x="6999288" y="3586163"/>
          <p14:tracePt t="4128" x="7005638" y="3579813"/>
          <p14:tracePt t="4141" x="7010400" y="3579813"/>
          <p14:tracePt t="4143" x="7010400" y="3575050"/>
          <p14:tracePt t="4149" x="7010400" y="3568700"/>
          <p14:tracePt t="4156" x="7016750" y="3568700"/>
          <p14:tracePt t="4163" x="7016750" y="3562350"/>
          <p14:tracePt t="4170" x="7021513" y="3562350"/>
          <p14:tracePt t="4177" x="7027863" y="3562350"/>
          <p14:tracePt t="4184" x="7034213" y="3557588"/>
          <p14:tracePt t="4267" x="7034213" y="3562350"/>
          <p14:tracePt t="4270" x="7034213" y="3575050"/>
          <p14:tracePt t="4275" x="7034213" y="3586163"/>
          <p14:tracePt t="4281" x="7016750" y="3614738"/>
          <p14:tracePt t="4288" x="6999288" y="3648075"/>
          <p14:tracePt t="4296" x="6981825" y="3687763"/>
          <p14:tracePt t="4296" x="6977063" y="3700463"/>
          <p14:tracePt t="4297" x="6970713" y="3705225"/>
          <p14:tracePt t="4302" x="6965950" y="3729038"/>
          <p14:tracePt t="4310" x="6959600" y="3756025"/>
          <p14:tracePt t="4317" x="6953250" y="3779838"/>
          <p14:tracePt t="4330" x="6948488" y="3813175"/>
          <p14:tracePt t="4337" x="6948488" y="3825875"/>
          <p14:tracePt t="4344" x="6948488" y="3836988"/>
          <p14:tracePt t="4345" x="6948488" y="3841750"/>
          <p14:tracePt t="4345" x="6948488" y="3848100"/>
          <p14:tracePt t="4351" x="6948488" y="3854450"/>
          <p14:tracePt t="4358" x="6948488" y="3870325"/>
          <p14:tracePt t="4365" x="6948488" y="3887788"/>
          <p14:tracePt t="4372" x="6948488" y="3905250"/>
          <p14:tracePt t="4372" x="6948488" y="3910013"/>
          <p14:tracePt t="4379" x="6948488" y="3922713"/>
          <p14:tracePt t="4385" x="6948488" y="3938588"/>
          <p14:tracePt t="4392" x="6948488" y="3962400"/>
          <p14:tracePt t="4399" x="6948488" y="3979863"/>
          <p14:tracePt t="4409" x="6953250" y="4002088"/>
          <p14:tracePt t="4414" x="6953250" y="4013200"/>
          <p14:tracePt t="4427" x="6953250" y="4030663"/>
          <p14:tracePt t="4428" x="6953250" y="4035425"/>
          <p14:tracePt t="4460" x="6953250" y="4041775"/>
          <p14:tracePt t="4462" x="6959600" y="4048125"/>
          <p14:tracePt t="4467" x="6959600" y="4052888"/>
          <p14:tracePt t="4476" x="6959600" y="4092575"/>
          <p14:tracePt t="4477" x="6965950" y="4105275"/>
          <p14:tracePt t="4478" x="6965950" y="4110038"/>
          <p14:tracePt t="4483" x="6965950" y="4138613"/>
          <p14:tracePt t="4490" x="6965950" y="4202113"/>
          <p14:tracePt t="4497" x="6965950" y="4252913"/>
          <p14:tracePt t="4498" x="6965950" y="4270375"/>
          <p14:tracePt t="4498" x="6959600" y="4281488"/>
          <p14:tracePt t="4503" x="6959600" y="4314825"/>
          <p14:tracePt t="4510" x="6959600" y="4360863"/>
          <p14:tracePt t="4517" x="6959600" y="4400550"/>
          <p14:tracePt t="4524" x="6959600" y="4429125"/>
          <p14:tracePt t="4531" x="6953250" y="4440238"/>
          <p14:tracePt t="6244" x="6953250" y="4446588"/>
          <p14:tracePt t="6248" x="6959600" y="4452938"/>
          <p14:tracePt t="6254" x="6965950" y="4464050"/>
          <p14:tracePt t="6261" x="6981825" y="4486275"/>
          <p14:tracePt t="6268" x="6999288" y="4514850"/>
          <p14:tracePt t="6269" x="7005638" y="4521200"/>
          <p14:tracePt t="6270" x="7005638" y="4525963"/>
          <p14:tracePt t="6274" x="7010400" y="4537075"/>
          <p14:tracePt t="6282" x="7034213" y="4560888"/>
          <p14:tracePt t="6296" x="7062788" y="4600575"/>
          <p14:tracePt t="6297" x="7067550" y="4611688"/>
          <p14:tracePt t="6297" x="7067550" y="4618038"/>
          <p14:tracePt t="6298" x="7073900" y="4622800"/>
          <p14:tracePt t="6303" x="7073900" y="4629150"/>
          <p14:tracePt t="6303" x="7085013" y="4640263"/>
          <p14:tracePt t="6310" x="7091363" y="4657725"/>
          <p14:tracePt t="6310" x="7102475" y="4675188"/>
          <p14:tracePt t="6316" x="7113588" y="4691063"/>
          <p14:tracePt t="6323" x="7131050" y="4732338"/>
          <p14:tracePt t="6330" x="7146925" y="4765675"/>
          <p14:tracePt t="6337" x="7159625" y="4794250"/>
          <p14:tracePt t="6344" x="7170738" y="4816475"/>
          <p14:tracePt t="6345" x="7175500" y="4822825"/>
          <p14:tracePt t="6345" x="7181850" y="4822825"/>
          <p14:tracePt t="6351" x="7188200" y="4833938"/>
          <p14:tracePt t="6358" x="7188200" y="4851400"/>
          <p14:tracePt t="6365" x="7192963" y="4862513"/>
          <p14:tracePt t="6379" x="7199313" y="4886325"/>
          <p14:tracePt t="6386" x="7199313" y="4891088"/>
          <p14:tracePt t="6393" x="7199313" y="4897438"/>
          <p14:tracePt t="6393" x="7199313" y="4902200"/>
          <p14:tracePt t="6399" x="7204075" y="4908550"/>
          <p14:tracePt t="6407" x="7204075" y="4913313"/>
          <p14:tracePt t="10383" x="7199313" y="4913313"/>
          <p14:tracePt t="10387" x="7192963" y="4913313"/>
          <p14:tracePt t="10393" x="7170738" y="4913313"/>
          <p14:tracePt t="10394" x="7159625" y="4913313"/>
          <p14:tracePt t="10400" x="7131050" y="4913313"/>
          <p14:tracePt t="10407" x="7078663" y="4913313"/>
          <p14:tracePt t="10422" x="6913563" y="4879975"/>
          <p14:tracePt t="10427" x="6845300" y="4862513"/>
          <p14:tracePt t="10441" x="6623050" y="4811713"/>
          <p14:tracePt t="10442" x="6589713" y="4805363"/>
          <p14:tracePt t="10443" x="6565900" y="4800600"/>
          <p14:tracePt t="10443" x="6548438" y="4794250"/>
          <p14:tracePt t="10448" x="6497638" y="4783138"/>
          <p14:tracePt t="10455" x="6361113" y="4743450"/>
          <p14:tracePt t="10456" x="6315075" y="4732338"/>
          <p14:tracePt t="10457" x="6286500" y="4719638"/>
          <p14:tracePt t="10462" x="6200775" y="4697413"/>
          <p14:tracePt t="10463" x="6156325" y="4679950"/>
          <p14:tracePt t="10469" x="6042025" y="4646613"/>
          <p14:tracePt t="10470" x="5991225" y="4629150"/>
          <p14:tracePt t="10483" x="5705475" y="4549775"/>
          <p14:tracePt t="10484" x="5665788" y="4537075"/>
          <p14:tracePt t="10485" x="5637213" y="4532313"/>
          <p14:tracePt t="10485" x="5619750" y="4525963"/>
          <p14:tracePt t="10490" x="5551488" y="4503738"/>
          <p14:tracePt t="10497" x="5454650" y="4481513"/>
          <p14:tracePt t="10504" x="5254625" y="4424363"/>
          <p14:tracePt t="10511" x="5124450" y="4389438"/>
          <p14:tracePt t="10518" x="5003800" y="4356100"/>
          <p14:tracePt t="10525" x="4867275" y="4321175"/>
          <p14:tracePt t="10538" x="4640263" y="4264025"/>
          <p14:tracePt t="10545" x="4559300" y="4246563"/>
          <p14:tracePt t="10553" x="4462463" y="4217988"/>
          <p14:tracePt t="10559" x="4371975" y="4202113"/>
          <p14:tracePt t="10566" x="4279900" y="4173538"/>
          <p14:tracePt t="10573" x="4200525" y="4160838"/>
          <p14:tracePt t="10580" x="4121150" y="4149725"/>
          <p14:tracePt t="10587" x="4052888" y="4138613"/>
          <p14:tracePt t="10594" x="3984625" y="4138613"/>
          <p14:tracePt t="10595" x="3973513" y="4138613"/>
          <p14:tracePt t="10602" x="3916363" y="4132263"/>
          <p14:tracePt t="10603" x="3910013" y="4132263"/>
          <p14:tracePt t="10603" x="3903663" y="4132263"/>
          <p14:tracePt t="10608" x="3881438" y="4132263"/>
          <p14:tracePt t="10609" x="3870325" y="4132263"/>
          <p14:tracePt t="10615" x="3841750" y="4132263"/>
          <p14:tracePt t="10622" x="3806825" y="4132263"/>
          <p14:tracePt t="10629" x="3784600" y="4132263"/>
          <p14:tracePt t="10642" x="3767138" y="4132263"/>
          <p14:tracePt t="10673" x="3762375" y="4132263"/>
          <p14:tracePt t="10680" x="3756025" y="4132263"/>
          <p14:tracePt t="10682" x="3751263" y="4132263"/>
          <p14:tracePt t="10691" x="3733800" y="4132263"/>
          <p14:tracePt t="10692" x="3727450" y="4132263"/>
          <p14:tracePt t="10698" x="3709988" y="4138613"/>
          <p14:tracePt t="10705" x="3681413" y="4138613"/>
          <p14:tracePt t="10712" x="3641725" y="4144963"/>
          <p14:tracePt t="10719" x="3597275" y="4149725"/>
          <p14:tracePt t="10726" x="3551238" y="4156075"/>
          <p14:tracePt t="10727" x="3533775" y="4156075"/>
          <p14:tracePt t="10727" x="3527425" y="4156075"/>
          <p14:tracePt t="10740" x="3459163" y="4160838"/>
          <p14:tracePt t="10740" x="3443288" y="4160838"/>
          <p14:tracePt t="10746" x="3419475" y="4160838"/>
          <p14:tracePt t="10753" x="3375025" y="4160838"/>
          <p14:tracePt t="10754" x="3368675" y="4160838"/>
          <p14:tracePt t="10755" x="3362325" y="4160838"/>
          <p14:tracePt t="10755" x="3357563" y="4160838"/>
          <p14:tracePt t="10760" x="3328988" y="4160838"/>
          <p14:tracePt t="10767" x="3278188" y="4160838"/>
          <p14:tracePt t="10774" x="3221038" y="4156075"/>
          <p14:tracePt t="10781" x="3168650" y="4149725"/>
          <p14:tracePt t="10782" x="3163888" y="4149725"/>
          <p14:tracePt t="10783" x="3157538" y="4149725"/>
          <p14:tracePt t="10783" x="3152775" y="4149725"/>
          <p14:tracePt t="10788" x="3124200" y="4144963"/>
          <p14:tracePt t="10795" x="3060700" y="4138613"/>
          <p14:tracePt t="10802" x="3003550" y="4132263"/>
          <p14:tracePt t="10809" x="2941638" y="4121150"/>
          <p14:tracePt t="10810" x="2924175" y="4121150"/>
          <p14:tracePt t="10811" x="2917825" y="4116388"/>
          <p14:tracePt t="10816" x="2873375" y="4116388"/>
          <p14:tracePt t="10823" x="2816225" y="4105275"/>
          <p14:tracePt t="10830" x="2763838" y="4098925"/>
          <p14:tracePt t="10831" x="2747963" y="4098925"/>
          <p14:tracePt t="10832" x="2747963" y="4092575"/>
          <p14:tracePt t="10832" x="2735263" y="4092575"/>
          <p14:tracePt t="10837" x="2719388" y="4092575"/>
          <p14:tracePt t="10844" x="2667000" y="4087813"/>
          <p14:tracePt t="10845" x="2651125" y="4087813"/>
          <p14:tracePt t="10845" x="2644775" y="4087813"/>
          <p14:tracePt t="10850" x="2616200" y="4076700"/>
          <p14:tracePt t="10858" x="2581275" y="4070350"/>
          <p14:tracePt t="10858" x="2570163" y="4064000"/>
          <p14:tracePt t="10864" x="2554288" y="4064000"/>
          <p14:tracePt t="10872" x="2530475" y="4059238"/>
          <p14:tracePt t="10872" x="2525713" y="4052888"/>
          <p14:tracePt t="10878" x="2519363" y="4048125"/>
          <p14:tracePt t="10885" x="2508250" y="4041775"/>
          <p14:tracePt t="10893" x="2501900" y="4041775"/>
          <p14:tracePt t="10930" x="2501900" y="4035425"/>
          <p14:tracePt t="10936" x="2501900" y="4030663"/>
          <p14:tracePt t="10942" x="2501900" y="4024313"/>
          <p14:tracePt t="10948" x="2497138" y="4024313"/>
          <p14:tracePt t="10956" x="2497138" y="4019550"/>
          <p14:tracePt t="10963" x="2490788" y="4019550"/>
          <p14:tracePt t="10977" x="2490788" y="4013200"/>
          <p14:tracePt t="10978" x="2484438" y="4013200"/>
          <p14:tracePt t="11167" x="2484438" y="4006850"/>
          <p14:tracePt t="11171" x="2484438" y="4002088"/>
          <p14:tracePt t="11178" x="2484438" y="3995738"/>
          <p14:tracePt t="11184" x="2490788" y="3990975"/>
          <p14:tracePt t="11487" x="2490788" y="3984625"/>
          <p14:tracePt t="11491" x="2484438" y="3984625"/>
          <p14:tracePt t="11497" x="2479675" y="3979863"/>
          <p14:tracePt t="11504" x="2455863" y="3973513"/>
          <p14:tracePt t="11510" x="2428875" y="3962400"/>
          <p14:tracePt t="11518" x="2387600" y="3944938"/>
          <p14:tracePt t="11518" x="2376488" y="3938588"/>
          <p14:tracePt t="11524" x="2347913" y="3927475"/>
          <p14:tracePt t="11532" x="2303463" y="3905250"/>
          <p14:tracePt t="11532" x="2286000" y="3898900"/>
          <p14:tracePt t="11533" x="2279650" y="3894138"/>
          <p14:tracePt t="11538" x="2246313" y="3876675"/>
          <p14:tracePt t="11545" x="2171700" y="3841750"/>
          <p14:tracePt t="11553" x="2114550" y="3813175"/>
          <p14:tracePt t="11560" x="2024063" y="3773488"/>
          <p14:tracePt t="11573" x="1852613" y="3694113"/>
          <p14:tracePt t="11580" x="1773238" y="3648075"/>
          <p14:tracePt t="11587" x="1687513" y="3608388"/>
          <p14:tracePt t="11594" x="1612900" y="3568700"/>
          <p14:tracePt t="11601" x="1538288" y="3529013"/>
          <p14:tracePt t="11608" x="1465263" y="3489325"/>
          <p14:tracePt t="11615" x="1397000" y="3449638"/>
          <p14:tracePt t="11622" x="1322388" y="3403600"/>
          <p14:tracePt t="11629" x="1265238" y="3368675"/>
          <p14:tracePt t="11643" x="1146175" y="3295650"/>
          <p14:tracePt t="11643" x="1128713" y="3289300"/>
          <p14:tracePt t="11649" x="1100138" y="3271838"/>
          <p14:tracePt t="11656" x="1060450" y="3249613"/>
          <p14:tracePt t="11663" x="1031875" y="3227388"/>
          <p14:tracePt t="11670" x="1009650" y="3209925"/>
          <p14:tracePt t="11677" x="996950" y="3203575"/>
          <p14:tracePt t="11684" x="992188" y="3192463"/>
          <p14:tracePt t="11724" x="992188" y="3186113"/>
          <p14:tracePt t="11735" x="992188" y="3181350"/>
          <p14:tracePt t="11752" x="992188" y="3175000"/>
          <p14:tracePt t="11760" x="992188" y="3170238"/>
          <p14:tracePt t="11767" x="992188" y="3163888"/>
          <p14:tracePt t="11776" x="992188" y="3157538"/>
          <p14:tracePt t="11784" x="992188" y="3152775"/>
          <p14:tracePt t="11787" x="996950" y="3146425"/>
          <p14:tracePt t="11793" x="1003300" y="3146425"/>
          <p14:tracePt t="11796" x="1003300" y="3141663"/>
          <p14:tracePt t="11805" x="1009650" y="3141663"/>
          <p14:tracePt t="11809" x="1009650" y="3135313"/>
          <p14:tracePt t="11819" x="1014413" y="3135313"/>
          <p14:tracePt t="14061" x="1003300" y="3128963"/>
          <p14:tracePt t="14062" x="996950" y="3128963"/>
          <p14:tracePt t="14065" x="985838" y="3124200"/>
          <p14:tracePt t="14067" x="968375" y="3124200"/>
          <p14:tracePt t="14074" x="923925" y="3117850"/>
          <p14:tracePt t="14075" x="917575" y="3117850"/>
          <p14:tracePt t="14075" x="911225" y="3117850"/>
          <p14:tracePt t="14081" x="871538" y="3106738"/>
          <p14:tracePt t="14088" x="831850" y="3101975"/>
          <p14:tracePt t="14094" x="785813" y="3089275"/>
          <p14:tracePt t="14108" x="673100" y="3084513"/>
          <p14:tracePt t="14109" x="655638" y="3084513"/>
          <p14:tracePt t="14110" x="649288" y="3084513"/>
          <p14:tracePt t="14110" x="644525" y="3084513"/>
          <p14:tracePt t="14115" x="615950" y="3078163"/>
          <p14:tracePt t="14116" x="592138" y="3078163"/>
          <p14:tracePt t="14123" x="536575" y="3073400"/>
          <p14:tracePt t="14124" x="519113" y="3073400"/>
          <p14:tracePt t="14124" x="512763" y="3073400"/>
          <p14:tracePt t="14129" x="484188" y="3073400"/>
          <p14:tracePt t="14136" x="427038" y="3073400"/>
          <p14:tracePt t="14143" x="387350" y="3073400"/>
          <p14:tracePt t="14150" x="358775" y="3073400"/>
          <p14:tracePt t="14151" x="347663" y="3073400"/>
          <p14:tracePt t="14151" x="341313" y="3073400"/>
          <p14:tracePt t="14157" x="330200" y="3073400"/>
          <p14:tracePt t="14163" x="319088" y="3073400"/>
          <p14:tracePt t="14170" x="307975" y="3073400"/>
          <p14:tracePt t="14177" x="296863" y="3073400"/>
          <p14:tracePt t="14184" x="290513" y="3067050"/>
          <p14:tracePt t="14341" x="290513" y="3060700"/>
          <p14:tracePt t="14348" x="296863" y="3060700"/>
          <p14:tracePt t="14353" x="296863" y="3055938"/>
          <p14:tracePt t="14358" x="301625" y="3055938"/>
          <p14:tracePt t="14365" x="307975" y="3044825"/>
          <p14:tracePt t="14372" x="312738" y="3044825"/>
          <p14:tracePt t="14372" x="312738" y="3038475"/>
          <p14:tracePt t="14379" x="319088" y="3032125"/>
          <p14:tracePt t="14385" x="325438" y="3032125"/>
          <p14:tracePt t="14392" x="330200" y="3021013"/>
          <p14:tracePt t="14399" x="336550" y="3016250"/>
          <p14:tracePt t="14407" x="341313" y="3016250"/>
          <p14:tracePt t="14413" x="341313" y="3009900"/>
          <p14:tracePt t="14420" x="354013" y="3003550"/>
          <p14:tracePt t="14427" x="354013" y="2998788"/>
          <p14:tracePt t="14434" x="358775" y="2992438"/>
          <p14:tracePt t="14435" x="365125" y="2992438"/>
          <p14:tracePt t="14441" x="369888" y="2987675"/>
          <p14:tracePt t="14448" x="376238" y="2981325"/>
          <p14:tracePt t="14455" x="382588" y="2976563"/>
          <p14:tracePt t="14462" x="387350" y="2970213"/>
          <p14:tracePt t="14469" x="398463" y="2963863"/>
          <p14:tracePt t="14476" x="404813" y="2959100"/>
          <p14:tracePt t="14483" x="415925" y="2947988"/>
          <p14:tracePt t="14490" x="422275" y="2941638"/>
          <p14:tracePt t="14490" x="427038" y="2941638"/>
          <p14:tracePt t="14497" x="433388" y="2935288"/>
          <p14:tracePt t="14504" x="444500" y="2930525"/>
          <p14:tracePt t="14505" x="444500" y="2924175"/>
          <p14:tracePt t="14511" x="450850" y="2919413"/>
          <p14:tracePt t="14518" x="455613" y="2919413"/>
          <p14:tracePt t="14525" x="466725" y="2913063"/>
          <p14:tracePt t="14532" x="473075" y="2901950"/>
          <p14:tracePt t="14539" x="479425" y="2895600"/>
          <p14:tracePt t="14545" x="484188" y="2890838"/>
          <p14:tracePt t="14552" x="490538" y="2890838"/>
          <p14:tracePt t="14560" x="495300" y="2878138"/>
          <p14:tracePt t="14567" x="501650" y="2873375"/>
          <p14:tracePt t="14580" x="512763" y="2862263"/>
          <p14:tracePt t="14581" x="519113" y="2855913"/>
          <p14:tracePt t="14589" x="523875" y="2855913"/>
          <p14:tracePt t="14590" x="523875" y="2851150"/>
          <p14:tracePt t="14599" x="523875" y="2844800"/>
          <p14:tracePt t="14608" x="530225" y="2844800"/>
          <p14:tracePt t="14615" x="541338" y="2833688"/>
          <p14:tracePt t="14622" x="547688" y="2827338"/>
          <p14:tracePt t="14629" x="552450" y="2822575"/>
          <p14:tracePt t="14629" x="552450" y="2816225"/>
          <p14:tracePt t="14636" x="563563" y="2809875"/>
          <p14:tracePt t="14650" x="587375" y="2787650"/>
          <p14:tracePt t="14657" x="598488" y="2776538"/>
          <p14:tracePt t="14658" x="604838" y="2776538"/>
          <p14:tracePt t="14664" x="609600" y="2770188"/>
          <p14:tracePt t="14665" x="615950" y="2765425"/>
          <p14:tracePt t="14671" x="627063" y="2759075"/>
          <p14:tracePt t="14677" x="638175" y="2752725"/>
          <p14:tracePt t="14684" x="649288" y="2741613"/>
          <p14:tracePt t="14691" x="655638" y="2736850"/>
          <p14:tracePt t="14698" x="666750" y="2730500"/>
          <p14:tracePt t="14705" x="677863" y="2725738"/>
          <p14:tracePt t="14712" x="684213" y="2725738"/>
          <p14:tracePt t="14719" x="688975" y="2719388"/>
          <p14:tracePt t="14726" x="695325" y="2713038"/>
          <p14:tracePt t="14733" x="706438" y="2708275"/>
          <p14:tracePt t="14740" x="717550" y="2708275"/>
          <p14:tracePt t="14741" x="723900" y="2701925"/>
          <p14:tracePt t="14747" x="730250" y="2701925"/>
          <p14:tracePt t="14754" x="735013" y="2697163"/>
          <p14:tracePt t="14761" x="746125" y="2690813"/>
          <p14:tracePt t="14768" x="763588" y="2684463"/>
          <p14:tracePt t="14774" x="785813" y="2673350"/>
          <p14:tracePt t="14781" x="803275" y="2673350"/>
          <p14:tracePt t="14788" x="820738" y="2668588"/>
          <p14:tracePt t="14795" x="838200" y="2662238"/>
          <p14:tracePt t="14802" x="849313" y="2655888"/>
          <p14:tracePt t="14809" x="866775" y="2655888"/>
          <p14:tracePt t="14816" x="871538" y="2651125"/>
          <p14:tracePt t="14817" x="877888" y="2651125"/>
          <p14:tracePt t="14817" x="884238" y="2651125"/>
          <p14:tracePt t="14823" x="884238" y="2644775"/>
          <p14:tracePt t="14830" x="889000" y="2644775"/>
          <p14:tracePt t="14837" x="895350" y="2640013"/>
          <p14:tracePt t="14845" x="900113" y="2640013"/>
          <p14:tracePt t="14851" x="906463" y="2640013"/>
          <p14:tracePt t="15359" x="906463" y="2651125"/>
          <p14:tracePt t="15362" x="906463" y="2662238"/>
          <p14:tracePt t="15362" x="906463" y="2668588"/>
          <p14:tracePt t="15365" x="906463" y="2673350"/>
          <p14:tracePt t="15366" x="906463" y="2684463"/>
          <p14:tracePt t="15366" x="906463" y="2690813"/>
          <p14:tracePt t="15368" x="906463" y="2701925"/>
          <p14:tracePt t="15372" x="900113" y="2725738"/>
          <p14:tracePt t="15379" x="889000" y="2781300"/>
          <p14:tracePt t="15386" x="866775" y="2844800"/>
          <p14:tracePt t="15393" x="849313" y="2901950"/>
          <p14:tracePt t="15393" x="842963" y="2913063"/>
          <p14:tracePt t="15399" x="827088" y="2976563"/>
          <p14:tracePt t="15411" x="785813" y="3073400"/>
          <p14:tracePt t="15412" x="774700" y="3089275"/>
          <p14:tracePt t="15413" x="774700" y="3095625"/>
          <p14:tracePt t="15418" x="763588" y="3128963"/>
          <p14:tracePt t="15427" x="746125" y="3181350"/>
          <p14:tracePt t="15434" x="735013" y="3221038"/>
          <p14:tracePt t="15435" x="730250" y="3221038"/>
          <p14:tracePt t="15435" x="730250" y="3227388"/>
          <p14:tracePt t="15441" x="723900" y="3249613"/>
          <p14:tracePt t="15448" x="717550" y="3267075"/>
          <p14:tracePt t="15455" x="717550" y="3282950"/>
          <p14:tracePt t="15462" x="717550" y="3300413"/>
          <p14:tracePt t="15469" x="717550" y="3306763"/>
          <p14:tracePt t="15470" x="717550" y="3311525"/>
          <p14:tracePt t="15471" x="712788" y="3311525"/>
          <p14:tracePt t="15476" x="712788" y="3317875"/>
          <p14:tracePt t="15611" x="717550" y="3317875"/>
          <p14:tracePt t="15614" x="723900" y="3311525"/>
          <p14:tracePt t="15616" x="723900" y="3306763"/>
          <p14:tracePt t="15622" x="730250" y="3300413"/>
          <p14:tracePt t="15629" x="735013" y="3289300"/>
          <p14:tracePt t="15635" x="741363" y="3271838"/>
          <p14:tracePt t="15642" x="752475" y="3254375"/>
          <p14:tracePt t="15649" x="752475" y="3243263"/>
          <p14:tracePt t="15656" x="758825" y="3232150"/>
          <p14:tracePt t="15657" x="763588" y="3227388"/>
          <p14:tracePt t="15664" x="769938" y="3209925"/>
          <p14:tracePt t="15670" x="774700" y="3198813"/>
          <p14:tracePt t="15677" x="781050" y="3175000"/>
          <p14:tracePt t="15684" x="792163" y="3157538"/>
          <p14:tracePt t="15685" x="792163" y="3152775"/>
          <p14:tracePt t="15691" x="798513" y="3135313"/>
          <p14:tracePt t="15698" x="798513" y="3117850"/>
          <p14:tracePt t="15705" x="803275" y="3106738"/>
          <p14:tracePt t="15712" x="803275" y="3095625"/>
          <p14:tracePt t="15719" x="809625" y="3084513"/>
          <p14:tracePt t="15726" x="809625" y="3073400"/>
          <p14:tracePt t="15733" x="809625" y="3060700"/>
          <p14:tracePt t="15740" x="814388" y="3049588"/>
          <p14:tracePt t="15747" x="814388" y="3038475"/>
          <p14:tracePt t="15753" x="820738" y="3027363"/>
          <p14:tracePt t="15761" x="820738" y="3016250"/>
          <p14:tracePt t="15768" x="820738" y="3003550"/>
          <p14:tracePt t="15775" x="820738" y="2992438"/>
          <p14:tracePt t="15782" x="827088" y="2976563"/>
          <p14:tracePt t="15789" x="827088" y="2963863"/>
          <p14:tracePt t="15803" x="827088" y="2930525"/>
          <p14:tracePt t="15810" x="827088" y="2919413"/>
          <p14:tracePt t="15817" x="827088" y="2906713"/>
          <p14:tracePt t="15824" x="827088" y="2895600"/>
          <p14:tracePt t="15830" x="827088" y="2884488"/>
          <p14:tracePt t="15841" x="827088" y="2878138"/>
          <p14:tracePt t="15850" x="827088" y="2873375"/>
          <p14:tracePt t="15859" x="827088" y="2867025"/>
          <p14:tracePt t="15868" x="820738" y="2867025"/>
          <p14:tracePt t="15870" x="820738" y="2862263"/>
          <p14:tracePt t="15880" x="820738" y="2855913"/>
          <p14:tracePt t="15894" x="814388" y="2855913"/>
          <p14:tracePt t="15907" x="814388" y="2851150"/>
          <p14:tracePt t="19023" x="814388" y="2844800"/>
          <p14:tracePt t="19026" x="814388" y="2838450"/>
          <p14:tracePt t="19031" x="820738" y="2827338"/>
          <p14:tracePt t="19038" x="838200" y="2798763"/>
          <p14:tracePt t="19045" x="860425" y="2770188"/>
          <p14:tracePt t="19052" x="877888" y="2747963"/>
          <p14:tracePt t="19066" x="928688" y="2679700"/>
          <p14:tracePt t="19067" x="939800" y="2673350"/>
          <p14:tracePt t="19074" x="974725" y="2633663"/>
          <p14:tracePt t="19074" x="981075" y="2627313"/>
          <p14:tracePt t="19075" x="985838" y="2622550"/>
          <p14:tracePt t="19081" x="1003300" y="2605088"/>
          <p14:tracePt t="19081" x="1009650" y="2600325"/>
          <p14:tracePt t="19082" x="1014413" y="2593975"/>
          <p14:tracePt t="19089" x="1054100" y="2559050"/>
          <p14:tracePt t="19090" x="1060450" y="2559050"/>
          <p14:tracePt t="19091" x="1065213" y="2554288"/>
          <p14:tracePt t="19091" x="1071563" y="2547938"/>
          <p14:tracePt t="19095" x="1082675" y="2543175"/>
          <p14:tracePt t="19096" x="1100138" y="2525713"/>
          <p14:tracePt t="19097" x="1106488" y="2519363"/>
          <p14:tracePt t="19102" x="1146175" y="2497138"/>
          <p14:tracePt t="19103" x="1162050" y="2490788"/>
          <p14:tracePt t="19108" x="1190625" y="2474913"/>
          <p14:tracePt t="19115" x="1247775" y="2451100"/>
          <p14:tracePt t="19122" x="1304925" y="2433638"/>
          <p14:tracePt t="19123" x="1322388" y="2428875"/>
          <p14:tracePt t="19124" x="1328738" y="2428875"/>
          <p14:tracePt t="19129" x="1368425" y="2417763"/>
          <p14:tracePt t="19130" x="1373188" y="2417763"/>
          <p14:tracePt t="19135" x="1401763" y="2405063"/>
          <p14:tracePt t="19143" x="1430338" y="2400300"/>
          <p14:tracePt t="19144" x="1441450" y="2389188"/>
          <p14:tracePt t="19144" x="1447800" y="2389188"/>
          <p14:tracePt t="19156" x="1516063" y="2371725"/>
          <p14:tracePt t="19163" x="1584325" y="2354263"/>
          <p14:tracePt t="19170" x="1635125" y="2349500"/>
          <p14:tracePt t="19177" x="1670050" y="2349500"/>
          <p14:tracePt t="19184" x="1704975" y="2349500"/>
          <p14:tracePt t="19191" x="1727200" y="2349500"/>
          <p14:tracePt t="19198" x="1749425" y="2349500"/>
          <p14:tracePt t="19205" x="1773238" y="2349500"/>
          <p14:tracePt t="19212" x="1812925" y="2349500"/>
          <p14:tracePt t="19213" x="1824038" y="2349500"/>
          <p14:tracePt t="19213" x="1830388" y="2349500"/>
          <p14:tracePt t="19219" x="1852613" y="2354263"/>
          <p14:tracePt t="19226" x="1885950" y="2360613"/>
          <p14:tracePt t="19233" x="1920875" y="2365375"/>
          <p14:tracePt t="19240" x="1966913" y="2382838"/>
          <p14:tracePt t="19247" x="2006600" y="2393950"/>
          <p14:tracePt t="19248" x="2017713" y="2400300"/>
          <p14:tracePt t="19248" x="2024063" y="2405063"/>
          <p14:tracePt t="19253" x="2046288" y="2411413"/>
          <p14:tracePt t="19260" x="2085975" y="2433638"/>
          <p14:tracePt t="19268" x="2120900" y="2451100"/>
          <p14:tracePt t="19268" x="2132013" y="2457450"/>
          <p14:tracePt t="19274" x="2160588" y="2468563"/>
          <p14:tracePt t="19281" x="2200275" y="2497138"/>
          <p14:tracePt t="19288" x="2228850" y="2514600"/>
          <p14:tracePt t="19295" x="2251075" y="2525713"/>
          <p14:tracePt t="19302" x="2274888" y="2536825"/>
          <p14:tracePt t="19309" x="2290763" y="2554288"/>
          <p14:tracePt t="19316" x="2308225" y="2559050"/>
          <p14:tracePt t="19323" x="2319338" y="2571750"/>
          <p14:tracePt t="19330" x="2330450" y="2582863"/>
          <p14:tracePt t="19337" x="2343150" y="2587625"/>
          <p14:tracePt t="19344" x="2347913" y="2593975"/>
          <p14:tracePt t="19351" x="2354263" y="2593975"/>
          <p14:tracePt t="19358" x="2354263" y="2600325"/>
          <p14:tracePt t="19368" x="2359025" y="2605088"/>
          <p14:tracePt t="19377" x="2359025" y="2611438"/>
          <p14:tracePt t="19387" x="2359025" y="2616200"/>
          <p14:tracePt t="19392" x="2359025" y="2622550"/>
          <p14:tracePt t="19401" x="2359025" y="2627313"/>
          <p14:tracePt t="19420" x="2359025" y="2633663"/>
          <p14:tracePt t="19686" x="2354263" y="2633663"/>
          <p14:tracePt t="19690" x="2347913" y="2633663"/>
          <p14:tracePt t="19700" x="2343150" y="2633663"/>
          <p14:tracePt t="19780" x="2336800" y="2633663"/>
          <p14:tracePt t="19786" x="2330450" y="2633663"/>
          <p14:tracePt t="19790" x="2325688" y="2633663"/>
          <p14:tracePt t="19805" x="2319338" y="2633663"/>
          <p14:tracePt t="19820" x="2314575" y="2633663"/>
          <p14:tracePt t="19825" x="2308225" y="2633663"/>
          <p14:tracePt t="19829" x="2303463" y="2633663"/>
          <p14:tracePt t="19831" x="2297113" y="2633663"/>
          <p14:tracePt t="19858" x="2290763" y="2633663"/>
          <p14:tracePt t="19879" x="2286000" y="2633663"/>
          <p14:tracePt t="19927" x="2279650" y="2633663"/>
          <p14:tracePt t="19935" x="2274888" y="2633663"/>
          <p14:tracePt t="20167" x="2274888" y="2640013"/>
          <p14:tracePt t="20170" x="2279650" y="2640013"/>
          <p14:tracePt t="20174" x="2286000" y="2644775"/>
          <p14:tracePt t="20178" x="2290763" y="2644775"/>
          <p14:tracePt t="20184" x="2303463" y="2651125"/>
          <p14:tracePt t="20191" x="2325688" y="2655888"/>
          <p14:tracePt t="20198" x="2347913" y="2662238"/>
          <p14:tracePt t="20205" x="2376488" y="2668588"/>
          <p14:tracePt t="20212" x="2405063" y="2673350"/>
          <p14:tracePt t="20219" x="2433638" y="2679700"/>
          <p14:tracePt t="20220" x="2439988" y="2679700"/>
          <p14:tracePt t="20226" x="2451100" y="2679700"/>
          <p14:tracePt t="20233" x="2473325" y="2679700"/>
          <p14:tracePt t="20240" x="2490788" y="2679700"/>
          <p14:tracePt t="20247" x="2508250" y="2679700"/>
          <p14:tracePt t="20248" x="2513013" y="2679700"/>
          <p14:tracePt t="20254" x="2525713" y="2679700"/>
          <p14:tracePt t="20261" x="2547938" y="2679700"/>
          <p14:tracePt t="20261" x="2554288" y="2679700"/>
          <p14:tracePt t="20267" x="2570163" y="2679700"/>
          <p14:tracePt t="20274" x="2587625" y="2679700"/>
          <p14:tracePt t="20281" x="2609850" y="2679700"/>
          <p14:tracePt t="20288" x="2633663" y="2679700"/>
          <p14:tracePt t="20296" x="2651125" y="2679700"/>
          <p14:tracePt t="20302" x="2667000" y="2679700"/>
          <p14:tracePt t="20310" x="2684463" y="2679700"/>
          <p14:tracePt t="20310" x="2695575" y="2679700"/>
          <p14:tracePt t="20316" x="2713038" y="2679700"/>
          <p14:tracePt t="20323" x="2730500" y="2679700"/>
          <p14:tracePt t="20330" x="2759075" y="2673350"/>
          <p14:tracePt t="20337" x="2781300" y="2673350"/>
          <p14:tracePt t="20344" x="2792413" y="2668588"/>
          <p14:tracePt t="20351" x="2820988" y="2662238"/>
          <p14:tracePt t="20358" x="2832100" y="2662238"/>
          <p14:tracePt t="20365" x="2849563" y="2655888"/>
          <p14:tracePt t="20372" x="2860675" y="2655888"/>
          <p14:tracePt t="20378" x="2873375" y="2651125"/>
          <p14:tracePt t="20386" x="2878138" y="2651125"/>
          <p14:tracePt t="20392" x="2878138" y="2644775"/>
          <p14:tracePt t="20430" x="2884488" y="2644775"/>
          <p14:tracePt t="20454" x="2889250" y="2644775"/>
          <p14:tracePt t="20466" x="2895600" y="2644775"/>
          <p14:tracePt t="20475" x="2901950" y="2644775"/>
          <p14:tracePt t="20481" x="2906713" y="2644775"/>
          <p14:tracePt t="20485" x="2913063" y="2644775"/>
          <p14:tracePt t="20490" x="2917825" y="2644775"/>
          <p14:tracePt t="20497" x="2928938" y="2640013"/>
          <p14:tracePt t="20504" x="2946400" y="2640013"/>
          <p14:tracePt t="20510" x="2963863" y="2640013"/>
          <p14:tracePt t="20518" x="2974975" y="2633663"/>
          <p14:tracePt t="20524" x="2992438" y="2633663"/>
          <p14:tracePt t="20532" x="3003550" y="2633663"/>
          <p14:tracePt t="20532" x="3009900" y="2633663"/>
          <p14:tracePt t="20538" x="3014663" y="2633663"/>
          <p14:tracePt t="20545" x="3027363" y="2627313"/>
          <p14:tracePt t="20552" x="3032125" y="2627313"/>
          <p14:tracePt t="20635" x="3032125" y="2622550"/>
          <p14:tracePt t="20696" x="3027363" y="2622550"/>
          <p14:tracePt t="20731" x="3021013" y="2622550"/>
          <p14:tracePt t="20734" x="3021013" y="2616200"/>
          <p14:tracePt t="20746" x="3021013" y="2611438"/>
          <p14:tracePt t="20749" x="3014663" y="2611438"/>
          <p14:tracePt t="20757" x="3014663" y="2605088"/>
          <p14:tracePt t="20767" x="3009900" y="2605088"/>
          <p14:tracePt t="20769" x="3009900" y="2600325"/>
          <p14:tracePt t="20775" x="3003550" y="2600325"/>
          <p14:tracePt t="20783" x="3003550" y="2593975"/>
          <p14:tracePt t="20788" x="2998788" y="2593975"/>
          <p14:tracePt t="20795" x="2992438" y="2593975"/>
          <p14:tracePt t="20803" x="2986088" y="2587625"/>
          <p14:tracePt t="20809" x="2981325" y="2587625"/>
          <p14:tracePt t="20810" x="2974975" y="2587625"/>
          <p14:tracePt t="20816" x="2970213" y="2587625"/>
          <p14:tracePt t="20823" x="2963863" y="2582863"/>
          <p14:tracePt t="20830" x="2957513" y="2576513"/>
          <p14:tracePt t="20837" x="2952750" y="2576513"/>
          <p14:tracePt t="20844" x="2952750" y="2571750"/>
          <p14:tracePt t="20851" x="2946400" y="2565400"/>
          <p14:tracePt t="20858" x="2941638" y="2565400"/>
          <p14:tracePt t="20859" x="2941638" y="2559050"/>
          <p14:tracePt t="20865" x="2935288" y="2554288"/>
          <p14:tracePt t="20872" x="2928938" y="2547938"/>
          <p14:tracePt t="20879" x="2924175" y="2543175"/>
          <p14:tracePt t="20885" x="2913063" y="2536825"/>
          <p14:tracePt t="20893" x="2906713" y="2536825"/>
          <p14:tracePt t="20900" x="2901950" y="2530475"/>
          <p14:tracePt t="20907" x="2889250" y="2525713"/>
          <p14:tracePt t="20913" x="2884488" y="2519363"/>
          <p14:tracePt t="20921" x="2878138" y="2519363"/>
          <p14:tracePt t="20922" x="2873375" y="2519363"/>
          <p14:tracePt t="20928" x="2867025" y="2519363"/>
          <p14:tracePt t="20934" x="2860675" y="2514600"/>
          <p14:tracePt t="20941" x="2855913" y="2514600"/>
          <p14:tracePt t="20948" x="2844800" y="2514600"/>
          <p14:tracePt t="20955" x="2838450" y="2508250"/>
          <p14:tracePt t="20962" x="2827338" y="2508250"/>
          <p14:tracePt t="20969" x="2816225" y="2501900"/>
          <p14:tracePt t="20976" x="2805113" y="2501900"/>
          <p14:tracePt t="20983" x="2798763" y="2501900"/>
          <p14:tracePt t="20990" x="2792413" y="2501900"/>
          <p14:tracePt t="21001" x="2787650" y="2501900"/>
          <p14:tracePt t="21012" x="2781300" y="2501900"/>
          <p14:tracePt t="21018" x="2776538" y="2501900"/>
          <p14:tracePt t="21019" x="2776538" y="2497138"/>
          <p14:tracePt t="21021" x="2770188" y="2497138"/>
          <p14:tracePt t="21026" x="2763838" y="2497138"/>
          <p14:tracePt t="21031" x="2759075" y="2497138"/>
          <p14:tracePt t="21038" x="2747963" y="2497138"/>
          <p14:tracePt t="21045" x="2735263" y="2490788"/>
          <p14:tracePt t="21052" x="2719388" y="2490788"/>
          <p14:tracePt t="21059" x="2701925" y="2490788"/>
          <p14:tracePt t="21060" x="2690813" y="2490788"/>
          <p14:tracePt t="21066" x="2667000" y="2490788"/>
          <p14:tracePt t="21073" x="2638425" y="2490788"/>
          <p14:tracePt t="21080" x="2616200" y="2490788"/>
          <p14:tracePt t="21087" x="2593975" y="2490788"/>
          <p14:tracePt t="21094" x="2570163" y="2490788"/>
          <p14:tracePt t="21095" x="2565400" y="2490788"/>
          <p14:tracePt t="21101" x="2547938" y="2497138"/>
          <p14:tracePt t="21108" x="2530475" y="2501900"/>
          <p14:tracePt t="21109" x="2519363" y="2501900"/>
          <p14:tracePt t="21110" x="2513013" y="2508250"/>
          <p14:tracePt t="21115" x="2501900" y="2508250"/>
          <p14:tracePt t="21122" x="2479675" y="2508250"/>
          <p14:tracePt t="21129" x="2462213" y="2514600"/>
          <p14:tracePt t="21129" x="2455863" y="2514600"/>
          <p14:tracePt t="21135" x="2444750" y="2514600"/>
          <p14:tracePt t="21142" x="2433638" y="2514600"/>
          <p14:tracePt t="21149" x="2428875" y="2514600"/>
          <p14:tracePt t="21156" x="2416175" y="2519363"/>
          <p14:tracePt t="21163" x="2411413" y="2519363"/>
          <p14:tracePt t="21170" x="2400300" y="2519363"/>
          <p14:tracePt t="21177" x="2387600" y="2519363"/>
          <p14:tracePt t="21184" x="2382838" y="2525713"/>
          <p14:tracePt t="21185" x="2376488" y="2525713"/>
          <p14:tracePt t="21191" x="2365375" y="2530475"/>
          <p14:tracePt t="21198" x="2354263" y="2530475"/>
          <p14:tracePt t="21206" x="2343150" y="2530475"/>
          <p14:tracePt t="21212" x="2330450" y="2536825"/>
          <p14:tracePt t="21219" x="2319338" y="2536825"/>
          <p14:tracePt t="21226" x="2308225" y="2543175"/>
          <p14:tracePt t="21233" x="2303463" y="2543175"/>
          <p14:tracePt t="21240" x="2297113" y="2543175"/>
          <p14:tracePt t="21247" x="2290763" y="2543175"/>
          <p14:tracePt t="21254" x="2290763" y="2547938"/>
          <p14:tracePt t="21263" x="2286000" y="2547938"/>
          <p14:tracePt t="21277" x="2286000" y="2554288"/>
          <p14:tracePt t="21287" x="2279650" y="2554288"/>
          <p14:tracePt t="21293" x="2279650" y="2559050"/>
          <p14:tracePt t="21299" x="2274888" y="2559050"/>
          <p14:tracePt t="21305" x="2268538" y="2565400"/>
          <p14:tracePt t="21310" x="2262188" y="2571750"/>
          <p14:tracePt t="21316" x="2257425" y="2582863"/>
          <p14:tracePt t="21323" x="2246313" y="2600325"/>
          <p14:tracePt t="21330" x="2239963" y="2616200"/>
          <p14:tracePt t="21337" x="2222500" y="2633663"/>
          <p14:tracePt t="21344" x="2217738" y="2651125"/>
          <p14:tracePt t="21351" x="2211388" y="2668588"/>
          <p14:tracePt t="21358" x="2206625" y="2679700"/>
          <p14:tracePt t="21365" x="2206625" y="2690813"/>
          <p14:tracePt t="21372" x="2206625" y="2701925"/>
          <p14:tracePt t="21379" x="2206625" y="2708275"/>
          <p14:tracePt t="21386" x="2206625" y="2713038"/>
          <p14:tracePt t="21400" x="2206625" y="2719388"/>
          <p14:tracePt t="21405" x="2211388" y="2719388"/>
          <p14:tracePt t="21407" x="2211388" y="2725738"/>
          <p14:tracePt t="21428" x="2228850" y="2741613"/>
          <p14:tracePt t="21434" x="2233613" y="2747963"/>
          <p14:tracePt t="21441" x="2239963" y="2759075"/>
          <p14:tracePt t="21448" x="2257425" y="2765425"/>
          <p14:tracePt t="21455" x="2279650" y="2776538"/>
          <p14:tracePt t="21462" x="2303463" y="2787650"/>
          <p14:tracePt t="21469" x="2325688" y="2787650"/>
          <p14:tracePt t="21476" x="2354263" y="2798763"/>
          <p14:tracePt t="21483" x="2376488" y="2798763"/>
          <p14:tracePt t="21490" x="2405063" y="2798763"/>
          <p14:tracePt t="21497" x="2433638" y="2798763"/>
          <p14:tracePt t="21504" x="2468563" y="2798763"/>
          <p14:tracePt t="21511" x="2501900" y="2798763"/>
          <p14:tracePt t="21518" x="2530475" y="2798763"/>
          <p14:tracePt t="21519" x="2541588" y="2798763"/>
          <p14:tracePt t="21520" x="2541588" y="2794000"/>
          <p14:tracePt t="21524" x="2559050" y="2794000"/>
          <p14:tracePt t="21531" x="2581275" y="2794000"/>
          <p14:tracePt t="21538" x="2609850" y="2787650"/>
          <p14:tracePt t="21545" x="2644775" y="2776538"/>
          <p14:tracePt t="21552" x="2673350" y="2770188"/>
          <p14:tracePt t="21559" x="2713038" y="2765425"/>
          <p14:tracePt t="21566" x="2747963" y="2759075"/>
          <p14:tracePt t="21573" x="2776538" y="2752725"/>
          <p14:tracePt t="21580" x="2809875" y="2752725"/>
          <p14:tracePt t="21587" x="2832100" y="2747963"/>
          <p14:tracePt t="21594" x="2860675" y="2741613"/>
          <p14:tracePt t="21601" x="2889250" y="2741613"/>
          <p14:tracePt t="21608" x="2913063" y="2741613"/>
          <p14:tracePt t="21615" x="2935288" y="2741613"/>
          <p14:tracePt t="21616" x="2941638" y="2741613"/>
          <p14:tracePt t="21622" x="2957513" y="2741613"/>
          <p14:tracePt t="21628" x="2974975" y="2741613"/>
          <p14:tracePt t="21635" x="2986088" y="2741613"/>
          <p14:tracePt t="21642" x="2998788" y="2741613"/>
          <p14:tracePt t="21649" x="3003550" y="2741613"/>
          <p14:tracePt t="21656" x="3009900" y="2741613"/>
          <p14:tracePt t="21663" x="3014663" y="2741613"/>
          <p14:tracePt t="21670" x="3027363" y="2741613"/>
          <p14:tracePt t="21677" x="3032125" y="2736850"/>
          <p14:tracePt t="21684" x="3049588" y="2725738"/>
          <p14:tracePt t="21691" x="3060700" y="2725738"/>
          <p14:tracePt t="21698" x="3071813" y="2713038"/>
          <p14:tracePt t="21705" x="3082925" y="2708275"/>
          <p14:tracePt t="21712" x="3089275" y="2697163"/>
          <p14:tracePt t="21719" x="3095625" y="2690813"/>
          <p14:tracePt t="21726" x="3100388" y="2684463"/>
          <p14:tracePt t="21733" x="3100388" y="2673350"/>
          <p14:tracePt t="21740" x="3100388" y="2662238"/>
          <p14:tracePt t="21740" x="3100388" y="2655888"/>
          <p14:tracePt t="21747" x="3100388" y="2644775"/>
          <p14:tracePt t="21754" x="3095625" y="2633663"/>
          <p14:tracePt t="21755" x="3095625" y="2627313"/>
          <p14:tracePt t="21760" x="3089275" y="2622550"/>
          <p14:tracePt t="21767" x="3082925" y="2616200"/>
          <p14:tracePt t="21774" x="3078163" y="2600325"/>
          <p14:tracePt t="21781" x="3067050" y="2593975"/>
          <p14:tracePt t="21782" x="3067050" y="2587625"/>
          <p14:tracePt t="21788" x="3060700" y="2582863"/>
          <p14:tracePt t="21795" x="3054350" y="2571750"/>
          <p14:tracePt t="21802" x="3043238" y="2559050"/>
          <p14:tracePt t="21809" x="3038475" y="2554288"/>
          <p14:tracePt t="21816" x="3027363" y="2543175"/>
          <p14:tracePt t="21823" x="3014663" y="2536825"/>
          <p14:tracePt t="21830" x="3003550" y="2530475"/>
          <p14:tracePt t="21837" x="2992438" y="2525713"/>
          <p14:tracePt t="21844" x="2974975" y="2514600"/>
          <p14:tracePt t="21845" x="2970213" y="2508250"/>
          <p14:tracePt t="21851" x="2952750" y="2501900"/>
          <p14:tracePt t="21858" x="2941638" y="2497138"/>
          <p14:tracePt t="21859" x="2935288" y="2490788"/>
          <p14:tracePt t="21860" x="2928938" y="2490788"/>
          <p14:tracePt t="21865" x="2924175" y="2490788"/>
          <p14:tracePt t="21872" x="2906713" y="2486025"/>
          <p14:tracePt t="21872" x="2901950" y="2486025"/>
          <p14:tracePt t="21873" x="2901950" y="2479675"/>
          <p14:tracePt t="21878" x="2884488" y="2479675"/>
          <p14:tracePt t="21886" x="2867025" y="2468563"/>
          <p14:tracePt t="21893" x="2844800" y="2462213"/>
          <p14:tracePt t="21907" x="2798763" y="2446338"/>
          <p14:tracePt t="21907" x="2787650" y="2439988"/>
          <p14:tracePt t="21913" x="2770188" y="2433638"/>
          <p14:tracePt t="21920" x="2741613" y="2428875"/>
          <p14:tracePt t="21921" x="2735263" y="2428875"/>
          <p14:tracePt t="21927" x="2724150" y="2422525"/>
          <p14:tracePt t="21934" x="2690813" y="2417763"/>
          <p14:tracePt t="21941" x="2662238" y="2411413"/>
          <p14:tracePt t="21948" x="2627313" y="2411413"/>
          <p14:tracePt t="21956" x="2593975" y="2411413"/>
          <p14:tracePt t="21963" x="2559050" y="2411413"/>
          <p14:tracePt t="21969" x="2508250" y="2411413"/>
          <p14:tracePt t="21976" x="2455863" y="2411413"/>
          <p14:tracePt t="21983" x="2405063" y="2411413"/>
          <p14:tracePt t="21990" x="2359025" y="2417763"/>
          <p14:tracePt t="21997" x="2314575" y="2417763"/>
          <p14:tracePt t="22004" x="2279650" y="2428875"/>
          <p14:tracePt t="22011" x="2251075" y="2428875"/>
          <p14:tracePt t="22012" x="2246313" y="2428875"/>
          <p14:tracePt t="22017" x="2228850" y="2433638"/>
          <p14:tracePt t="22025" x="2217738" y="2446338"/>
          <p14:tracePt t="22033" x="2206625" y="2446338"/>
          <p14:tracePt t="22046" x="2189163" y="2468563"/>
          <p14:tracePt t="22052" x="2178050" y="2479675"/>
          <p14:tracePt t="22059" x="2171700" y="2497138"/>
          <p14:tracePt t="22066" x="2160588" y="2514600"/>
          <p14:tracePt t="22073" x="2154238" y="2536825"/>
          <p14:tracePt t="22080" x="2149475" y="2554288"/>
          <p14:tracePt t="22087" x="2143125" y="2571750"/>
          <p14:tracePt t="22094" x="2143125" y="2587625"/>
          <p14:tracePt t="22095" x="2143125" y="2593975"/>
          <p14:tracePt t="22095" x="2143125" y="2600325"/>
          <p14:tracePt t="22101" x="2136775" y="2611438"/>
          <p14:tracePt t="22108" x="2136775" y="2633663"/>
          <p14:tracePt t="22115" x="2136775" y="2651125"/>
          <p14:tracePt t="22122" x="2136775" y="2679700"/>
          <p14:tracePt t="22129" x="2136775" y="2690813"/>
          <p14:tracePt t="22136" x="2136775" y="2708275"/>
          <p14:tracePt t="22137" x="2143125" y="2713038"/>
          <p14:tracePt t="22142" x="2149475" y="2719388"/>
          <p14:tracePt t="22150" x="2165350" y="2736850"/>
          <p14:tracePt t="22157" x="2189163" y="2752725"/>
          <p14:tracePt t="22163" x="2211388" y="2770188"/>
          <p14:tracePt t="22170" x="2246313" y="2776538"/>
          <p14:tracePt t="22177" x="2274888" y="2787650"/>
          <p14:tracePt t="22184" x="2325688" y="2794000"/>
          <p14:tracePt t="22191" x="2382838" y="2798763"/>
          <p14:tracePt t="22198" x="2455863" y="2798763"/>
          <p14:tracePt t="22205" x="2525713" y="2798763"/>
          <p14:tracePt t="22212" x="2587625" y="2798763"/>
          <p14:tracePt t="22219" x="2651125" y="2798763"/>
          <p14:tracePt t="22226" x="2695575" y="2781300"/>
          <p14:tracePt t="22233" x="2752725" y="2770188"/>
          <p14:tracePt t="22234" x="2763838" y="2765425"/>
          <p14:tracePt t="22235" x="2770188" y="2759075"/>
          <p14:tracePt t="22240" x="2792413" y="2752725"/>
          <p14:tracePt t="22247" x="2820988" y="2725738"/>
          <p14:tracePt t="22254" x="2838450" y="2708275"/>
          <p14:tracePt t="22261" x="2867025" y="2668588"/>
          <p14:tracePt t="22262" x="2873375" y="2655888"/>
          <p14:tracePt t="22268" x="2889250" y="2633663"/>
          <p14:tracePt t="22274" x="2913063" y="2605088"/>
          <p14:tracePt t="22281" x="2928938" y="2576513"/>
          <p14:tracePt t="22288" x="2941638" y="2554288"/>
          <p14:tracePt t="22295" x="2941638" y="2543175"/>
          <p14:tracePt t="22302" x="2946400" y="2525713"/>
          <p14:tracePt t="22310" x="2946400" y="2514600"/>
          <p14:tracePt t="22311" x="2946400" y="2501900"/>
          <p14:tracePt t="22317" x="2946400" y="2497138"/>
          <p14:tracePt t="22323" x="2952750" y="2497138"/>
          <p14:tracePt t="22330" x="2952750" y="2490788"/>
          <p14:tracePt t="22342" x="2952750" y="2486025"/>
          <p14:tracePt t="22345" x="2946400" y="2486025"/>
          <p14:tracePt t="22351" x="2941638" y="2479675"/>
          <p14:tracePt t="22358" x="2928938" y="2474913"/>
          <p14:tracePt t="22365" x="2917825" y="2468563"/>
          <p14:tracePt t="22372" x="2901950" y="2457450"/>
          <p14:tracePt t="22378" x="2878138" y="2446338"/>
          <p14:tracePt t="22385" x="2855913" y="2433638"/>
          <p14:tracePt t="22392" x="2827338" y="2422525"/>
          <p14:tracePt t="22393" x="2820988" y="2417763"/>
          <p14:tracePt t="22400" x="2792413" y="2405063"/>
          <p14:tracePt t="22407" x="2747963" y="2393950"/>
          <p14:tracePt t="22407" x="2730500" y="2389188"/>
          <p14:tracePt t="22413" x="2695575" y="2382838"/>
          <p14:tracePt t="22420" x="2644775" y="2376488"/>
          <p14:tracePt t="22427" x="2605088" y="2371725"/>
          <p14:tracePt t="22434" x="2559050" y="2371725"/>
          <p14:tracePt t="22441" x="2508250" y="2371725"/>
          <p14:tracePt t="22448" x="2439988" y="2376488"/>
          <p14:tracePt t="22455" x="2371725" y="2389188"/>
          <p14:tracePt t="22462" x="2297113" y="2400300"/>
          <p14:tracePt t="22469" x="2228850" y="2417763"/>
          <p14:tracePt t="22470" x="2211388" y="2417763"/>
          <p14:tracePt t="22470" x="2193925" y="2417763"/>
          <p14:tracePt t="22476" x="2160588" y="2428875"/>
          <p14:tracePt t="22483" x="2120900" y="2439988"/>
          <p14:tracePt t="22484" x="2114550" y="2446338"/>
          <p14:tracePt t="22490" x="2097088" y="2451100"/>
          <p14:tracePt t="22497" x="2085975" y="2462213"/>
          <p14:tracePt t="22498" x="2085975" y="2468563"/>
          <p14:tracePt t="22503" x="2074863" y="2474913"/>
          <p14:tracePt t="22510" x="2074863" y="2490788"/>
          <p14:tracePt t="22518" x="2074863" y="2508250"/>
          <p14:tracePt t="22525" x="2074863" y="2525713"/>
          <p14:tracePt t="22532" x="2074863" y="2554288"/>
          <p14:tracePt t="22538" x="2074863" y="2576513"/>
          <p14:tracePt t="22545" x="2085975" y="2605088"/>
          <p14:tracePt t="22546" x="2085975" y="2611438"/>
          <p14:tracePt t="22552" x="2097088" y="2627313"/>
          <p14:tracePt t="22559" x="2114550" y="2655888"/>
          <p14:tracePt t="22560" x="2125663" y="2662238"/>
          <p14:tracePt t="22566" x="2136775" y="2684463"/>
          <p14:tracePt t="22574" x="2160588" y="2701925"/>
          <p14:tracePt t="22581" x="2182813" y="2719388"/>
          <p14:tracePt t="22594" x="2222500" y="2747963"/>
          <p14:tracePt t="22601" x="2239963" y="2759075"/>
          <p14:tracePt t="22608" x="2251075" y="2765425"/>
          <p14:tracePt t="22615" x="2257425" y="2765425"/>
          <p14:tracePt t="22676" x="2257425" y="2770188"/>
          <p14:tracePt t="22681" x="2262188" y="2776538"/>
          <p14:tracePt t="22684" x="2262188" y="2781300"/>
          <p14:tracePt t="22691" x="2279650" y="2798763"/>
          <p14:tracePt t="22698" x="2308225" y="2833688"/>
          <p14:tracePt t="22705" x="2343150" y="2867025"/>
          <p14:tracePt t="22712" x="2382838" y="2906713"/>
          <p14:tracePt t="22719" x="2433638" y="2959100"/>
          <p14:tracePt t="22726" x="2479675" y="3009900"/>
          <p14:tracePt t="22733" x="2536825" y="3067050"/>
          <p14:tracePt t="22734" x="2547938" y="3084513"/>
          <p14:tracePt t="22735" x="2554288" y="3089275"/>
          <p14:tracePt t="22740" x="2576513" y="3113088"/>
          <p14:tracePt t="22747" x="2627313" y="3175000"/>
          <p14:tracePt t="22748" x="2638425" y="3192463"/>
          <p14:tracePt t="22749" x="2644775" y="3198813"/>
          <p14:tracePt t="22754" x="2662238" y="3232150"/>
          <p14:tracePt t="22761" x="2690813" y="3267075"/>
          <p14:tracePt t="22768" x="2701925" y="3295650"/>
          <p14:tracePt t="22775" x="2713038" y="3317875"/>
          <p14:tracePt t="22781" x="2713038" y="3324225"/>
          <p14:tracePt t="22789" x="2713038" y="3335338"/>
          <p14:tracePt t="22795" x="2713038" y="3340100"/>
          <p14:tracePt t="22802" x="2713038" y="3346450"/>
          <p14:tracePt t="22809" x="2713038" y="3363913"/>
          <p14:tracePt t="22816" x="2713038" y="3379788"/>
          <p14:tracePt t="22823" x="2706688" y="3408363"/>
          <p14:tracePt t="22830" x="2706688" y="3454400"/>
          <p14:tracePt t="22831" x="2706688" y="3471863"/>
          <p14:tracePt t="22832" x="2701925" y="3482975"/>
          <p14:tracePt t="22833" x="2701925" y="3489325"/>
          <p14:tracePt t="22837" x="2701925" y="3522663"/>
          <p14:tracePt t="22845" x="2701925" y="3608388"/>
          <p14:tracePt t="22846" x="2701925" y="3614738"/>
          <p14:tracePt t="22851" x="2706688" y="3687763"/>
          <p14:tracePt t="22858" x="2719388" y="3768725"/>
          <p14:tracePt t="22865" x="2730500" y="3859213"/>
          <p14:tracePt t="22872" x="2741613" y="3927475"/>
          <p14:tracePt t="22873" x="2747963" y="3944938"/>
          <p14:tracePt t="22874" x="2747963" y="3951288"/>
          <p14:tracePt t="22875" x="2747963" y="3962400"/>
          <p14:tracePt t="22879" x="2747963" y="3979863"/>
          <p14:tracePt t="22885" x="2752725" y="4024313"/>
          <p14:tracePt t="22892" x="2752725" y="4052888"/>
          <p14:tracePt t="22899" x="2759075" y="4064000"/>
          <p14:tracePt t="22906" x="2759075" y="4076700"/>
          <p14:tracePt t="22913" x="2759075" y="4081463"/>
          <p14:tracePt t="22920" x="2759075" y="4087813"/>
          <p14:tracePt t="22973" x="2759075" y="4092575"/>
          <p14:tracePt t="22976" x="2759075" y="4098925"/>
          <p14:tracePt t="22984" x="2759075" y="4105275"/>
          <p14:tracePt t="22984" x="2752725" y="4105275"/>
          <p14:tracePt t="22990" x="2752725" y="4110038"/>
          <p14:tracePt t="22997" x="2747963" y="4116388"/>
          <p14:tracePt t="22997" x="2747963" y="4121150"/>
          <p14:tracePt t="23004" x="2735263" y="4127500"/>
          <p14:tracePt t="23004" x="2735263" y="4132263"/>
          <p14:tracePt t="23010" x="2730500" y="4138613"/>
          <p14:tracePt t="23018" x="2713038" y="4149725"/>
          <p14:tracePt t="23018" x="2713038" y="4156075"/>
          <p14:tracePt t="23024" x="2701925" y="4167188"/>
          <p14:tracePt t="23031" x="2679700" y="4178300"/>
          <p14:tracePt t="23032" x="2679700" y="4184650"/>
          <p14:tracePt t="23033" x="2673350" y="4184650"/>
          <p14:tracePt t="23038" x="2655888" y="4195763"/>
          <p14:tracePt t="23045" x="2633663" y="4213225"/>
          <p14:tracePt t="23052" x="2616200" y="4217988"/>
          <p14:tracePt t="23059" x="2593975" y="4230688"/>
          <p14:tracePt t="23066" x="2565400" y="4235450"/>
          <p14:tracePt t="23073" x="2547938" y="4235450"/>
          <p14:tracePt t="23080" x="2530475" y="4241800"/>
          <p14:tracePt t="23081" x="2525713" y="4241800"/>
          <p14:tracePt t="23087" x="2513013" y="4241800"/>
          <p14:tracePt t="23094" x="2501900" y="4241800"/>
          <p14:tracePt t="23101" x="2490788" y="4241800"/>
          <p14:tracePt t="23102" x="2484438" y="4241800"/>
          <p14:tracePt t="23108" x="2473325" y="4235450"/>
          <p14:tracePt t="23109" x="2468563" y="4235450"/>
          <p14:tracePt t="23115" x="2451100" y="4224338"/>
          <p14:tracePt t="23122" x="2439988" y="4213225"/>
          <p14:tracePt t="23123" x="2433638" y="4213225"/>
          <p14:tracePt t="23129" x="2422525" y="4202113"/>
          <p14:tracePt t="23136" x="2400300" y="4195763"/>
          <p14:tracePt t="23143" x="2387600" y="4184650"/>
          <p14:tracePt t="23150" x="2382838" y="4178300"/>
          <p14:tracePt t="23157" x="2376488" y="4173538"/>
          <p14:tracePt t="23187" x="2376488" y="4167188"/>
          <p14:tracePt t="23191" x="2371725" y="4167188"/>
          <p14:tracePt t="23195" x="2371725" y="4160838"/>
          <p14:tracePt t="23205" x="2371725" y="4149725"/>
          <p14:tracePt t="23212" x="2371725" y="4138613"/>
          <p14:tracePt t="23219" x="2371725" y="4127500"/>
          <p14:tracePt t="23226" x="2371725" y="4121150"/>
          <p14:tracePt t="23233" x="2371725" y="4116388"/>
          <p14:tracePt t="23240" x="2371725" y="4110038"/>
          <p14:tracePt t="23247" x="2371725" y="4098925"/>
          <p14:tracePt t="23260" x="2371725" y="4092575"/>
          <p14:tracePt t="23269" x="2371725" y="4087813"/>
          <p14:tracePt t="23277" x="2371725" y="4081463"/>
          <p14:tracePt t="23299" x="2371725" y="4076700"/>
          <p14:tracePt t="23306" x="2376488" y="4070350"/>
          <p14:tracePt t="23321" x="2376488" y="4064000"/>
          <p14:tracePt t="23327" x="2382838" y="4059238"/>
          <p14:tracePt t="23344" x="2387600" y="4052888"/>
          <p14:tracePt t="23355" x="2393950" y="4052888"/>
          <p14:tracePt t="23559" x="2400300" y="4052888"/>
          <p14:tracePt t="23560" x="2400300" y="4048125"/>
          <p14:tracePt t="23569" x="2405063" y="4048125"/>
          <p14:tracePt t="23579" x="2411413" y="4048125"/>
          <p14:tracePt t="23581" x="2416175" y="4048125"/>
          <p14:tracePt t="23587" x="2422525" y="4048125"/>
          <p14:tracePt t="23594" x="2428875" y="4048125"/>
          <p14:tracePt t="23595" x="2439988" y="4048125"/>
          <p14:tracePt t="23601" x="2444750" y="4048125"/>
          <p14:tracePt t="23608" x="2462213" y="4048125"/>
          <p14:tracePt t="23615" x="2473325" y="4048125"/>
          <p14:tracePt t="23616" x="2484438" y="4048125"/>
          <p14:tracePt t="23622" x="2490788" y="4048125"/>
          <p14:tracePt t="23629" x="2513013" y="4048125"/>
          <p14:tracePt t="23635" x="2536825" y="4048125"/>
          <p14:tracePt t="23642" x="2570163" y="4048125"/>
          <p14:tracePt t="23649" x="2605088" y="4048125"/>
          <p14:tracePt t="23656" x="2638425" y="4052888"/>
          <p14:tracePt t="23663" x="2679700" y="4052888"/>
          <p14:tracePt t="23670" x="2713038" y="4052888"/>
          <p14:tracePt t="23677" x="2741613" y="4052888"/>
          <p14:tracePt t="23684" x="2776538" y="4052888"/>
          <p14:tracePt t="23691" x="2798763" y="4052888"/>
          <p14:tracePt t="23698" x="2816225" y="4052888"/>
          <p14:tracePt t="23705" x="2827338" y="4052888"/>
          <p14:tracePt t="23712" x="2838450" y="4052888"/>
          <p14:tracePt t="23719" x="2855913" y="4048125"/>
          <p14:tracePt t="23720" x="2860675" y="4048125"/>
          <p14:tracePt t="23726" x="2873375" y="4048125"/>
          <p14:tracePt t="23733" x="2884488" y="4041775"/>
          <p14:tracePt t="23733" x="2889250" y="4041775"/>
          <p14:tracePt t="23740" x="2895600" y="4035425"/>
          <p14:tracePt t="23740" x="2901950" y="4035425"/>
          <p14:tracePt t="23747" x="2906713" y="4030663"/>
          <p14:tracePt t="23754" x="2917825" y="4030663"/>
          <p14:tracePt t="23762" x="2924175" y="4030663"/>
          <p14:tracePt t="24405" x="2917825" y="4030663"/>
          <p14:tracePt t="24407" x="2913063" y="4030663"/>
          <p14:tracePt t="24408" x="2906713" y="4030663"/>
          <p14:tracePt t="24420" x="2849563" y="4030663"/>
          <p14:tracePt t="24434" x="2724150" y="4030663"/>
          <p14:tracePt t="24437" x="2690813" y="4030663"/>
          <p14:tracePt t="24448" x="2570163" y="4030663"/>
          <p14:tracePt t="24455" x="2490788" y="4030663"/>
          <p14:tracePt t="24462" x="2393950" y="4030663"/>
          <p14:tracePt t="24469" x="2314575" y="4030663"/>
          <p14:tracePt t="24476" x="2257425" y="4030663"/>
          <p14:tracePt t="24483" x="2193925" y="4019550"/>
          <p14:tracePt t="24490" x="2136775" y="4013200"/>
          <p14:tracePt t="24497" x="2103438" y="4006850"/>
          <p14:tracePt t="24504" x="2074863" y="4002088"/>
          <p14:tracePt t="24518" x="2035175" y="4002088"/>
          <p14:tracePt t="24525" x="2024063" y="4002088"/>
          <p14:tracePt t="24696" x="2024063" y="3995738"/>
          <p14:tracePt t="24707" x="2028825" y="3995738"/>
          <p14:tracePt t="24713" x="2039938" y="3990975"/>
          <p14:tracePt t="24719" x="2046288" y="3984625"/>
          <p14:tracePt t="24720" x="2052638" y="3984625"/>
          <p14:tracePt t="24726" x="2063750" y="3979863"/>
          <p14:tracePt t="24727" x="2068513" y="3979863"/>
          <p14:tracePt t="24728" x="2074863" y="3979863"/>
          <p14:tracePt t="24740" x="2108200" y="3967163"/>
          <p14:tracePt t="24741" x="2114550" y="3962400"/>
          <p14:tracePt t="24747" x="2132013" y="3962400"/>
          <p14:tracePt t="24748" x="2136775" y="3956050"/>
          <p14:tracePt t="24753" x="2154238" y="3956050"/>
          <p14:tracePt t="24760" x="2178050" y="3951288"/>
          <p14:tracePt t="24767" x="2193925" y="3944938"/>
          <p14:tracePt t="24774" x="2211388" y="3944938"/>
          <p14:tracePt t="24781" x="2228850" y="3938588"/>
          <p14:tracePt t="24788" x="2239963" y="3938588"/>
          <p14:tracePt t="24795" x="2257425" y="3938588"/>
          <p14:tracePt t="24802" x="2268538" y="3938588"/>
          <p14:tracePt t="24809" x="2279650" y="3938588"/>
          <p14:tracePt t="24810" x="2286000" y="3938588"/>
          <p14:tracePt t="24816" x="2297113" y="3938588"/>
          <p14:tracePt t="24823" x="2303463" y="3938588"/>
          <p14:tracePt t="24830" x="2319338" y="3938588"/>
          <p14:tracePt t="24837" x="2330450" y="3938588"/>
          <p14:tracePt t="24844" x="2343150" y="3938588"/>
          <p14:tracePt t="24851" x="2347913" y="3938588"/>
          <p14:tracePt t="24858" x="2354263" y="3938588"/>
          <p14:tracePt t="24858" x="2359025" y="3938588"/>
          <p14:tracePt t="24865" x="2365375" y="3938588"/>
          <p14:tracePt t="24872" x="2376488" y="3938588"/>
          <p14:tracePt t="24878" x="2387600" y="3938588"/>
          <p14:tracePt t="24885" x="2393950" y="3938588"/>
          <p14:tracePt t="24893" x="2400300" y="3938588"/>
          <p14:tracePt t="24924" x="2405063" y="3938588"/>
          <p14:tracePt t="24931" x="2411413" y="3938588"/>
          <p14:tracePt t="24937" x="2416175" y="3938588"/>
          <p14:tracePt t="24942" x="2422525" y="3938588"/>
          <p14:tracePt t="24948" x="2428875" y="3938588"/>
          <p14:tracePt t="24955" x="2439988" y="3938588"/>
          <p14:tracePt t="24962" x="2451100" y="3938588"/>
          <p14:tracePt t="24963" x="2462213" y="3938588"/>
          <p14:tracePt t="24969" x="2468563" y="3938588"/>
          <p14:tracePt t="24976" x="2490788" y="3938588"/>
          <p14:tracePt t="24983" x="2513013" y="3938588"/>
          <p14:tracePt t="24984" x="2525713" y="3938588"/>
          <p14:tracePt t="24985" x="2530475" y="3938588"/>
          <p14:tracePt t="24990" x="2547938" y="3938588"/>
          <p14:tracePt t="24997" x="2576513" y="3938588"/>
          <p14:tracePt t="24998" x="2587625" y="3938588"/>
          <p14:tracePt t="25004" x="2609850" y="3938588"/>
          <p14:tracePt t="25011" x="2644775" y="3938588"/>
          <p14:tracePt t="25018" x="2684463" y="3938588"/>
          <p14:tracePt t="25019" x="2695575" y="3938588"/>
          <p14:tracePt t="25020" x="2701925" y="3938588"/>
          <p14:tracePt t="25024" x="2724150" y="3938588"/>
          <p14:tracePt t="25032" x="2763838" y="3938588"/>
          <p14:tracePt t="25039" x="2805113" y="3938588"/>
          <p14:tracePt t="25053" x="2855913" y="3938588"/>
          <p14:tracePt t="25054" x="2867025" y="3933825"/>
          <p14:tracePt t="25067" x="2895600" y="3933825"/>
          <p14:tracePt t="25073" x="2901950" y="3933825"/>
          <p14:tracePt t="25119" x="2906713" y="3933825"/>
          <p14:tracePt t="25131" x="2913063" y="3933825"/>
          <p14:tracePt t="25137" x="2917825" y="3933825"/>
          <p14:tracePt t="25144" x="2924175" y="3933825"/>
          <p14:tracePt t="25149" x="2928938" y="3933825"/>
          <p14:tracePt t="25152" x="2935288" y="3933825"/>
          <p14:tracePt t="25156" x="2941638" y="3938588"/>
          <p14:tracePt t="25163" x="2952750" y="3938588"/>
          <p14:tracePt t="25170" x="2970213" y="3938588"/>
          <p14:tracePt t="25177" x="2981325" y="3944938"/>
          <p14:tracePt t="25184" x="3003550" y="3944938"/>
          <p14:tracePt t="25191" x="3032125" y="3944938"/>
          <p14:tracePt t="25198" x="3060700" y="3951288"/>
          <p14:tracePt t="25205" x="3089275" y="3951288"/>
          <p14:tracePt t="25212" x="3117850" y="3951288"/>
          <p14:tracePt t="25219" x="3152775" y="3951288"/>
          <p14:tracePt t="25226" x="3175000" y="3951288"/>
          <p14:tracePt t="25233" x="3197225" y="3951288"/>
          <p14:tracePt t="25240" x="3221038" y="3951288"/>
          <p14:tracePt t="25247" x="3243263" y="3951288"/>
          <p14:tracePt t="25248" x="3249613" y="3956050"/>
          <p14:tracePt t="25254" x="3260725" y="3956050"/>
          <p14:tracePt t="25261" x="3278188" y="3956050"/>
          <p14:tracePt t="25268" x="3289300" y="3962400"/>
          <p14:tracePt t="25274" x="3300413" y="3962400"/>
          <p14:tracePt t="25281" x="3305175" y="3967163"/>
          <p14:tracePt t="25288" x="3311525" y="3967163"/>
          <p14:tracePt t="25301" x="3317875" y="3967163"/>
          <p14:tracePt t="25303" x="3322638" y="3967163"/>
          <p14:tracePt t="25314" x="3328988" y="3967163"/>
          <p14:tracePt t="25321" x="3333750" y="3967163"/>
          <p14:tracePt t="25327" x="3340100" y="3967163"/>
          <p14:tracePt t="25331" x="3346450" y="3967163"/>
          <p14:tracePt t="25332" x="3351213" y="3967163"/>
          <p14:tracePt t="25338" x="3357563" y="3967163"/>
          <p14:tracePt t="25339" x="3362325" y="3967163"/>
          <p14:tracePt t="25344" x="3368675" y="3967163"/>
          <p14:tracePt t="25351" x="3390900" y="3967163"/>
          <p14:tracePt t="25358" x="3403600" y="3973513"/>
          <p14:tracePt t="25359" x="3414713" y="3973513"/>
          <p14:tracePt t="25365" x="3425825" y="3973513"/>
          <p14:tracePt t="25372" x="3448050" y="3973513"/>
          <p14:tracePt t="25378" x="3465513" y="3973513"/>
          <p14:tracePt t="25385" x="3487738" y="3973513"/>
          <p14:tracePt t="25392" x="3505200" y="3973513"/>
          <p14:tracePt t="25393" x="3511550" y="3973513"/>
          <p14:tracePt t="25399" x="3527425" y="3973513"/>
          <p14:tracePt t="25407" x="3544888" y="3973513"/>
          <p14:tracePt t="25408" x="3551238" y="3973513"/>
          <p14:tracePt t="25413" x="3562350" y="3973513"/>
          <p14:tracePt t="25420" x="3579813" y="3973513"/>
          <p14:tracePt t="25427" x="3597275" y="3979863"/>
          <p14:tracePt t="25434" x="3619500" y="3979863"/>
          <p14:tracePt t="25441" x="3630613" y="3979863"/>
          <p14:tracePt t="25448" x="3641725" y="3984625"/>
          <p14:tracePt t="25455" x="3659188" y="3990975"/>
          <p14:tracePt t="25462" x="3665538" y="3990975"/>
          <p14:tracePt t="25463" x="3670300" y="3990975"/>
          <p14:tracePt t="25469" x="3676650" y="3995738"/>
          <p14:tracePt t="25470" x="3681413" y="3995738"/>
          <p14:tracePt t="25476" x="3687763" y="4002088"/>
          <p14:tracePt t="25483" x="3694113" y="4002088"/>
          <p14:tracePt t="25484" x="3698875" y="4002088"/>
          <p14:tracePt t="25489" x="3705225" y="4006850"/>
          <p14:tracePt t="25497" x="3709988" y="4013200"/>
          <p14:tracePt t="25497" x="3716338" y="4019550"/>
          <p14:tracePt t="25504" x="3722688" y="4019550"/>
          <p14:tracePt t="25505" x="3722688" y="4024313"/>
          <p14:tracePt t="25510" x="3727450" y="4024313"/>
          <p14:tracePt t="25517" x="3738563" y="4030663"/>
          <p14:tracePt t="25518" x="3738563" y="4035425"/>
          <p14:tracePt t="25524" x="3744913" y="4041775"/>
          <p14:tracePt t="25532" x="3756025" y="4048125"/>
          <p14:tracePt t="25532" x="3762375" y="4048125"/>
          <p14:tracePt t="25538" x="3767138" y="4052888"/>
          <p14:tracePt t="25545" x="3778250" y="4059238"/>
          <p14:tracePt t="25552" x="3784600" y="4064000"/>
          <p14:tracePt t="25559" x="3790950" y="4070350"/>
          <p14:tracePt t="25566" x="3802063" y="4070350"/>
          <p14:tracePt t="25573" x="3806825" y="4076700"/>
          <p14:tracePt t="25580" x="3813175" y="4087813"/>
          <p14:tracePt t="25587" x="3824288" y="4087813"/>
          <p14:tracePt t="25594" x="3824288" y="4092575"/>
          <p14:tracePt t="25595" x="3830638" y="4092575"/>
          <p14:tracePt t="25604" x="3835400" y="4092575"/>
          <p14:tracePt t="25623" x="3841750" y="4092575"/>
          <p14:tracePt t="25628" x="3848100" y="4092575"/>
          <p14:tracePt t="25638" x="3852863" y="4092575"/>
          <p14:tracePt t="25644" x="3852863" y="4098925"/>
          <p14:tracePt t="25650" x="3859213" y="4098925"/>
          <p14:tracePt t="25662" x="3863975" y="4098925"/>
          <p14:tracePt t="25671" x="3870325" y="4098925"/>
          <p14:tracePt t="25673" x="3870325" y="4105275"/>
          <p14:tracePt t="25680" x="3876675" y="4105275"/>
          <p14:tracePt t="25681" x="3876675" y="4110038"/>
          <p14:tracePt t="25693" x="3881438" y="4110038"/>
          <p14:tracePt t="25702" x="3887788" y="4116388"/>
          <p14:tracePt t="25732" x="3887788" y="4121150"/>
          <p14:tracePt t="25766" x="3892550" y="4121150"/>
          <p14:tracePt t="25770" x="3892550" y="4127500"/>
          <p14:tracePt t="25778" x="3898900" y="4127500"/>
          <p14:tracePt t="25781" x="3898900" y="4132263"/>
          <p14:tracePt t="25792" x="3898900" y="4138613"/>
          <p14:tracePt t="25796" x="3903663" y="4138613"/>
          <p14:tracePt t="25827" x="3910013" y="4138613"/>
          <p14:tracePt t="25830" x="3910013" y="4144963"/>
          <p14:tracePt t="25905" x="3916363" y="4144963"/>
          <p14:tracePt t="25912" x="3921125" y="4144963"/>
          <p14:tracePt t="25917" x="3921125" y="4149725"/>
          <p14:tracePt t="25936" x="3921125" y="4156075"/>
          <p14:tracePt t="25949" x="3921125" y="4160838"/>
          <p14:tracePt t="25961" x="3921125" y="4167188"/>
          <p14:tracePt t="25970" x="3921125" y="4173538"/>
          <p14:tracePt t="25974" x="3921125" y="4178300"/>
          <p14:tracePt t="25986" x="3921125" y="4184650"/>
          <p14:tracePt t="25993" x="3921125" y="4189413"/>
          <p14:tracePt t="26004" x="3921125" y="4195763"/>
          <p14:tracePt t="26014" x="3921125" y="4202113"/>
          <p14:tracePt t="26017" x="3921125" y="4206875"/>
          <p14:tracePt t="26022" x="3916363" y="4206875"/>
          <p14:tracePt t="26024" x="3916363" y="4213225"/>
          <p14:tracePt t="26031" x="3910013" y="4217988"/>
          <p14:tracePt t="26038" x="3903663" y="4224338"/>
          <p14:tracePt t="26045" x="3892550" y="4235450"/>
          <p14:tracePt t="26052" x="3881438" y="4241800"/>
          <p14:tracePt t="26059" x="3863975" y="4257675"/>
          <p14:tracePt t="26066" x="3852863" y="4264025"/>
          <p14:tracePt t="26073" x="3835400" y="4281488"/>
          <p14:tracePt t="26080" x="3819525" y="4286250"/>
          <p14:tracePt t="26087" x="3795713" y="4298950"/>
          <p14:tracePt t="26094" x="3784600" y="4303713"/>
          <p14:tracePt t="26101" x="3767138" y="4310063"/>
          <p14:tracePt t="26108" x="3751263" y="4321175"/>
          <p14:tracePt t="26115" x="3738563" y="4321175"/>
          <p14:tracePt t="26115" x="3738563" y="4327525"/>
          <p14:tracePt t="26116" x="3733800" y="4327525"/>
          <p14:tracePt t="26117" x="3727450" y="4327525"/>
          <p14:tracePt t="26122" x="3722688" y="4332288"/>
          <p14:tracePt t="26123" x="3709988" y="4332288"/>
          <p14:tracePt t="26128" x="3698875" y="4338638"/>
          <p14:tracePt t="26136" x="3670300" y="4349750"/>
          <p14:tracePt t="26143" x="3641725" y="4360863"/>
          <p14:tracePt t="26143" x="3636963" y="4367213"/>
          <p14:tracePt t="26144" x="3630613" y="4367213"/>
          <p14:tracePt t="26149" x="3602038" y="4371975"/>
          <p14:tracePt t="26156" x="3556000" y="4395788"/>
          <p14:tracePt t="26157" x="3551238" y="4395788"/>
          <p14:tracePt t="26158" x="3544888" y="4395788"/>
          <p14:tracePt t="26159" x="3540125" y="4395788"/>
          <p14:tracePt t="26163" x="3511550" y="4406900"/>
          <p14:tracePt t="26170" x="3471863" y="4411663"/>
          <p14:tracePt t="26177" x="3430588" y="4424363"/>
          <p14:tracePt t="26184" x="3379788" y="4435475"/>
          <p14:tracePt t="26185" x="3368675" y="4435475"/>
          <p14:tracePt t="26191" x="3328988" y="4446588"/>
          <p14:tracePt t="26198" x="3271838" y="4452938"/>
          <p14:tracePt t="26205" x="3221038" y="4457700"/>
          <p14:tracePt t="26206" x="3208338" y="4457700"/>
          <p14:tracePt t="26207" x="3203575" y="4464050"/>
          <p14:tracePt t="26212" x="3168650" y="4464050"/>
          <p14:tracePt t="26219" x="3124200" y="4464050"/>
          <p14:tracePt t="26226" x="3082925" y="4464050"/>
          <p14:tracePt t="26233" x="3032125" y="4464050"/>
          <p14:tracePt t="26234" x="3014663" y="4464050"/>
          <p14:tracePt t="26235" x="3003550" y="4464050"/>
          <p14:tracePt t="26240" x="2974975" y="4464050"/>
          <p14:tracePt t="26247" x="2917825" y="4452938"/>
          <p14:tracePt t="26248" x="2901950" y="4452938"/>
          <p14:tracePt t="26249" x="2889250" y="4452938"/>
          <p14:tracePt t="26254" x="2860675" y="4452938"/>
          <p14:tracePt t="26261" x="2816225" y="4440238"/>
          <p14:tracePt t="26268" x="2776538" y="4435475"/>
          <p14:tracePt t="26268" x="2763838" y="4435475"/>
          <p14:tracePt t="26269" x="2759075" y="4435475"/>
          <p14:tracePt t="26270" x="2752725" y="4435475"/>
          <p14:tracePt t="26274" x="2735263" y="4435475"/>
          <p14:tracePt t="26282" x="2701925" y="4424363"/>
          <p14:tracePt t="26283" x="2684463" y="4424363"/>
          <p14:tracePt t="26289" x="2655888" y="4418013"/>
          <p14:tracePt t="26296" x="2627313" y="4418013"/>
          <p14:tracePt t="26303" x="2587625" y="4411663"/>
          <p14:tracePt t="26310" x="2554288" y="4406900"/>
          <p14:tracePt t="26316" x="2513013" y="4406900"/>
          <p14:tracePt t="26324" x="2484438" y="4406900"/>
          <p14:tracePt t="26330" x="2439988" y="4406900"/>
          <p14:tracePt t="26338" x="2405063" y="4406900"/>
          <p14:tracePt t="26344" x="2371725" y="4406900"/>
          <p14:tracePt t="26351" x="2347913" y="4406900"/>
          <p14:tracePt t="26358" x="2319338" y="4406900"/>
          <p14:tracePt t="26366" x="2297113" y="4406900"/>
          <p14:tracePt t="26372" x="2279650" y="4406900"/>
          <p14:tracePt t="26379" x="2262188" y="4400550"/>
          <p14:tracePt t="26386" x="2251075" y="4400550"/>
          <p14:tracePt t="26392" x="2239963" y="4395788"/>
          <p14:tracePt t="26404" x="2222500" y="4389438"/>
          <p14:tracePt t="26407" x="2217738" y="4383088"/>
          <p14:tracePt t="26420" x="2193925" y="4371975"/>
          <p14:tracePt t="26421" x="2189163" y="4371975"/>
          <p14:tracePt t="26427" x="2178050" y="4367213"/>
          <p14:tracePt t="26434" x="2160588" y="4360863"/>
          <p14:tracePt t="26441" x="2149475" y="4356100"/>
          <p14:tracePt t="26448" x="2136775" y="4349750"/>
          <p14:tracePt t="26455" x="2125663" y="4343400"/>
          <p14:tracePt t="26456" x="2114550" y="4343400"/>
          <p14:tracePt t="26462" x="2108200" y="4338638"/>
          <p14:tracePt t="26469" x="2092325" y="4338638"/>
          <p14:tracePt t="26476" x="2085975" y="4338638"/>
          <p14:tracePt t="26483" x="2081213" y="4338638"/>
          <p14:tracePt t="26490" x="2074863" y="4338638"/>
          <p14:tracePt t="26497" x="2068513" y="4332288"/>
          <p14:tracePt t="26504" x="2057400" y="4321175"/>
          <p14:tracePt t="26511" x="2028825" y="4303713"/>
          <p14:tracePt t="26518" x="1995488" y="4286250"/>
          <p14:tracePt t="26519" x="1989138" y="4281488"/>
          <p14:tracePt t="26524" x="1960563" y="4264025"/>
          <p14:tracePt t="26532" x="1927225" y="4246563"/>
          <p14:tracePt t="26539" x="1903413" y="4230688"/>
          <p14:tracePt t="26545" x="1881188" y="4213225"/>
          <p14:tracePt t="26553" x="1863725" y="4195763"/>
          <p14:tracePt t="26559" x="1841500" y="4184650"/>
          <p14:tracePt t="26566" x="1835150" y="4173538"/>
          <p14:tracePt t="26573" x="1824038" y="4167188"/>
          <p14:tracePt t="26580" x="1824038" y="4160838"/>
          <p14:tracePt t="26587" x="1824038" y="4156075"/>
          <p14:tracePt t="26599" x="1824038" y="4149725"/>
          <p14:tracePt t="26616" x="1824038" y="4144963"/>
          <p14:tracePt t="26622" x="1824038" y="4138613"/>
          <p14:tracePt t="26625" x="1830388" y="4138613"/>
          <p14:tracePt t="26629" x="1835150" y="4127500"/>
          <p14:tracePt t="26636" x="1846263" y="4116388"/>
          <p14:tracePt t="26643" x="1863725" y="4105275"/>
          <p14:tracePt t="26649" x="1885950" y="4087813"/>
          <p14:tracePt t="26656" x="1914525" y="4070350"/>
          <p14:tracePt t="26657" x="1914525" y="4064000"/>
          <p14:tracePt t="26658" x="1920875" y="4064000"/>
          <p14:tracePt t="26663" x="1943100" y="4048125"/>
          <p14:tracePt t="26670" x="1978025" y="4030663"/>
          <p14:tracePt t="26678" x="2024063" y="4002088"/>
          <p14:tracePt t="26679" x="2035175" y="3995738"/>
          <p14:tracePt t="26684" x="2052638" y="3990975"/>
          <p14:tracePt t="26691" x="2097088" y="3967163"/>
          <p14:tracePt t="26698" x="2125663" y="3956050"/>
          <p14:tracePt t="26705" x="2160588" y="3951288"/>
          <p14:tracePt t="26712" x="2193925" y="3938588"/>
          <p14:tracePt t="26719" x="2217738" y="3933825"/>
          <p14:tracePt t="26720" x="2222500" y="3933825"/>
          <p14:tracePt t="26726" x="2239963" y="3927475"/>
          <p14:tracePt t="26733" x="2257425" y="3922713"/>
          <p14:tracePt t="26734" x="2262188" y="3922713"/>
          <p14:tracePt t="26740" x="2279650" y="3922713"/>
          <p14:tracePt t="26747" x="2303463" y="3916363"/>
          <p14:tracePt t="26748" x="2308225" y="3916363"/>
          <p14:tracePt t="26754" x="2325688" y="3916363"/>
          <p14:tracePt t="26754" x="2330450" y="3916363"/>
          <p14:tracePt t="26755" x="2336800" y="3916363"/>
          <p14:tracePt t="26760" x="2359025" y="3916363"/>
          <p14:tracePt t="26767" x="2387600" y="3916363"/>
          <p14:tracePt t="26774" x="2428875" y="3910013"/>
          <p14:tracePt t="26781" x="2462213" y="3910013"/>
          <p14:tracePt t="26782" x="2468563" y="3910013"/>
          <p14:tracePt t="26783" x="2473325" y="3910013"/>
          <p14:tracePt t="26788" x="2508250" y="3910013"/>
          <p14:tracePt t="26795" x="2541588" y="3910013"/>
          <p14:tracePt t="26802" x="2593975" y="3910013"/>
          <p14:tracePt t="26809" x="2638425" y="3910013"/>
          <p14:tracePt t="26810" x="2651125" y="3910013"/>
          <p14:tracePt t="26811" x="2655888" y="3910013"/>
          <p14:tracePt t="26816" x="2684463" y="3910013"/>
          <p14:tracePt t="26823" x="2719388" y="3910013"/>
          <p14:tracePt t="26830" x="2759075" y="3910013"/>
          <p14:tracePt t="26837" x="2798763" y="3910013"/>
          <p14:tracePt t="26845" x="2832100" y="3910013"/>
          <p14:tracePt t="26846" x="2849563" y="3910013"/>
          <p14:tracePt t="26851" x="2878138" y="3910013"/>
          <p14:tracePt t="26858" x="2913063" y="3910013"/>
          <p14:tracePt t="26865" x="2946400" y="3916363"/>
          <p14:tracePt t="26872" x="2986088" y="3922713"/>
          <p14:tracePt t="26873" x="2998788" y="3927475"/>
          <p14:tracePt t="26873" x="3003550" y="3927475"/>
          <p14:tracePt t="26879" x="3043238" y="3933825"/>
          <p14:tracePt t="26886" x="3078163" y="3933825"/>
          <p14:tracePt t="26893" x="3135313" y="3938588"/>
          <p14:tracePt t="26900" x="3192463" y="3944938"/>
          <p14:tracePt t="26907" x="3243263" y="3944938"/>
          <p14:tracePt t="26914" x="3300413" y="3956050"/>
          <p14:tracePt t="26921" x="3375025" y="3962400"/>
          <p14:tracePt t="26927" x="3436938" y="3973513"/>
          <p14:tracePt t="26935" x="3516313" y="3979863"/>
          <p14:tracePt t="26942" x="3608388" y="3990975"/>
          <p14:tracePt t="26949" x="3670300" y="3990975"/>
          <p14:tracePt t="26955" x="3756025" y="4002088"/>
          <p14:tracePt t="26962" x="3824288" y="4013200"/>
          <p14:tracePt t="26969" x="3892550" y="4019550"/>
          <p14:tracePt t="26970" x="3910013" y="4019550"/>
          <p14:tracePt t="26976" x="3938588" y="4024313"/>
          <p14:tracePt t="26983" x="3984625" y="4030663"/>
          <p14:tracePt t="26990" x="4013200" y="4030663"/>
          <p14:tracePt t="26997" x="4035425" y="4035425"/>
          <p14:tracePt t="27004" x="4046538" y="4035425"/>
          <p14:tracePt t="27011" x="4052888" y="4035425"/>
          <p14:tracePt t="27018" x="4057650" y="4035425"/>
          <p14:tracePt t="27061" x="4057650" y="4041775"/>
          <p14:tracePt t="27068" x="4064000" y="4041775"/>
          <p14:tracePt t="27072" x="4070350" y="4041775"/>
          <p14:tracePt t="27076" x="4070350" y="4048125"/>
          <p14:tracePt t="27080" x="4075113" y="4052888"/>
          <p14:tracePt t="27087" x="4086225" y="4059238"/>
          <p14:tracePt t="27094" x="4098925" y="4064000"/>
          <p14:tracePt t="27101" x="4103688" y="4070350"/>
          <p14:tracePt t="27108" x="4110038" y="4076700"/>
          <p14:tracePt t="27115" x="4114800" y="4076700"/>
          <p14:tracePt t="27122" x="4114800" y="4081463"/>
          <p14:tracePt t="27140" x="4121150" y="4081463"/>
          <p14:tracePt t="27151" x="4121150" y="4087813"/>
          <p14:tracePt t="27161" x="4121150" y="4092575"/>
          <p14:tracePt t="27164" x="4125913" y="4098925"/>
          <p14:tracePt t="27170" x="4125913" y="4105275"/>
          <p14:tracePt t="27177" x="4125913" y="4110038"/>
          <p14:tracePt t="27184" x="4138613" y="4121150"/>
          <p14:tracePt t="27192" x="4138613" y="4127500"/>
          <p14:tracePt t="27198" x="4138613" y="4132263"/>
          <p14:tracePt t="27205" x="4143375" y="4132263"/>
          <p14:tracePt t="27212" x="4143375" y="4138613"/>
          <p14:tracePt t="27219" x="4143375" y="4144963"/>
          <p14:tracePt t="27226" x="4143375" y="4149725"/>
          <p14:tracePt t="27233" x="4143375" y="4156075"/>
          <p14:tracePt t="27240" x="4143375" y="4160838"/>
          <p14:tracePt t="27247" x="4143375" y="4167188"/>
          <p14:tracePt t="27254" x="4143375" y="4173538"/>
          <p14:tracePt t="27255" x="4143375" y="4178300"/>
          <p14:tracePt t="27260" x="4138613" y="4184650"/>
          <p14:tracePt t="27267" x="4132263" y="4195763"/>
          <p14:tracePt t="27274" x="4121150" y="4206875"/>
          <p14:tracePt t="27281" x="4110038" y="4224338"/>
          <p14:tracePt t="27288" x="4092575" y="4241800"/>
          <p14:tracePt t="27295" x="4075113" y="4257675"/>
          <p14:tracePt t="27302" x="4057650" y="4275138"/>
          <p14:tracePt t="27309" x="4041775" y="4286250"/>
          <p14:tracePt t="27310" x="4041775" y="4292600"/>
          <p14:tracePt t="27311" x="4035425" y="4292600"/>
          <p14:tracePt t="27316" x="4029075" y="4298950"/>
          <p14:tracePt t="27323" x="4017963" y="4310063"/>
          <p14:tracePt t="27330" x="4006850" y="4314825"/>
          <p14:tracePt t="27337" x="4002088" y="4321175"/>
          <p14:tracePt t="27344" x="3995738" y="4321175"/>
          <p14:tracePt t="27351" x="3989388" y="4321175"/>
          <p14:tracePt t="27358" x="3989388" y="4327525"/>
          <p14:tracePt t="27359" x="3984625" y="4327525"/>
          <p14:tracePt t="27365" x="3978275" y="4332288"/>
          <p14:tracePt t="27372" x="3967163" y="4338638"/>
          <p14:tracePt t="27378" x="3949700" y="4338638"/>
          <p14:tracePt t="27385" x="3932238" y="4343400"/>
          <p14:tracePt t="27392" x="3898900" y="4356100"/>
          <p14:tracePt t="27393" x="3892550" y="4356100"/>
          <p14:tracePt t="27394" x="3887788" y="4360863"/>
          <p14:tracePt t="27395" x="3881438" y="4360863"/>
          <p14:tracePt t="27400" x="3852863" y="4367213"/>
          <p14:tracePt t="27406" x="3806825" y="4378325"/>
          <p14:tracePt t="27420" x="3698875" y="4395788"/>
          <p14:tracePt t="27421" x="3681413" y="4400550"/>
          <p14:tracePt t="27427" x="3625850" y="4406900"/>
          <p14:tracePt t="27434" x="3562350" y="4418013"/>
          <p14:tracePt t="27435" x="3540125" y="4424363"/>
          <p14:tracePt t="27436" x="3527425" y="4424363"/>
          <p14:tracePt t="27441" x="3482975" y="4424363"/>
          <p14:tracePt t="27448" x="3397250" y="4429125"/>
          <p14:tracePt t="27449" x="3375025" y="4429125"/>
          <p14:tracePt t="27455" x="3322638" y="4429125"/>
          <p14:tracePt t="27462" x="3260725" y="4429125"/>
          <p14:tracePt t="27469" x="3197225" y="4429125"/>
          <p14:tracePt t="27470" x="3179763" y="4429125"/>
          <p14:tracePt t="27471" x="3175000" y="4429125"/>
          <p14:tracePt t="27476" x="3146425" y="4429125"/>
          <p14:tracePt t="27483" x="3089275" y="4429125"/>
          <p14:tracePt t="27490" x="3043238" y="4429125"/>
          <p14:tracePt t="27497" x="2992438" y="4429125"/>
          <p14:tracePt t="27504" x="2946400" y="4429125"/>
          <p14:tracePt t="27511" x="2906713" y="4429125"/>
          <p14:tracePt t="27512" x="2901950" y="4429125"/>
          <p14:tracePt t="27517" x="2867025" y="4429125"/>
          <p14:tracePt t="27525" x="2827338" y="4429125"/>
          <p14:tracePt t="27532" x="2781300" y="4429125"/>
          <p14:tracePt t="27539" x="2735263" y="4429125"/>
          <p14:tracePt t="27546" x="2695575" y="4429125"/>
          <p14:tracePt t="27553" x="2644775" y="4429125"/>
          <p14:tracePt t="27554" x="2622550" y="4429125"/>
          <p14:tracePt t="27555" x="2609850" y="4429125"/>
          <p14:tracePt t="27556" x="2598738" y="4429125"/>
          <p14:tracePt t="27557" x="2587625" y="4429125"/>
          <p14:tracePt t="27558" x="2581275" y="4429125"/>
          <p14:tracePt t="27560" x="2570163" y="4429125"/>
          <p14:tracePt t="27561" x="2559050" y="4429125"/>
          <p14:tracePt t="27562" x="2554288" y="4424363"/>
          <p14:tracePt t="27563" x="2547938" y="4424363"/>
          <p14:tracePt t="27564" x="2536825" y="4424363"/>
          <p14:tracePt t="27567" x="2530475" y="4424363"/>
          <p14:tracePt t="27573" x="2479675" y="4424363"/>
          <p14:tracePt t="27581" x="2428875" y="4424363"/>
          <p14:tracePt t="27587" x="2376488" y="4418013"/>
          <p14:tracePt t="27595" x="2330450" y="4418013"/>
          <p14:tracePt t="27595" x="2314575" y="4418013"/>
          <p14:tracePt t="27601" x="2286000" y="4418013"/>
          <p14:tracePt t="27609" x="2251075" y="4411663"/>
          <p14:tracePt t="27615" x="2211388" y="4400550"/>
          <p14:tracePt t="27622" x="2182813" y="4395788"/>
          <p14:tracePt t="27623" x="2178050" y="4395788"/>
          <p14:tracePt t="27629" x="2160588" y="4395788"/>
          <p14:tracePt t="27636" x="2136775" y="4389438"/>
          <p14:tracePt t="27643" x="2125663" y="4378325"/>
          <p14:tracePt t="27650" x="2114550" y="4378325"/>
          <p14:tracePt t="27659" x="2108200" y="4371975"/>
          <p14:tracePt t="27663" x="2103438" y="4371975"/>
          <p14:tracePt t="27670" x="2103438" y="4367213"/>
          <p14:tracePt t="27677" x="2092325" y="4360863"/>
          <p14:tracePt t="27685" x="2074863" y="4349750"/>
          <p14:tracePt t="27691" x="2063750" y="4338638"/>
          <p14:tracePt t="27698" x="2046288" y="4327525"/>
          <p14:tracePt t="27705" x="2028825" y="4310063"/>
          <p14:tracePt t="27712" x="2017713" y="4292600"/>
          <p14:tracePt t="27719" x="2006600" y="4281488"/>
          <p14:tracePt t="27726" x="2000250" y="4275138"/>
          <p14:tracePt t="27733" x="1995488" y="4264025"/>
          <p14:tracePt t="27740" x="1995488" y="4257675"/>
          <p14:tracePt t="27747" x="1995488" y="4252913"/>
          <p14:tracePt t="27754" x="1995488" y="4241800"/>
          <p14:tracePt t="27760" x="1995488" y="4230688"/>
          <p14:tracePt t="27768" x="1995488" y="4213225"/>
          <p14:tracePt t="27775" x="1995488" y="4195763"/>
          <p14:tracePt t="27782" x="1995488" y="4178300"/>
          <p14:tracePt t="27783" x="1995488" y="4173538"/>
          <p14:tracePt t="27788" x="1995488" y="4160838"/>
          <p14:tracePt t="27795" x="1995488" y="4144963"/>
          <p14:tracePt t="27802" x="2000250" y="4127500"/>
          <p14:tracePt t="27809" x="2000250" y="4105275"/>
          <p14:tracePt t="27810" x="2006600" y="4092575"/>
          <p14:tracePt t="27816" x="2011363" y="4081463"/>
          <p14:tracePt t="27823" x="2011363" y="4059238"/>
          <p14:tracePt t="27830" x="2017713" y="4041775"/>
          <p14:tracePt t="27837" x="2024063" y="4024313"/>
          <p14:tracePt t="27844" x="2028825" y="4019550"/>
          <p14:tracePt t="27851" x="2035175" y="4013200"/>
          <p14:tracePt t="27858" x="2039938" y="4002088"/>
          <p14:tracePt t="27865" x="2039938" y="3995738"/>
          <p14:tracePt t="27872" x="2052638" y="3984625"/>
          <p14:tracePt t="27878" x="2063750" y="3973513"/>
          <p14:tracePt t="27885" x="2068513" y="3967163"/>
          <p14:tracePt t="27892" x="2081213" y="3962400"/>
          <p14:tracePt t="27899" x="2092325" y="3956050"/>
          <p14:tracePt t="27906" x="2103438" y="3951288"/>
          <p14:tracePt t="27913" x="2108200" y="3944938"/>
          <p14:tracePt t="27920" x="2120900" y="3944938"/>
          <p14:tracePt t="27927" x="2132013" y="3944938"/>
          <p14:tracePt t="27934" x="2136775" y="3944938"/>
          <p14:tracePt t="27941" x="2154238" y="3938588"/>
          <p14:tracePt t="27948" x="2182813" y="3938588"/>
          <p14:tracePt t="27955" x="2211388" y="3938588"/>
          <p14:tracePt t="27962" x="2246313" y="3938588"/>
          <p14:tracePt t="27969" x="2290763" y="3938588"/>
          <p14:tracePt t="27970" x="2308225" y="3938588"/>
          <p14:tracePt t="27971" x="2314575" y="3938588"/>
          <p14:tracePt t="27976" x="2336800" y="3938588"/>
          <p14:tracePt t="27983" x="2387600" y="3944938"/>
          <p14:tracePt t="27990" x="2433638" y="3944938"/>
          <p14:tracePt t="27997" x="2479675" y="3951288"/>
          <p14:tracePt t="27997" x="2484438" y="3951288"/>
          <p14:tracePt t="28004" x="2513013" y="3951288"/>
          <p14:tracePt t="28010" x="2547938" y="3951288"/>
          <p14:tracePt t="28017" x="2570163" y="3951288"/>
          <p14:tracePt t="28024" x="2587625" y="3951288"/>
          <p14:tracePt t="28031" x="2593975" y="3951288"/>
          <p14:tracePt t="28038" x="2598738" y="3951288"/>
          <p14:tracePt t="28082" x="2605088" y="3951288"/>
          <p14:tracePt t="28086" x="2605088" y="3944938"/>
          <p14:tracePt t="28088" x="2609850" y="3944938"/>
          <p14:tracePt t="28094" x="2616200" y="3944938"/>
          <p14:tracePt t="28101" x="2633663" y="3944938"/>
          <p14:tracePt t="28108" x="2651125" y="3944938"/>
          <p14:tracePt t="28115" x="2673350" y="3944938"/>
          <p14:tracePt t="28122" x="2695575" y="3944938"/>
          <p14:tracePt t="28123" x="2706688" y="3944938"/>
          <p14:tracePt t="28129" x="2724150" y="3944938"/>
          <p14:tracePt t="28136" x="2747963" y="3944938"/>
          <p14:tracePt t="28143" x="2776538" y="3944938"/>
          <p14:tracePt t="28150" x="2805113" y="3944938"/>
          <p14:tracePt t="28157" x="2827338" y="3944938"/>
          <p14:tracePt t="28164" x="2855913" y="3944938"/>
          <p14:tracePt t="28170" x="2873375" y="3944938"/>
          <p14:tracePt t="28178" x="2884488" y="3944938"/>
          <p14:tracePt t="28185" x="2901950" y="3944938"/>
          <p14:tracePt t="28191" x="2906713" y="3944938"/>
          <p14:tracePt t="28198" x="2924175" y="3951288"/>
          <p14:tracePt t="28205" x="2941638" y="3951288"/>
          <p14:tracePt t="28212" x="2963863" y="3951288"/>
          <p14:tracePt t="28219" x="2992438" y="3956050"/>
          <p14:tracePt t="28227" x="3021013" y="3956050"/>
          <p14:tracePt t="28233" x="3054350" y="3956050"/>
          <p14:tracePt t="28247" x="3111500" y="3967163"/>
          <p14:tracePt t="28248" x="3117850" y="3967163"/>
          <p14:tracePt t="28254" x="3135313" y="3973513"/>
          <p14:tracePt t="28261" x="3163888" y="3973513"/>
          <p14:tracePt t="28268" x="3186113" y="3979863"/>
          <p14:tracePt t="28275" x="3214688" y="3984625"/>
          <p14:tracePt t="28282" x="3236913" y="3984625"/>
          <p14:tracePt t="28288" x="3260725" y="3990975"/>
          <p14:tracePt t="28295" x="3282950" y="3990975"/>
          <p14:tracePt t="28296" x="3294063" y="3995738"/>
          <p14:tracePt t="28302" x="3311525" y="3995738"/>
          <p14:tracePt t="28310" x="3333750" y="4002088"/>
          <p14:tracePt t="28316" x="3351213" y="4006850"/>
          <p14:tracePt t="28323" x="3368675" y="4013200"/>
          <p14:tracePt t="28331" x="3386138" y="4013200"/>
          <p14:tracePt t="28332" x="3397250" y="4019550"/>
          <p14:tracePt t="28337" x="3403600" y="4019550"/>
          <p14:tracePt t="28344" x="3425825" y="4019550"/>
          <p14:tracePt t="28351" x="3443288" y="4030663"/>
          <p14:tracePt t="28358" x="3459163" y="4030663"/>
          <p14:tracePt t="28365" x="3471863" y="4035425"/>
          <p14:tracePt t="28372" x="3482975" y="4035425"/>
          <p14:tracePt t="28379" x="3494088" y="4041775"/>
          <p14:tracePt t="28386" x="3505200" y="4048125"/>
          <p14:tracePt t="28393" x="3516313" y="4052888"/>
          <p14:tracePt t="28399" x="3533775" y="4052888"/>
          <p14:tracePt t="28408" x="3544888" y="4059238"/>
          <p14:tracePt t="28413" x="3556000" y="4064000"/>
          <p14:tracePt t="28428" x="3579813" y="4070350"/>
          <p14:tracePt t="28434" x="3590925" y="4076700"/>
          <p14:tracePt t="28441" x="3602038" y="4081463"/>
          <p14:tracePt t="28448" x="3613150" y="4092575"/>
          <p14:tracePt t="28455" x="3630613" y="4098925"/>
          <p14:tracePt t="28462" x="3648075" y="4110038"/>
          <p14:tracePt t="28469" x="3665538" y="4121150"/>
          <p14:tracePt t="28476" x="3676650" y="4127500"/>
          <p14:tracePt t="28483" x="3694113" y="4132263"/>
          <p14:tracePt t="28490" x="3698875" y="4138613"/>
          <p14:tracePt t="28497" x="3705225" y="4138613"/>
          <p14:tracePt t="28503" x="3709988" y="4144963"/>
          <p14:tracePt t="28540" x="3716338" y="4144963"/>
          <p14:tracePt t="28545" x="3722688" y="4144963"/>
          <p14:tracePt t="28549" x="3722688" y="4149725"/>
          <p14:tracePt t="28552" x="3727450" y="4149725"/>
          <p14:tracePt t="28560" x="3733800" y="4156075"/>
          <p14:tracePt t="28566" x="3738563" y="4156075"/>
          <p14:tracePt t="28573" x="3744913" y="4160838"/>
          <p14:tracePt t="28580" x="3751263" y="4160838"/>
          <p14:tracePt t="28587" x="3756025" y="4173538"/>
          <p14:tracePt t="28594" x="3767138" y="4173538"/>
          <p14:tracePt t="28601" x="3767138" y="4178300"/>
          <p14:tracePt t="28608" x="3773488" y="4178300"/>
          <p14:tracePt t="28616" x="3773488" y="4184650"/>
          <p14:tracePt t="28623" x="3778250" y="4184650"/>
          <p14:tracePt t="28714" x="3778250" y="4189413"/>
          <p14:tracePt t="28720" x="3784600" y="4195763"/>
          <p14:tracePt t="28761" x="3784600" y="4202113"/>
          <p14:tracePt t="28768" x="3784600" y="4206875"/>
          <p14:tracePt t="28771" x="3778250" y="4206875"/>
          <p14:tracePt t="28775" x="3778250" y="4213225"/>
          <p14:tracePt t="28782" x="3773488" y="4217988"/>
          <p14:tracePt t="28789" x="3767138" y="4224338"/>
          <p14:tracePt t="28796" x="3762375" y="4230688"/>
          <p14:tracePt t="28803" x="3756025" y="4241800"/>
          <p14:tracePt t="28810" x="3751263" y="4246563"/>
          <p14:tracePt t="28816" x="3738563" y="4252913"/>
          <p14:tracePt t="28823" x="3727450" y="4264025"/>
          <p14:tracePt t="28830" x="3716338" y="4270375"/>
          <p14:tracePt t="28837" x="3705225" y="4275138"/>
          <p14:tracePt t="28845" x="3698875" y="4286250"/>
          <p14:tracePt t="28851" x="3687763" y="4292600"/>
          <p14:tracePt t="28865" x="3670300" y="4303713"/>
          <p14:tracePt t="28866" x="3665538" y="4303713"/>
          <p14:tracePt t="28872" x="3648075" y="4314825"/>
          <p14:tracePt t="28879" x="3636963" y="4321175"/>
          <p14:tracePt t="28886" x="3602038" y="4338638"/>
          <p14:tracePt t="28893" x="3562350" y="4356100"/>
          <p14:tracePt t="28900" x="3522663" y="4367213"/>
          <p14:tracePt t="28901" x="3516313" y="4367213"/>
          <p14:tracePt t="28901" x="3511550" y="4367213"/>
          <p14:tracePt t="28902" x="3505200" y="4371975"/>
          <p14:tracePt t="28903" x="3500438" y="4371975"/>
          <p14:tracePt t="28906" x="3487738" y="4378325"/>
          <p14:tracePt t="28913" x="3454400" y="4383088"/>
          <p14:tracePt t="28920" x="3419475" y="4389438"/>
          <p14:tracePt t="28927" x="3397250" y="4395788"/>
          <p14:tracePt t="28935" x="3368675" y="4395788"/>
          <p14:tracePt t="28941" x="3346450" y="4395788"/>
          <p14:tracePt t="28948" x="3317875" y="4395788"/>
          <p14:tracePt t="28955" x="3300413" y="4395788"/>
          <p14:tracePt t="28962" x="3282950" y="4395788"/>
          <p14:tracePt t="28969" x="3278188" y="4395788"/>
          <p14:tracePt t="28976" x="3260725" y="4395788"/>
          <p14:tracePt t="28983" x="3254375" y="4395788"/>
          <p14:tracePt t="28990" x="3243263" y="4395788"/>
          <p14:tracePt t="28991" x="3236913" y="4395788"/>
          <p14:tracePt t="28997" x="3225800" y="4395788"/>
          <p14:tracePt t="29004" x="3208338" y="4395788"/>
          <p14:tracePt t="29011" x="3179763" y="4395788"/>
          <p14:tracePt t="29018" x="3152775" y="4395788"/>
          <p14:tracePt t="29025" x="3117850" y="4395788"/>
          <p14:tracePt t="29032" x="3082925" y="4395788"/>
          <p14:tracePt t="29033" x="3071813" y="4395788"/>
          <p14:tracePt t="29038" x="3038475" y="4395788"/>
          <p14:tracePt t="29045" x="2992438" y="4389438"/>
          <p14:tracePt t="29052" x="2946400" y="4389438"/>
          <p14:tracePt t="29060" x="2889250" y="4383088"/>
          <p14:tracePt t="29061" x="2867025" y="4383088"/>
          <p14:tracePt t="29062" x="2855913" y="4383088"/>
          <p14:tracePt t="29066" x="2820988" y="4383088"/>
          <p14:tracePt t="29073" x="2759075" y="4371975"/>
          <p14:tracePt t="29075" x="2741613" y="4371975"/>
          <p14:tracePt t="29076" x="2724150" y="4371975"/>
          <p14:tracePt t="29077" x="2719388" y="4371975"/>
          <p14:tracePt t="29078" x="2713038" y="4371975"/>
          <p14:tracePt t="29080" x="2701925" y="4367213"/>
          <p14:tracePt t="29087" x="2644775" y="4360863"/>
          <p14:tracePt t="29094" x="2598738" y="4356100"/>
          <p14:tracePt t="29095" x="2587625" y="4356100"/>
          <p14:tracePt t="29096" x="2576513" y="4349750"/>
          <p14:tracePt t="29101" x="2559050" y="4349750"/>
          <p14:tracePt t="29108" x="2513013" y="4343400"/>
          <p14:tracePt t="29115" x="2484438" y="4332288"/>
          <p14:tracePt t="29122" x="2455863" y="4332288"/>
          <p14:tracePt t="29123" x="2444750" y="4327525"/>
          <p14:tracePt t="29128" x="2428875" y="4327525"/>
          <p14:tracePt t="29135" x="2405063" y="4321175"/>
          <p14:tracePt t="29142" x="2387600" y="4321175"/>
          <p14:tracePt t="29149" x="2365375" y="4314825"/>
          <p14:tracePt t="29156" x="2354263" y="4310063"/>
          <p14:tracePt t="29163" x="2336800" y="4303713"/>
          <p14:tracePt t="29170" x="2319338" y="4298950"/>
          <p14:tracePt t="29177" x="2308225" y="4298950"/>
          <p14:tracePt t="29184" x="2297113" y="4286250"/>
          <p14:tracePt t="29191" x="2279650" y="4281488"/>
          <p14:tracePt t="29198" x="2262188" y="4275138"/>
          <p14:tracePt t="29205" x="2251075" y="4264025"/>
          <p14:tracePt t="29212" x="2233613" y="4257675"/>
          <p14:tracePt t="29219" x="2222500" y="4246563"/>
          <p14:tracePt t="29220" x="2217738" y="4241800"/>
          <p14:tracePt t="29226" x="2206625" y="4235450"/>
          <p14:tracePt t="29233" x="2193925" y="4230688"/>
          <p14:tracePt t="29240" x="2182813" y="4230688"/>
          <p14:tracePt t="29247" x="2178050" y="4217988"/>
          <p14:tracePt t="29253" x="2171700" y="4213225"/>
          <p14:tracePt t="29261" x="2165350" y="4213225"/>
          <p14:tracePt t="29267" x="2165350" y="4206875"/>
          <p14:tracePt t="29274" x="2165350" y="4202113"/>
          <p14:tracePt t="29281" x="2160588" y="4195763"/>
          <p14:tracePt t="29288" x="2154238" y="4189413"/>
          <p14:tracePt t="29295" x="2154238" y="4184650"/>
          <p14:tracePt t="29302" x="2154238" y="4173538"/>
          <p14:tracePt t="29309" x="2154238" y="4160838"/>
          <p14:tracePt t="29310" x="2149475" y="4156075"/>
          <p14:tracePt t="29317" x="2149475" y="4144963"/>
          <p14:tracePt t="29325" x="2149475" y="4138613"/>
          <p14:tracePt t="29335" x="2149475" y="4132263"/>
          <p14:tracePt t="29348" x="2149475" y="4127500"/>
          <p14:tracePt t="29366" x="2154238" y="4127500"/>
          <p14:tracePt t="29368" x="2154238" y="4121150"/>
          <p14:tracePt t="29372" x="2160588" y="4121150"/>
          <p14:tracePt t="29379" x="2171700" y="4116388"/>
          <p14:tracePt t="29386" x="2193925" y="4105275"/>
          <p14:tracePt t="29393" x="2217738" y="4098925"/>
          <p14:tracePt t="29401" x="2251075" y="4098925"/>
          <p14:tracePt t="29408" x="2286000" y="4092575"/>
          <p14:tracePt t="29414" x="2314575" y="4092575"/>
          <p14:tracePt t="29421" x="2347913" y="4092575"/>
          <p14:tracePt t="29428" x="2382838" y="4092575"/>
          <p14:tracePt t="29435" x="2428875" y="4092575"/>
          <p14:tracePt t="29442" x="2462213" y="4098925"/>
          <p14:tracePt t="29449" x="2501900" y="4105275"/>
          <p14:tracePt t="29455" x="2536825" y="4110038"/>
          <p14:tracePt t="29463" x="2565400" y="4110038"/>
          <p14:tracePt t="29469" x="2587625" y="4110038"/>
          <p14:tracePt t="29476" x="2605088" y="4110038"/>
          <p14:tracePt t="29483" x="2622550" y="4110038"/>
          <p14:tracePt t="29490" x="2638425" y="4110038"/>
          <p14:tracePt t="29497" x="2655888" y="4110038"/>
          <p14:tracePt t="29504" x="2679700" y="4110038"/>
          <p14:tracePt t="29511" x="2713038" y="4110038"/>
          <p14:tracePt t="29518" x="2747963" y="4110038"/>
          <p14:tracePt t="29525" x="2787650" y="4110038"/>
          <p14:tracePt t="29525" x="2792413" y="4110038"/>
          <p14:tracePt t="29526" x="2798763" y="4110038"/>
          <p14:tracePt t="29527" x="2805113" y="4110038"/>
          <p14:tracePt t="29532" x="2827338" y="4110038"/>
          <p14:tracePt t="29538" x="2860675" y="4110038"/>
          <p14:tracePt t="29546" x="2906713" y="4110038"/>
          <p14:tracePt t="29546" x="2913063" y="4110038"/>
          <p14:tracePt t="29547" x="2917825" y="4110038"/>
          <p14:tracePt t="29548" x="2924175" y="4110038"/>
          <p14:tracePt t="29552" x="2941638" y="4110038"/>
          <p14:tracePt t="29561" x="2957513" y="4110038"/>
          <p14:tracePt t="29567" x="2981325" y="4110038"/>
          <p14:tracePt t="29574" x="3009900" y="4110038"/>
          <p14:tracePt t="29581" x="3014663" y="4110038"/>
          <p14:tracePt t="29587" x="3021013" y="4110038"/>
          <p14:tracePt t="29715" x="3014663" y="4110038"/>
          <p14:tracePt t="29717" x="3009900" y="4110038"/>
          <p14:tracePt t="29722" x="3003550" y="4110038"/>
          <p14:tracePt t="29733" x="2992438" y="4110038"/>
          <p14:tracePt t="29740" x="2981325" y="4110038"/>
          <p14:tracePt t="29747" x="2957513" y="4110038"/>
          <p14:tracePt t="29753" x="2935288" y="4110038"/>
          <p14:tracePt t="29761" x="2913063" y="4110038"/>
          <p14:tracePt t="29761" x="2906713" y="4110038"/>
          <p14:tracePt t="29762" x="2901950" y="4110038"/>
          <p14:tracePt t="29767" x="2889250" y="4116388"/>
          <p14:tracePt t="29774" x="2867025" y="4121150"/>
          <p14:tracePt t="29781" x="2855913" y="4121150"/>
          <p14:tracePt t="29782" x="2849563" y="4121150"/>
          <p14:tracePt t="29793" x="2844800" y="4121150"/>
          <p14:tracePt t="29845" x="2844800" y="4127500"/>
          <p14:tracePt t="29852" x="2838450" y="4127500"/>
          <p14:tracePt t="29858" x="2832100" y="4127500"/>
          <p14:tracePt t="29866" x="2827338" y="4127500"/>
          <p14:tracePt t="29874" x="2820988" y="4127500"/>
          <p14:tracePt t="29935" x="2816225" y="4127500"/>
          <p14:tracePt t="29943" x="2809875" y="4127500"/>
          <p14:tracePt t="29956" x="2805113" y="4127500"/>
          <p14:tracePt t="29965" x="2798763" y="4127500"/>
          <p14:tracePt t="29971" x="2798763" y="4121150"/>
          <p14:tracePt t="29980" x="2798763" y="4116388"/>
          <p14:tracePt t="29997" x="2792413" y="4116388"/>
          <p14:tracePt t="30001" x="2792413" y="4110038"/>
          <p14:tracePt t="30005" x="2787650" y="4110038"/>
          <p14:tracePt t="30011" x="2787650" y="4105275"/>
          <p14:tracePt t="30018" x="2787650" y="4092575"/>
          <p14:tracePt t="30025" x="2781300" y="4081463"/>
          <p14:tracePt t="30032" x="2781300" y="4070350"/>
          <p14:tracePt t="30039" x="2781300" y="4052888"/>
          <p14:tracePt t="30046" x="2781300" y="4041775"/>
          <p14:tracePt t="30052" x="2781300" y="4035425"/>
          <p14:tracePt t="30060" x="2781300" y="4024313"/>
          <p14:tracePt t="30067" x="2787650" y="4019550"/>
          <p14:tracePt t="30073" x="2798763" y="4019550"/>
          <p14:tracePt t="30080" x="2805113" y="4013200"/>
          <p14:tracePt t="30087" x="2816225" y="4006850"/>
          <p14:tracePt t="30095" x="2820988" y="4002088"/>
          <p14:tracePt t="30101" x="2832100" y="4002088"/>
          <p14:tracePt t="30108" x="2838450" y="4002088"/>
          <p14:tracePt t="30115" x="2844800" y="4002088"/>
          <p14:tracePt t="30122" x="2849563" y="4002088"/>
          <p14:tracePt t="30129" x="2855913" y="3995738"/>
          <p14:tracePt t="30136" x="2867025" y="3995738"/>
          <p14:tracePt t="30143" x="2878138" y="3995738"/>
          <p14:tracePt t="30144" x="2884488" y="3995738"/>
          <p14:tracePt t="30150" x="2895600" y="3995738"/>
          <p14:tracePt t="30157" x="2913063" y="3995738"/>
          <p14:tracePt t="30163" x="2928938" y="3995738"/>
          <p14:tracePt t="30171" x="2952750" y="3995738"/>
          <p14:tracePt t="30178" x="2974975" y="3995738"/>
          <p14:tracePt t="30178" x="2981325" y="3995738"/>
          <p14:tracePt t="30179" x="2986088" y="3995738"/>
          <p14:tracePt t="30180" x="2998788" y="3995738"/>
          <p14:tracePt t="30184" x="3003550" y="3995738"/>
          <p14:tracePt t="30191" x="3043238" y="4002088"/>
          <p14:tracePt t="30198" x="3082925" y="4006850"/>
          <p14:tracePt t="30199" x="3095625" y="4006850"/>
          <p14:tracePt t="30205" x="3124200" y="4013200"/>
          <p14:tracePt t="30212" x="3168650" y="4019550"/>
          <p14:tracePt t="30219" x="3214688" y="4019550"/>
          <p14:tracePt t="30220" x="3221038" y="4024313"/>
          <p14:tracePt t="30221" x="3225800" y="4024313"/>
          <p14:tracePt t="30222" x="3232150" y="4024313"/>
          <p14:tracePt t="30226" x="3243263" y="4024313"/>
          <p14:tracePt t="30233" x="3271838" y="4030663"/>
          <p14:tracePt t="30240" x="3300413" y="4035425"/>
          <p14:tracePt t="30247" x="3322638" y="4035425"/>
          <p14:tracePt t="30254" x="3340100" y="4041775"/>
          <p14:tracePt t="30255" x="3346450" y="4041775"/>
          <p14:tracePt t="30260" x="3357563" y="4041775"/>
          <p14:tracePt t="30268" x="3379788" y="4041775"/>
          <p14:tracePt t="30275" x="3390900" y="4041775"/>
          <p14:tracePt t="30282" x="3414713" y="4041775"/>
          <p14:tracePt t="30288" x="3430588" y="4041775"/>
          <p14:tracePt t="30295" x="3454400" y="4041775"/>
          <p14:tracePt t="30302" x="3471863" y="4041775"/>
          <p14:tracePt t="30309" x="3494088" y="4041775"/>
          <p14:tracePt t="30316" x="3522663" y="4041775"/>
          <p14:tracePt t="30324" x="3551238" y="4041775"/>
          <p14:tracePt t="30330" x="3573463" y="4041775"/>
          <p14:tracePt t="30337" x="3597275" y="4041775"/>
          <p14:tracePt t="30344" x="3619500" y="4041775"/>
          <p14:tracePt t="30351" x="3641725" y="4048125"/>
          <p14:tracePt t="30358" x="3659188" y="4052888"/>
          <p14:tracePt t="30365" x="3676650" y="4052888"/>
          <p14:tracePt t="30366" x="3681413" y="4052888"/>
          <p14:tracePt t="30372" x="3694113" y="4059238"/>
          <p14:tracePt t="30378" x="3705225" y="4059238"/>
          <p14:tracePt t="30385" x="3716338" y="4059238"/>
          <p14:tracePt t="30392" x="3722688" y="4064000"/>
          <p14:tracePt t="30400" x="3733800" y="4064000"/>
          <p14:tracePt t="30407" x="3744913" y="4070350"/>
          <p14:tracePt t="30413" x="3756025" y="4076700"/>
          <p14:tracePt t="30420" x="3767138" y="4076700"/>
          <p14:tracePt t="30427" x="3778250" y="4081463"/>
          <p14:tracePt t="30434" x="3795713" y="4087813"/>
          <p14:tracePt t="30441" x="3819525" y="4105275"/>
          <p14:tracePt t="30448" x="3835400" y="4110038"/>
          <p14:tracePt t="30455" x="3852863" y="4121150"/>
          <p14:tracePt t="30456" x="3859213" y="4121150"/>
          <p14:tracePt t="30462" x="3870325" y="4127500"/>
          <p14:tracePt t="30469" x="3881438" y="4138613"/>
          <p14:tracePt t="30476" x="3892550" y="4144963"/>
          <p14:tracePt t="30477" x="3898900" y="4149725"/>
          <p14:tracePt t="30478" x="3903663" y="4149725"/>
          <p14:tracePt t="30483" x="3910013" y="4149725"/>
          <p14:tracePt t="30490" x="3916363" y="4156075"/>
          <p14:tracePt t="30497" x="3921125" y="4160838"/>
          <p14:tracePt t="30504" x="3927475" y="4167188"/>
          <p14:tracePt t="30510" x="3927475" y="4173538"/>
          <p14:tracePt t="30518" x="3932238" y="4184650"/>
          <p14:tracePt t="30524" x="3932238" y="4195763"/>
          <p14:tracePt t="30531" x="3932238" y="4213225"/>
          <p14:tracePt t="30538" x="3932238" y="4230688"/>
          <p14:tracePt t="30545" x="3921125" y="4252913"/>
          <p14:tracePt t="30552" x="3916363" y="4270375"/>
          <p14:tracePt t="30559" x="3903663" y="4292600"/>
          <p14:tracePt t="30566" x="3892550" y="4310063"/>
          <p14:tracePt t="30573" x="3876675" y="4321175"/>
          <p14:tracePt t="30580" x="3863975" y="4327525"/>
          <p14:tracePt t="30587" x="3852863" y="4338638"/>
          <p14:tracePt t="30594" x="3848100" y="4338638"/>
          <p14:tracePt t="30605" x="3841750" y="4338638"/>
          <p14:tracePt t="30621" x="3835400" y="4338638"/>
          <p14:tracePt t="30626" x="3830638" y="4338638"/>
          <p14:tracePt t="30630" x="3824288" y="4338638"/>
          <p14:tracePt t="30636" x="3806825" y="4338638"/>
          <p14:tracePt t="30644" x="3762375" y="4338638"/>
          <p14:tracePt t="30657" x="3636963" y="4343400"/>
          <p14:tracePt t="30658" x="3619500" y="4343400"/>
          <p14:tracePt t="30659" x="3608388" y="4343400"/>
          <p14:tracePt t="30665" x="3562350" y="4343400"/>
          <p14:tracePt t="30666" x="3540125" y="4349750"/>
          <p14:tracePt t="30667" x="3511550" y="4349750"/>
          <p14:tracePt t="30668" x="3500438" y="4349750"/>
          <p14:tracePt t="30669" x="3487738" y="4349750"/>
          <p14:tracePt t="30672" x="3471863" y="4349750"/>
          <p14:tracePt t="30673" x="3454400" y="4349750"/>
          <p14:tracePt t="30674" x="3430588" y="4349750"/>
          <p14:tracePt t="30675" x="3419475" y="4349750"/>
          <p14:tracePt t="30676" x="3403600" y="4349750"/>
          <p14:tracePt t="30679" x="3368675" y="4349750"/>
          <p14:tracePt t="30680" x="3357563" y="4349750"/>
          <p14:tracePt t="30681" x="3351213" y="4349750"/>
          <p14:tracePt t="30682" x="3340100" y="4349750"/>
          <p14:tracePt t="30684" x="3328988" y="4349750"/>
          <p14:tracePt t="30691" x="3260725" y="4343400"/>
          <p14:tracePt t="30698" x="3197225" y="4343400"/>
          <p14:tracePt t="30706" x="3140075" y="4332288"/>
          <p14:tracePt t="30713" x="3100388" y="4321175"/>
          <p14:tracePt t="30719" x="3054350" y="4310063"/>
          <p14:tracePt t="30726" x="3014663" y="4303713"/>
          <p14:tracePt t="30733" x="2986088" y="4292600"/>
          <p14:tracePt t="30740" x="2957513" y="4286250"/>
          <p14:tracePt t="30747" x="2928938" y="4281488"/>
          <p14:tracePt t="30748" x="2917825" y="4275138"/>
          <p14:tracePt t="30749" x="2913063" y="4275138"/>
          <p14:tracePt t="30754" x="2889250" y="4264025"/>
          <p14:tracePt t="30761" x="2860675" y="4257675"/>
          <p14:tracePt t="30761" x="2855913" y="4257675"/>
          <p14:tracePt t="30762" x="2849563" y="4257675"/>
          <p14:tracePt t="30763" x="2844800" y="4257675"/>
          <p14:tracePt t="30767" x="2827338" y="4252913"/>
          <p14:tracePt t="30775" x="2792413" y="4241800"/>
          <p14:tracePt t="30782" x="2759075" y="4235450"/>
          <p14:tracePt t="30788" x="2724150" y="4224338"/>
          <p14:tracePt t="30796" x="2684463" y="4213225"/>
          <p14:tracePt t="30802" x="2655888" y="4202113"/>
          <p14:tracePt t="30809" x="2627313" y="4189413"/>
          <p14:tracePt t="30817" x="2593975" y="4184650"/>
          <p14:tracePt t="30823" x="2565400" y="4173538"/>
          <p14:tracePt t="30830" x="2541588" y="4167188"/>
          <p14:tracePt t="30837" x="2519363" y="4160838"/>
          <p14:tracePt t="30844" x="2513013" y="4149725"/>
          <p14:tracePt t="30851" x="2508250" y="4149725"/>
          <p14:tracePt t="30888" x="2508250" y="4144963"/>
          <p14:tracePt t="30894" x="2508250" y="4138613"/>
          <p14:tracePt t="30897" x="2513013" y="4132263"/>
          <p14:tracePt t="30899" x="2513013" y="4127500"/>
          <p14:tracePt t="30907" x="2525713" y="4110038"/>
          <p14:tracePt t="30914" x="2541588" y="4098925"/>
          <p14:tracePt t="30920" x="2554288" y="4081463"/>
          <p14:tracePt t="30927" x="2565400" y="4076700"/>
          <p14:tracePt t="30935" x="2570163" y="4070350"/>
          <p14:tracePt t="30935" x="2570163" y="4064000"/>
          <p14:tracePt t="30941" x="2576513" y="4059238"/>
          <p14:tracePt t="30948" x="2581275" y="4059238"/>
          <p14:tracePt t="30955" x="2587625" y="4052888"/>
          <p14:tracePt t="30962" x="2598738" y="4048125"/>
          <p14:tracePt t="30963" x="2605088" y="4048125"/>
          <p14:tracePt t="30969" x="2616200" y="4041775"/>
          <p14:tracePt t="30976" x="2638425" y="4030663"/>
          <p14:tracePt t="30983" x="2667000" y="4024313"/>
          <p14:tracePt t="30984" x="2684463" y="4019550"/>
          <p14:tracePt t="30990" x="2713038" y="4013200"/>
          <p14:tracePt t="30997" x="2759075" y="4006850"/>
          <p14:tracePt t="30998" x="2787650" y="4006850"/>
          <p14:tracePt t="30999" x="2798763" y="4002088"/>
          <p14:tracePt t="31003" x="2838450" y="4002088"/>
          <p14:tracePt t="31010" x="2901950" y="4002088"/>
          <p14:tracePt t="31018" x="2981325" y="4002088"/>
          <p14:tracePt t="31018" x="2992438" y="4002088"/>
          <p14:tracePt t="31019" x="3003550" y="4002088"/>
          <p14:tracePt t="31020" x="3014663" y="4002088"/>
          <p14:tracePt t="31024" x="3054350" y="4002088"/>
          <p14:tracePt t="31031" x="3124200" y="4002088"/>
          <p14:tracePt t="31038" x="3186113" y="4002088"/>
          <p14:tracePt t="31045" x="3232150" y="4006850"/>
          <p14:tracePt t="31052" x="3265488" y="4013200"/>
          <p14:tracePt t="31059" x="3300413" y="4019550"/>
          <p14:tracePt t="31060" x="3305175" y="4024313"/>
          <p14:tracePt t="31061" x="3311525" y="4024313"/>
          <p14:tracePt t="31066" x="3328988" y="4030663"/>
          <p14:tracePt t="31073" x="3346450" y="4035425"/>
          <p14:tracePt t="31080" x="3362325" y="4035425"/>
          <p14:tracePt t="31087" x="3375025" y="4041775"/>
          <p14:tracePt t="31094" x="3379788" y="4048125"/>
          <p14:tracePt t="31101" x="3386138" y="4048125"/>
          <p14:tracePt t="31108" x="3397250" y="4048125"/>
          <p14:tracePt t="31115" x="3408363" y="4052888"/>
          <p14:tracePt t="31122" x="3419475" y="4059238"/>
          <p14:tracePt t="31123" x="3419475" y="4064000"/>
          <p14:tracePt t="31129" x="3430588" y="4070350"/>
          <p14:tracePt t="31135" x="3443288" y="4081463"/>
          <p14:tracePt t="31142" x="3459163" y="4098925"/>
          <p14:tracePt t="31149" x="3465513" y="4121150"/>
          <p14:tracePt t="31157" x="3482975" y="4138613"/>
          <p14:tracePt t="31157" x="3482975" y="4144963"/>
          <p14:tracePt t="31158" x="3487738" y="4144963"/>
          <p14:tracePt t="31159" x="3487738" y="4149725"/>
          <p14:tracePt t="31163" x="3494088" y="4160838"/>
          <p14:tracePt t="31170" x="3505200" y="4184650"/>
          <p14:tracePt t="31177" x="3516313" y="4195763"/>
          <p14:tracePt t="31184" x="3527425" y="4206875"/>
          <p14:tracePt t="31185" x="3527425" y="4213225"/>
          <p14:tracePt t="31191" x="3533775" y="4217988"/>
          <p14:tracePt t="31198" x="3540125" y="4224338"/>
          <p14:tracePt t="31269" x="3540125" y="4230688"/>
          <p14:tracePt t="31273" x="3540125" y="4235450"/>
          <p14:tracePt t="31279" x="3533775" y="4241800"/>
          <p14:tracePt t="31289" x="3505200" y="4252913"/>
          <p14:tracePt t="31289" x="3505200" y="4257675"/>
          <p14:tracePt t="31296" x="3482975" y="4270375"/>
          <p14:tracePt t="31302" x="3443288" y="4275138"/>
          <p14:tracePt t="31310" x="3403600" y="4286250"/>
          <p14:tracePt t="31317" x="3362325" y="4292600"/>
          <p14:tracePt t="31324" x="3305175" y="4303713"/>
          <p14:tracePt t="31330" x="3254375" y="4310063"/>
          <p14:tracePt t="31337" x="3208338" y="4310063"/>
          <p14:tracePt t="31351" x="3128963" y="4310063"/>
          <p14:tracePt t="31352" x="3117850" y="4310063"/>
          <p14:tracePt t="31353" x="3111500" y="4310063"/>
          <p14:tracePt t="31358" x="3095625" y="4310063"/>
          <p14:tracePt t="31365" x="3060700" y="4303713"/>
          <p14:tracePt t="31372" x="3032125" y="4298950"/>
          <p14:tracePt t="31373" x="3027363" y="4298950"/>
          <p14:tracePt t="31379" x="3009900" y="4298950"/>
          <p14:tracePt t="31386" x="2992438" y="4286250"/>
          <p14:tracePt t="31393" x="2974975" y="4281488"/>
          <p14:tracePt t="31400" x="2957513" y="4270375"/>
          <p14:tracePt t="31408" x="2941638" y="4257675"/>
          <p14:tracePt t="31414" x="2924175" y="4246563"/>
          <p14:tracePt t="31421" x="2901950" y="4230688"/>
          <p14:tracePt t="31422" x="2895600" y="4230688"/>
          <p14:tracePt t="31428" x="2878138" y="4224338"/>
          <p14:tracePt t="31429" x="2867025" y="4213225"/>
          <p14:tracePt t="31434" x="2855913" y="4206875"/>
          <p14:tracePt t="31441" x="2820988" y="4189413"/>
          <p14:tracePt t="31448" x="2787650" y="4173538"/>
          <p14:tracePt t="31455" x="2752725" y="4156075"/>
          <p14:tracePt t="31462" x="2735263" y="4149725"/>
          <p14:tracePt t="31469" x="2719388" y="4138613"/>
          <p14:tracePt t="31476" x="2695575" y="4127500"/>
          <p14:tracePt t="31483" x="2667000" y="4110038"/>
          <p14:tracePt t="31490" x="2655888" y="4105275"/>
          <p14:tracePt t="31497" x="2644775" y="4092575"/>
          <p14:tracePt t="31504" x="2638425" y="4092575"/>
          <p14:tracePt t="31511" x="2633663" y="4092575"/>
          <p14:tracePt t="31523" x="2633663" y="4087813"/>
          <p14:tracePt t="31554" x="2627313" y="4087813"/>
          <p14:tracePt t="31590" x="2627313" y="4081463"/>
          <p14:tracePt t="31600" x="2633663" y="4076700"/>
          <p14:tracePt t="31603" x="2633663" y="4070350"/>
          <p14:tracePt t="31609" x="2638425" y="4070350"/>
          <p14:tracePt t="31615" x="2644775" y="4064000"/>
          <p14:tracePt t="31622" x="2655888" y="4059238"/>
          <p14:tracePt t="31629" x="2662238" y="4052888"/>
          <p14:tracePt t="31635" x="2673350" y="4048125"/>
          <p14:tracePt t="31642" x="2684463" y="4041775"/>
          <p14:tracePt t="31649" x="2695575" y="4041775"/>
          <p14:tracePt t="31657" x="2701925" y="4035425"/>
          <p14:tracePt t="31658" x="2706688" y="4035425"/>
          <p14:tracePt t="31663" x="2719388" y="4035425"/>
          <p14:tracePt t="31670" x="2730500" y="4035425"/>
          <p14:tracePt t="31677" x="2747963" y="4030663"/>
          <p14:tracePt t="31684" x="2763838" y="4030663"/>
          <p14:tracePt t="31691" x="2776538" y="4030663"/>
          <p14:tracePt t="31698" x="2787650" y="4030663"/>
          <p14:tracePt t="31705" x="2792413" y="4030663"/>
          <p14:tracePt t="31712" x="2798763" y="4030663"/>
          <p14:tracePt t="31772" x="2805113" y="4030663"/>
          <p14:tracePt t="31776" x="2805113" y="4035425"/>
          <p14:tracePt t="31781" x="2809875" y="4041775"/>
          <p14:tracePt t="31790" x="2816225" y="4041775"/>
          <p14:tracePt t="31795" x="2816225" y="4048125"/>
          <p14:tracePt t="31802" x="2816225" y="4052888"/>
          <p14:tracePt t="31809" x="2820988" y="4052888"/>
          <p14:tracePt t="31816" x="2827338" y="4052888"/>
          <p14:tracePt t="31823" x="2827338" y="4059238"/>
          <p14:tracePt t="31830" x="2832100" y="4059238"/>
          <p14:tracePt t="31837" x="2832100" y="4064000"/>
          <p14:tracePt t="31844" x="2838450" y="4076700"/>
          <p14:tracePt t="31851" x="2849563" y="4081463"/>
          <p14:tracePt t="31858" x="2855913" y="4092575"/>
          <p14:tracePt t="31865" x="2860675" y="4105275"/>
          <p14:tracePt t="31875" x="2867025" y="4110038"/>
          <p14:tracePt t="31876" x="2873375" y="4110038"/>
          <p14:tracePt t="31880" x="2873375" y="4116388"/>
          <p14:tracePt t="31893" x="2878138" y="4121150"/>
          <p14:tracePt t="31900" x="2884488" y="4127500"/>
          <p14:tracePt t="31909" x="2889250" y="4127500"/>
          <p14:tracePt t="31916" x="2895600" y="4127500"/>
          <p14:tracePt t="31921" x="2901950" y="4132263"/>
          <p14:tracePt t="31928" x="2906713" y="4132263"/>
          <p14:tracePt t="31934" x="2913063" y="4138613"/>
          <p14:tracePt t="31935" x="2917825" y="4138613"/>
          <p14:tracePt t="31941" x="2924175" y="4144963"/>
          <p14:tracePt t="31948" x="2935288" y="4149725"/>
          <p14:tracePt t="31956" x="2952750" y="4156075"/>
          <p14:tracePt t="31962" x="2970213" y="4160838"/>
          <p14:tracePt t="31969" x="2981325" y="4167188"/>
          <p14:tracePt t="31976" x="2998788" y="4173538"/>
          <p14:tracePt t="31983" x="3014663" y="4178300"/>
          <p14:tracePt t="31990" x="3027363" y="4178300"/>
          <p14:tracePt t="31997" x="3049588" y="4184650"/>
          <p14:tracePt t="32004" x="3067050" y="4184650"/>
          <p14:tracePt t="32011" x="3082925" y="4184650"/>
          <p14:tracePt t="32018" x="3095625" y="4184650"/>
          <p14:tracePt t="32025" x="3106738" y="4184650"/>
          <p14:tracePt t="32032" x="3111500" y="4184650"/>
          <p14:tracePt t="32038" x="3117850" y="4184650"/>
          <p14:tracePt t="32046" x="3128963" y="4178300"/>
          <p14:tracePt t="32052" x="3135313" y="4178300"/>
          <p14:tracePt t="32060" x="3140075" y="4167188"/>
          <p14:tracePt t="32066" x="3152775" y="4160838"/>
          <p14:tracePt t="32073" x="3157538" y="4156075"/>
          <p14:tracePt t="32080" x="3163888" y="4149725"/>
          <p14:tracePt t="32087" x="3163888" y="4144963"/>
          <p14:tracePt t="32094" x="3168650" y="4138613"/>
          <p14:tracePt t="32101" x="3168650" y="4132263"/>
          <p14:tracePt t="32174" x="3163888" y="4132263"/>
          <p14:tracePt t="32178" x="3157538" y="4132263"/>
          <p14:tracePt t="32188" x="3152775" y="4132263"/>
          <p14:tracePt t="32201" x="3146425" y="4132263"/>
          <p14:tracePt t="32263" x="3140075" y="4132263"/>
          <p14:tracePt t="32274" x="3135313" y="4132263"/>
          <p14:tracePt t="32283" x="3128963" y="4132263"/>
          <p14:tracePt t="32290" x="3124200" y="4132263"/>
          <p14:tracePt t="32299" x="3117850" y="4132263"/>
          <p14:tracePt t="32310" x="3111500" y="4132263"/>
          <p14:tracePt t="32324" x="3106738" y="4132263"/>
          <p14:tracePt t="32707" x="3100388" y="4132263"/>
          <p14:tracePt t="32713" x="3095625" y="4132263"/>
          <p14:tracePt t="32718" x="3089275" y="4132263"/>
          <p14:tracePt t="32722" x="3082925" y="4132263"/>
          <p14:tracePt t="32726" x="3078163" y="4132263"/>
          <p14:tracePt t="32735" x="3071813" y="4132263"/>
          <p14:tracePt t="32748" x="3067050" y="4132263"/>
          <p14:tracePt t="32764" x="3060700" y="4132263"/>
          <p14:tracePt t="32767" x="3054350" y="4132263"/>
          <p14:tracePt t="32784" x="3049588" y="4132263"/>
          <p14:tracePt t="33320" x="3054350" y="4132263"/>
          <p14:tracePt t="33323" x="3060700" y="4132263"/>
          <p14:tracePt t="33326" x="3067050" y="4138613"/>
          <p14:tracePt t="33330" x="3071813" y="4138613"/>
          <p14:tracePt t="33337" x="3095625" y="4144963"/>
          <p14:tracePt t="33344" x="3124200" y="4149725"/>
          <p14:tracePt t="33351" x="3157538" y="4156075"/>
          <p14:tracePt t="33358" x="3203575" y="4167188"/>
          <p14:tracePt t="33359" x="3214688" y="4173538"/>
          <p14:tracePt t="33360" x="3221038" y="4173538"/>
          <p14:tracePt t="33365" x="3236913" y="4173538"/>
          <p14:tracePt t="33372" x="3271838" y="4178300"/>
          <p14:tracePt t="33379" x="3300413" y="4189413"/>
          <p14:tracePt t="33386" x="3305175" y="4189413"/>
          <p14:tracePt t="33387" x="3311525" y="4189413"/>
          <p14:tracePt t="33392" x="3317875" y="4195763"/>
          <p14:tracePt t="33399" x="3322638" y="4195763"/>
          <p14:tracePt t="33678" x="3328988" y="4195763"/>
          <p14:tracePt t="33683" x="3333750" y="4195763"/>
          <p14:tracePt t="33689" x="3340100" y="4195763"/>
          <p14:tracePt t="33694" x="3351213" y="4195763"/>
          <p14:tracePt t="33700" x="3357563" y="4195763"/>
          <p14:tracePt t="33706" x="3368675" y="4195763"/>
          <p14:tracePt t="33712" x="3390900" y="4195763"/>
          <p14:tracePt t="33727" x="3454400" y="4195763"/>
          <p14:tracePt t="33728" x="3465513" y="4195763"/>
          <p14:tracePt t="33728" x="3471863" y="4195763"/>
          <p14:tracePt t="33729" x="3476625" y="4195763"/>
          <p14:tracePt t="33734" x="3487738" y="4202113"/>
          <p14:tracePt t="33735" x="3500438" y="4202113"/>
          <p14:tracePt t="33736" x="3505200" y="4202113"/>
          <p14:tracePt t="33747" x="3540125" y="4202113"/>
          <p14:tracePt t="33748" x="3551238" y="4202113"/>
          <p14:tracePt t="33754" x="3562350" y="4206875"/>
          <p14:tracePt t="33761" x="3573463" y="4206875"/>
          <p14:tracePt t="34596" x="3579813" y="4206875"/>
          <p14:tracePt t="34600" x="3584575" y="4206875"/>
          <p14:tracePt t="34602" x="3590925" y="4206875"/>
          <p14:tracePt t="34608" x="3619500" y="4206875"/>
          <p14:tracePt t="34615" x="3659188" y="4206875"/>
          <p14:tracePt t="34616" x="3676650" y="4206875"/>
          <p14:tracePt t="34622" x="3705225" y="4206875"/>
          <p14:tracePt t="34622" x="3709988" y="4206875"/>
          <p14:tracePt t="34623" x="3716338" y="4206875"/>
          <p14:tracePt t="34624" x="3727450" y="4206875"/>
          <p14:tracePt t="34629" x="3751263" y="4206875"/>
          <p14:tracePt t="34636" x="3795713" y="4206875"/>
          <p14:tracePt t="34643" x="3852863" y="4206875"/>
          <p14:tracePt t="34649" x="3892550" y="4206875"/>
          <p14:tracePt t="34656" x="3932238" y="4206875"/>
          <p14:tracePt t="34663" x="3956050" y="4206875"/>
          <p14:tracePt t="34670" x="3973513" y="4206875"/>
          <p14:tracePt t="34677" x="3978275" y="4206875"/>
          <p14:tracePt t="34771" x="3978275" y="4213225"/>
          <p14:tracePt t="34774" x="3973513" y="4213225"/>
          <p14:tracePt t="34777" x="3967163" y="4213225"/>
          <p14:tracePt t="34781" x="3967163" y="4217988"/>
          <p14:tracePt t="34788" x="3960813" y="4217988"/>
          <p14:tracePt t="34857" x="3956050" y="4217988"/>
          <p14:tracePt t="34872" x="3949700" y="4217988"/>
          <p14:tracePt t="34877" x="3944938" y="4217988"/>
          <p14:tracePt t="34885" x="3944938" y="4213225"/>
          <p14:tracePt t="34892" x="3938588" y="4213225"/>
          <p14:tracePt t="34931" x="3932238" y="4213225"/>
          <p14:tracePt t="34943" x="3927475" y="4213225"/>
          <p14:tracePt t="34951" x="3921125" y="4213225"/>
          <p14:tracePt t="34967" x="3916363" y="4213225"/>
          <p14:tracePt t="34981" x="3910013" y="4213225"/>
          <p14:tracePt t="35027" x="3910013" y="4217988"/>
          <p14:tracePt t="35033" x="3910013" y="4224338"/>
          <p14:tracePt t="35038" x="3916363" y="4230688"/>
          <p14:tracePt t="35040" x="3916363" y="4235450"/>
          <p14:tracePt t="35045" x="3932238" y="4241800"/>
          <p14:tracePt t="35052" x="3960813" y="4257675"/>
          <p14:tracePt t="35059" x="3984625" y="4264025"/>
          <p14:tracePt t="35066" x="4013200" y="4275138"/>
          <p14:tracePt t="35073" x="4029075" y="4270375"/>
          <p14:tracePt t="35080" x="4041775" y="4270375"/>
          <p14:tracePt t="35087" x="4052888" y="4270375"/>
          <p14:tracePt t="35115" x="4057650" y="4270375"/>
          <p14:tracePt t="35117" x="4057650" y="4264025"/>
          <p14:tracePt t="35146" x="4064000" y="4264025"/>
          <p14:tracePt t="35256" x="4070350" y="4264025"/>
          <p14:tracePt t="35258" x="4075113" y="4257675"/>
          <p14:tracePt t="35260" x="4081463" y="4257675"/>
          <p14:tracePt t="35267" x="4121150" y="4246563"/>
          <p14:tracePt t="35274" x="4171950" y="4224338"/>
          <p14:tracePt t="35281" x="4251325" y="4195763"/>
          <p14:tracePt t="35288" x="4365625" y="4156075"/>
          <p14:tracePt t="35295" x="4502150" y="4116388"/>
          <p14:tracePt t="35303" x="4640263" y="4076700"/>
          <p14:tracePt t="35304" x="4697413" y="4064000"/>
          <p14:tracePt t="35309" x="4805363" y="4030663"/>
          <p14:tracePt t="35316" x="5021263" y="3984625"/>
          <p14:tracePt t="35323" x="5186363" y="3956050"/>
          <p14:tracePt t="35330" x="5357813" y="3922713"/>
          <p14:tracePt t="35337" x="5522913" y="3894138"/>
          <p14:tracePt t="35344" x="5659438" y="3870325"/>
          <p14:tracePt t="35351" x="5780088" y="3830638"/>
          <p14:tracePt t="35358" x="5899150" y="3784600"/>
          <p14:tracePt t="35365" x="6019800" y="3733800"/>
          <p14:tracePt t="35372" x="6127750" y="3687763"/>
          <p14:tracePt t="35373" x="6156325" y="3665538"/>
          <p14:tracePt t="35378" x="6224588" y="3630613"/>
          <p14:tracePt t="35385" x="6310313" y="3575050"/>
          <p14:tracePt t="35393" x="6372225" y="3529013"/>
          <p14:tracePt t="35393" x="6378575" y="3529013"/>
          <p14:tracePt t="35394" x="6383338" y="3517900"/>
          <p14:tracePt t="35395" x="6394450" y="3517900"/>
          <p14:tracePt t="35399" x="6418263" y="3494088"/>
          <p14:tracePt t="35406" x="6451600" y="3460750"/>
          <p14:tracePt t="35415" x="6486525" y="3436938"/>
          <p14:tracePt t="35422" x="6515100" y="3414713"/>
          <p14:tracePt t="35427" x="6532563" y="3397250"/>
          <p14:tracePt t="35441" x="6572250" y="3375025"/>
          <p14:tracePt t="35442" x="6577013" y="3368675"/>
          <p14:tracePt t="35448" x="6589713" y="3363913"/>
          <p14:tracePt t="35455" x="6600825" y="3352800"/>
          <p14:tracePt t="35462" x="6618288" y="3340100"/>
          <p14:tracePt t="35469" x="6623050" y="3328988"/>
          <p14:tracePt t="35476" x="6634163" y="3317875"/>
          <p14:tracePt t="35483" x="6640513" y="3306763"/>
          <p14:tracePt t="35490" x="6651625" y="3289300"/>
          <p14:tracePt t="35497" x="6651625" y="3278188"/>
          <p14:tracePt t="35504" x="6651625" y="3260725"/>
          <p14:tracePt t="35511" x="6651625" y="3243263"/>
          <p14:tracePt t="35519" x="6651625" y="3227388"/>
          <p14:tracePt t="35525" x="6651625" y="3209925"/>
          <p14:tracePt t="35532" x="6651625" y="3192463"/>
          <p14:tracePt t="35539" x="6651625" y="3170238"/>
          <p14:tracePt t="35546" x="6651625" y="3152775"/>
          <p14:tracePt t="35547" x="6651625" y="3146425"/>
          <p14:tracePt t="35553" x="6651625" y="3135313"/>
          <p14:tracePt t="35554" x="6651625" y="3128963"/>
          <p14:tracePt t="35561" x="6645275" y="3124200"/>
          <p14:tracePt t="35561" x="6645275" y="3113088"/>
          <p14:tracePt t="35567" x="6645275" y="3106738"/>
          <p14:tracePt t="35573" x="6645275" y="3101975"/>
          <p14:tracePt t="35581" x="6645275" y="3089275"/>
          <p14:tracePt t="35588" x="6645275" y="3078163"/>
          <p14:tracePt t="35601" x="6651625" y="3027363"/>
          <p14:tracePt t="35602" x="6651625" y="3021013"/>
          <p14:tracePt t="35608" x="6662738" y="3003550"/>
          <p14:tracePt t="35615" x="6691313" y="2970213"/>
          <p14:tracePt t="35622" x="6737350" y="2930525"/>
          <p14:tracePt t="35629" x="6811963" y="2878138"/>
          <p14:tracePt t="35636" x="6896100" y="2822575"/>
          <p14:tracePt t="35643" x="7005638" y="2747963"/>
          <p14:tracePt t="35644" x="7045325" y="2725738"/>
          <p14:tracePt t="35649" x="7164388" y="2651125"/>
          <p14:tracePt t="35657" x="7296150" y="2571750"/>
          <p14:tracePt t="35663" x="7461250" y="2468563"/>
          <p14:tracePt t="35671" x="7597775" y="2405063"/>
          <p14:tracePt t="35677" x="7758113" y="2320925"/>
          <p14:tracePt t="35685" x="7866063" y="2263775"/>
          <p14:tracePt t="35691" x="7951788" y="2222500"/>
          <p14:tracePt t="35698" x="8013700" y="2200275"/>
          <p14:tracePt t="35706" x="8059738" y="2178050"/>
          <p14:tracePt t="35707" x="8070850" y="2178050"/>
          <p14:tracePt t="35712" x="8077200" y="2171700"/>
          <p14:tracePt t="35770" x="8070850" y="2171700"/>
          <p14:tracePt t="35777" x="8066088" y="2171700"/>
          <p14:tracePt t="35780" x="8059738" y="2171700"/>
          <p14:tracePt t="35788" x="8048625" y="2171700"/>
          <p14:tracePt t="35795" x="8031163" y="2171700"/>
          <p14:tracePt t="35803" x="8013700" y="2178050"/>
          <p14:tracePt t="35804" x="8008938" y="2182813"/>
          <p14:tracePt t="35810" x="7996238" y="2182813"/>
          <p14:tracePt t="35816" x="7967663" y="2195513"/>
          <p14:tracePt t="35823" x="7945438" y="2206625"/>
          <p14:tracePt t="35830" x="7912100" y="2211388"/>
          <p14:tracePt t="35837" x="7888288" y="2222500"/>
          <p14:tracePt t="35844" x="7866063" y="2235200"/>
          <p14:tracePt t="35851" x="7848600" y="2235200"/>
          <p14:tracePt t="35852" x="7842250" y="2239963"/>
          <p14:tracePt t="35858" x="7837488" y="2246313"/>
          <p14:tracePt t="35865" x="7820025" y="2246313"/>
          <p14:tracePt t="35872" x="7808913" y="2251075"/>
          <p14:tracePt t="35879" x="7797800" y="2257425"/>
          <p14:tracePt t="35885" x="7791450" y="2257425"/>
          <p14:tracePt t="35892" x="7786688" y="2263775"/>
          <p14:tracePt t="35957" x="7780338" y="2263775"/>
          <p14:tracePt t="35960" x="7773988" y="2263775"/>
          <p14:tracePt t="35968" x="7769225" y="2257425"/>
          <p14:tracePt t="35972" x="7762875" y="2257425"/>
          <p14:tracePt t="35976" x="7762875" y="2251075"/>
          <p14:tracePt t="35983" x="7745413" y="2239963"/>
          <p14:tracePt t="35990" x="7740650" y="2235200"/>
          <p14:tracePt t="35991" x="7734300" y="2228850"/>
          <p14:tracePt t="35997" x="7729538" y="2217738"/>
          <p14:tracePt t="36004" x="7716838" y="2206625"/>
          <p14:tracePt t="36011" x="7700963" y="2189163"/>
          <p14:tracePt t="36018" x="7683500" y="2166938"/>
          <p14:tracePt t="36024" x="7648575" y="2132013"/>
          <p14:tracePt t="36032" x="7608888" y="2092325"/>
          <p14:tracePt t="36038" x="7558088" y="2046288"/>
          <p14:tracePt t="36046" x="7529513" y="2028825"/>
          <p14:tracePt t="36046" x="7523163" y="2028825"/>
          <p14:tracePt t="36047" x="7518400" y="2017713"/>
          <p14:tracePt t="36052" x="7500938" y="2012950"/>
          <p14:tracePt t="36059" x="7472363" y="1995488"/>
          <p14:tracePt t="36066" x="7450138" y="1984375"/>
          <p14:tracePt t="36073" x="7439025" y="1971675"/>
          <p14:tracePt t="36080" x="7421563" y="1971675"/>
          <p14:tracePt t="36087" x="7415213" y="1966913"/>
          <p14:tracePt t="36097" x="7410450" y="1966913"/>
          <p14:tracePt t="36105" x="7404100" y="1966913"/>
          <p14:tracePt t="36132" x="7397750" y="1966913"/>
          <p14:tracePt t="36136" x="7392988" y="1966913"/>
          <p14:tracePt t="36145" x="7386638" y="1966913"/>
          <p14:tracePt t="36150" x="7381875" y="1966913"/>
          <p14:tracePt t="36157" x="7375525" y="1966913"/>
          <p14:tracePt t="36164" x="7369175" y="1966913"/>
          <p14:tracePt t="36170" x="7364413" y="1966913"/>
          <p14:tracePt t="36177" x="7353300" y="1966913"/>
          <p14:tracePt t="36185" x="7346950" y="1966913"/>
          <p14:tracePt t="36185" x="7342188" y="1966913"/>
          <p14:tracePt t="36192" x="7335838" y="1966913"/>
          <p14:tracePt t="36198" x="7324725" y="1971675"/>
          <p14:tracePt t="36205" x="7318375" y="1978025"/>
          <p14:tracePt t="36212" x="7307263" y="1984375"/>
          <p14:tracePt t="36219" x="7296150" y="1989138"/>
          <p14:tracePt t="36226" x="7278688" y="1995488"/>
          <p14:tracePt t="36233" x="7267575" y="2006600"/>
          <p14:tracePt t="36240" x="7250113" y="2012950"/>
          <p14:tracePt t="36247" x="7232650" y="2017713"/>
          <p14:tracePt t="36254" x="7216775" y="2017713"/>
          <p14:tracePt t="36261" x="7204075" y="2024063"/>
          <p14:tracePt t="36268" x="7188200" y="2024063"/>
          <p14:tracePt t="36275" x="7170738" y="2024063"/>
          <p14:tracePt t="36282" x="7159625" y="2028825"/>
          <p14:tracePt t="36289" x="7146925" y="2028825"/>
          <p14:tracePt t="36296" x="7135813" y="2028825"/>
          <p14:tracePt t="36303" x="7124700" y="2028825"/>
          <p14:tracePt t="36304" x="7118350" y="2028825"/>
          <p14:tracePt t="36310" x="7113588" y="2028825"/>
          <p14:tracePt t="36316" x="7096125" y="2028825"/>
          <p14:tracePt t="36323" x="7085013" y="2028825"/>
          <p14:tracePt t="36330" x="7062788" y="2028825"/>
          <p14:tracePt t="36337" x="7045325" y="2024063"/>
          <p14:tracePt t="36344" x="7027863" y="2017713"/>
          <p14:tracePt t="36351" x="7010400" y="2017713"/>
          <p14:tracePt t="36358" x="6992938" y="2017713"/>
          <p14:tracePt t="36365" x="6981825" y="2012950"/>
          <p14:tracePt t="36379" x="6959600" y="2012950"/>
          <p14:tracePt t="36386" x="6953250" y="2012950"/>
          <p14:tracePt t="36529" x="6959600" y="2012950"/>
          <p14:tracePt t="36535" x="6965950" y="2012950"/>
          <p14:tracePt t="36537" x="6970713" y="2012950"/>
          <p14:tracePt t="36546" x="6977063" y="2012950"/>
          <p14:tracePt t="36553" x="6981825" y="2012950"/>
          <p14:tracePt t="36560" x="6988175" y="2012950"/>
          <p14:tracePt t="36561" x="6992938" y="2012950"/>
          <p14:tracePt t="36564" x="6999288" y="2012950"/>
          <p14:tracePt t="36567" x="7005638" y="2006600"/>
          <p14:tracePt t="36573" x="7016750" y="2000250"/>
          <p14:tracePt t="36580" x="7027863" y="2000250"/>
          <p14:tracePt t="36587" x="7050088" y="1995488"/>
          <p14:tracePt t="36594" x="7067550" y="1995488"/>
          <p14:tracePt t="36601" x="7073900" y="1995488"/>
          <p14:tracePt t="36608" x="7085013" y="1989138"/>
          <p14:tracePt t="36615" x="7091363" y="1989138"/>
          <p14:tracePt t="37048" x="7096125" y="1989138"/>
          <p14:tracePt t="37053" x="7102475" y="1989138"/>
          <p14:tracePt t="37057" x="7107238" y="1984375"/>
          <p14:tracePt t="37061" x="7113588" y="1984375"/>
          <p14:tracePt t="37067" x="7118350" y="1984375"/>
          <p14:tracePt t="37074" x="7124700" y="1984375"/>
          <p14:tracePt t="37081" x="7131050" y="1984375"/>
          <p14:tracePt t="37087" x="7135813" y="1984375"/>
          <p14:tracePt t="37095" x="7142163" y="1984375"/>
          <p14:tracePt t="37104" x="7146925" y="1984375"/>
          <p14:tracePt t="37108" x="7146925" y="1989138"/>
          <p14:tracePt t="37115" x="7159625" y="1989138"/>
          <p14:tracePt t="37116" x="7164388" y="1995488"/>
          <p14:tracePt t="37122" x="7170738" y="1995488"/>
          <p14:tracePt t="37129" x="7181850" y="2000250"/>
          <p14:tracePt t="37143" x="7204075" y="2006600"/>
          <p14:tracePt t="37149" x="7210425" y="2006600"/>
          <p14:tracePt t="37157" x="7227888" y="2006600"/>
          <p14:tracePt t="37163" x="7232650" y="2006600"/>
          <p14:tracePt t="37170" x="7250113" y="2006600"/>
          <p14:tracePt t="37177" x="7256463" y="2006600"/>
          <p14:tracePt t="37184" x="7272338" y="2006600"/>
          <p14:tracePt t="37191" x="7285038" y="2006600"/>
          <p14:tracePt t="37198" x="7300913" y="2006600"/>
          <p14:tracePt t="37205" x="7313613" y="2006600"/>
          <p14:tracePt t="37212" x="7324725" y="2006600"/>
          <p14:tracePt t="37219" x="7342188" y="2006600"/>
          <p14:tracePt t="37226" x="7358063" y="2006600"/>
          <p14:tracePt t="37233" x="7375525" y="2006600"/>
          <p14:tracePt t="37240" x="7392988" y="2006600"/>
          <p14:tracePt t="37247" x="7404100" y="2006600"/>
          <p14:tracePt t="37254" x="7415213" y="2006600"/>
          <p14:tracePt t="37261" x="7426325" y="2006600"/>
          <p14:tracePt t="37262" x="7432675" y="2006600"/>
          <p14:tracePt t="37268" x="7443788" y="2006600"/>
          <p14:tracePt t="37275" x="7461250" y="2012950"/>
          <p14:tracePt t="37282" x="7472363" y="2012950"/>
          <p14:tracePt t="37289" x="7489825" y="2012950"/>
          <p14:tracePt t="37296" x="7500938" y="2012950"/>
          <p14:tracePt t="37302" x="7518400" y="2012950"/>
          <p14:tracePt t="37310" x="7540625" y="2012950"/>
          <p14:tracePt t="37317" x="7558088" y="2012950"/>
          <p14:tracePt t="37324" x="7569200" y="2012950"/>
          <p14:tracePt t="37331" x="7586663" y="2012950"/>
          <p14:tracePt t="37344" x="7591425" y="2012950"/>
          <p14:tracePt t="37351" x="7597775" y="2012950"/>
          <p14:tracePt t="37509" x="7591425" y="2012950"/>
          <p14:tracePt t="37516" x="7586663" y="2012950"/>
          <p14:tracePt t="37518" x="7580313" y="2012950"/>
          <p14:tracePt t="37525" x="7569200" y="2012950"/>
          <p14:tracePt t="37532" x="7558088" y="2012950"/>
          <p14:tracePt t="37539" x="7540625" y="2012950"/>
          <p14:tracePt t="37546" x="7512050" y="2006600"/>
          <p14:tracePt t="37553" x="7489825" y="2000250"/>
          <p14:tracePt t="37559" x="7467600" y="2000250"/>
          <p14:tracePt t="37566" x="7432675" y="1995488"/>
          <p14:tracePt t="37573" x="7410450" y="1995488"/>
          <p14:tracePt t="37580" x="7397750" y="1995488"/>
          <p14:tracePt t="37587" x="7381875" y="1995488"/>
          <p14:tracePt t="37594" x="7375525" y="1995488"/>
          <p14:tracePt t="37601" x="7369175" y="1989138"/>
          <p14:tracePt t="37609" x="7364413" y="1989138"/>
          <p14:tracePt t="37620" x="7358063" y="1989138"/>
          <p14:tracePt t="37635" x="7353300" y="1989138"/>
          <p14:tracePt t="37640" x="7346950" y="1989138"/>
          <p14:tracePt t="37643" x="7346950" y="1984375"/>
          <p14:tracePt t="37649" x="7335838" y="1984375"/>
          <p14:tracePt t="37656" x="7324725" y="1984375"/>
          <p14:tracePt t="37657" x="7318375" y="1984375"/>
          <p14:tracePt t="37664" x="7300913" y="1978025"/>
          <p14:tracePt t="37670" x="7285038" y="1978025"/>
          <p14:tracePt t="37677" x="7267575" y="1978025"/>
          <p14:tracePt t="37684" x="7250113" y="1978025"/>
          <p14:tracePt t="37691" x="7239000" y="1978025"/>
          <p14:tracePt t="37698" x="7221538" y="1978025"/>
          <p14:tracePt t="37705" x="7216775" y="1978025"/>
          <p14:tracePt t="37712" x="7204075" y="1978025"/>
          <p14:tracePt t="37719" x="7199313" y="1971675"/>
          <p14:tracePt t="37726" x="7192963" y="1971675"/>
          <p14:tracePt t="37802" x="7188200" y="1971675"/>
          <p14:tracePt t="37814" x="7181850" y="1971675"/>
          <p14:tracePt t="37831" x="7175500" y="1971675"/>
          <p14:tracePt t="37844" x="7170738" y="1971675"/>
          <p14:tracePt t="37859" x="7164388" y="1971675"/>
          <p14:tracePt t="37863" x="7164388" y="1966913"/>
          <p14:tracePt t="37910" x="7159625" y="1966913"/>
          <p14:tracePt t="37913" x="7153275" y="1966913"/>
          <p14:tracePt t="37926" x="7146925" y="1966913"/>
          <p14:tracePt t="37934" x="7142163" y="1971675"/>
          <p14:tracePt t="37939" x="7135813" y="1971675"/>
          <p14:tracePt t="37948" x="7124700" y="1978025"/>
          <p14:tracePt t="37956" x="7118350" y="1978025"/>
          <p14:tracePt t="37963" x="7107238" y="1989138"/>
          <p14:tracePt t="37971" x="7102475" y="1989138"/>
          <p14:tracePt t="37978" x="7096125" y="1989138"/>
          <p14:tracePt t="38070" x="7096125" y="1995488"/>
          <p14:tracePt t="38083" x="7102475" y="1995488"/>
          <p14:tracePt t="38086" x="7107238" y="2000250"/>
          <p14:tracePt t="38088" x="7113588" y="2000250"/>
          <p14:tracePt t="38095" x="7124700" y="2000250"/>
          <p14:tracePt t="38101" x="7146925" y="2006600"/>
          <p14:tracePt t="38108" x="7170738" y="2012950"/>
          <p14:tracePt t="38115" x="7192963" y="2012950"/>
          <p14:tracePt t="38122" x="7210425" y="2017713"/>
          <p14:tracePt t="38123" x="7216775" y="2017713"/>
          <p14:tracePt t="38129" x="7227888" y="2017713"/>
          <p14:tracePt t="38136" x="7239000" y="2024063"/>
          <p14:tracePt t="38143" x="7256463" y="2024063"/>
          <p14:tracePt t="38144" x="7256463" y="2028825"/>
          <p14:tracePt t="38150" x="7267575" y="2028825"/>
          <p14:tracePt t="38157" x="7285038" y="2035175"/>
          <p14:tracePt t="38164" x="7300913" y="2035175"/>
          <p14:tracePt t="38171" x="7313613" y="2041525"/>
          <p14:tracePt t="38172" x="7318375" y="2041525"/>
          <p14:tracePt t="38172" x="7324725" y="2041525"/>
          <p14:tracePt t="38177" x="7329488" y="2041525"/>
          <p14:tracePt t="38185" x="7353300" y="2041525"/>
          <p14:tracePt t="38191" x="7375525" y="2041525"/>
          <p14:tracePt t="38198" x="7397750" y="2041525"/>
          <p14:tracePt t="38205" x="7415213" y="2046288"/>
          <p14:tracePt t="38212" x="7421563" y="2046288"/>
          <p14:tracePt t="38219" x="7426325" y="2046288"/>
          <p14:tracePt t="38229" x="7426325" y="2052638"/>
          <p14:tracePt t="38305" x="7426325" y="2057400"/>
          <p14:tracePt t="38308" x="7421563" y="2057400"/>
          <p14:tracePt t="38312" x="7410450" y="2057400"/>
          <p14:tracePt t="38323" x="7386638" y="2057400"/>
          <p14:tracePt t="38330" x="7364413" y="2057400"/>
          <p14:tracePt t="38337" x="7335838" y="2057400"/>
          <p14:tracePt t="38344" x="7300913" y="2057400"/>
          <p14:tracePt t="38351" x="7267575" y="2057400"/>
          <p14:tracePt t="38352" x="7256463" y="2057400"/>
          <p14:tracePt t="38353" x="7250113" y="2057400"/>
          <p14:tracePt t="38358" x="7227888" y="2057400"/>
          <p14:tracePt t="38365" x="7181850" y="2052638"/>
          <p14:tracePt t="38372" x="7146925" y="2046288"/>
          <p14:tracePt t="38373" x="7135813" y="2046288"/>
          <p14:tracePt t="38374" x="7131050" y="2046288"/>
          <p14:tracePt t="38375" x="7124700" y="2041525"/>
          <p14:tracePt t="38379" x="7113588" y="2041525"/>
          <p14:tracePt t="38386" x="7085013" y="2035175"/>
          <p14:tracePt t="38393" x="7045325" y="2028825"/>
          <p14:tracePt t="38394" x="7045325" y="2024063"/>
          <p14:tracePt t="38405" x="7005638" y="2017713"/>
          <p14:tracePt t="38418" x="6970713" y="2000250"/>
          <p14:tracePt t="38419" x="6965950" y="2000250"/>
          <p14:tracePt t="38421" x="6959600" y="2000250"/>
          <p14:tracePt t="38427" x="6948488" y="1995488"/>
          <p14:tracePt t="38442" x="6937375" y="1989138"/>
          <p14:tracePt t="38442" x="6931025" y="1989138"/>
          <p14:tracePt t="38500" x="6937375" y="1989138"/>
          <p14:tracePt t="38504" x="6937375" y="1995488"/>
          <p14:tracePt t="38507" x="6942138" y="2000250"/>
          <p14:tracePt t="38518" x="6959600" y="2017713"/>
          <p14:tracePt t="38525" x="6981825" y="2028825"/>
          <p14:tracePt t="38532" x="7016750" y="2041525"/>
          <p14:tracePt t="38539" x="7050088" y="2052638"/>
          <p14:tracePt t="38546" x="7091363" y="2063750"/>
          <p14:tracePt t="38560" x="7159625" y="2070100"/>
          <p14:tracePt t="38574" x="7216775" y="2081213"/>
          <p14:tracePt t="38581" x="7232650" y="2081213"/>
          <p14:tracePt t="38588" x="7243763" y="2081213"/>
          <p14:tracePt t="38595" x="7256463" y="2081213"/>
          <p14:tracePt t="38621" x="7261225" y="2081213"/>
          <p14:tracePt t="38626" x="7267575" y="2081213"/>
          <p14:tracePt t="38633" x="7272338" y="2081213"/>
          <p14:tracePt t="38639" x="7278688" y="2081213"/>
          <p14:tracePt t="38650" x="7285038" y="2081213"/>
          <p14:tracePt t="38703" x="7285038" y="2085975"/>
          <p14:tracePt t="38708" x="7278688" y="2085975"/>
          <p14:tracePt t="38710" x="7278688" y="2092325"/>
          <p14:tracePt t="38719" x="7250113" y="2097088"/>
          <p14:tracePt t="38726" x="7221538" y="2109788"/>
          <p14:tracePt t="38733" x="7181850" y="2125663"/>
          <p14:tracePt t="38740" x="7124700" y="2138363"/>
          <p14:tracePt t="38747" x="7038975" y="2166938"/>
          <p14:tracePt t="38754" x="6965950" y="2182813"/>
          <p14:tracePt t="38761" x="6896100" y="2206625"/>
          <p14:tracePt t="38762" x="6873875" y="2211388"/>
          <p14:tracePt t="38768" x="6845300" y="2217738"/>
          <p14:tracePt t="38775" x="6805613" y="2228850"/>
          <p14:tracePt t="38789" x="6765925" y="2239963"/>
          <p14:tracePt t="38832" x="6770688" y="2239963"/>
          <p14:tracePt t="38835" x="6783388" y="2239963"/>
          <p14:tracePt t="38838" x="6799263" y="2228850"/>
          <p14:tracePt t="38851" x="6913563" y="2206625"/>
          <p14:tracePt t="38852" x="6924675" y="2200275"/>
          <p14:tracePt t="38853" x="6942138" y="2200275"/>
          <p14:tracePt t="38858" x="6988175" y="2195513"/>
          <p14:tracePt t="38865" x="7073900" y="2195513"/>
          <p14:tracePt t="38872" x="7175500" y="2195513"/>
          <p14:tracePt t="38879" x="7267575" y="2195513"/>
          <p14:tracePt t="38880" x="7296150" y="2195513"/>
          <p14:tracePt t="38881" x="7313613" y="2195513"/>
          <p14:tracePt t="38882" x="7324725" y="2195513"/>
          <p14:tracePt t="38886" x="7364413" y="2195513"/>
          <p14:tracePt t="38893" x="7439025" y="2200275"/>
          <p14:tracePt t="38899" x="7507288" y="2206625"/>
          <p14:tracePt t="38906" x="7551738" y="2211388"/>
          <p14:tracePt t="38913" x="7580313" y="2222500"/>
          <p14:tracePt t="38920" x="7597775" y="2222500"/>
          <p14:tracePt t="39013" x="7591425" y="2228850"/>
          <p14:tracePt t="39019" x="7586663" y="2235200"/>
          <p14:tracePt t="39024" x="7575550" y="2239963"/>
          <p14:tracePt t="39025" x="7569200" y="2239963"/>
          <p14:tracePt t="39032" x="7546975" y="2251075"/>
          <p14:tracePt t="39039" x="7518400" y="2263775"/>
          <p14:tracePt t="39045" x="7489825" y="2268538"/>
          <p14:tracePt t="39052" x="7461250" y="2268538"/>
          <p14:tracePt t="39059" x="7432675" y="2279650"/>
          <p14:tracePt t="39060" x="7421563" y="2279650"/>
          <p14:tracePt t="39066" x="7404100" y="2279650"/>
          <p14:tracePt t="39073" x="7381875" y="2286000"/>
          <p14:tracePt t="39080" x="7358063" y="2286000"/>
          <p14:tracePt t="39087" x="7346950" y="2286000"/>
          <p14:tracePt t="39088" x="7342188" y="2286000"/>
          <p14:tracePt t="39094" x="7329488" y="2286000"/>
          <p14:tracePt t="39101" x="7324725" y="2286000"/>
          <p14:tracePt t="39109" x="7318375" y="2286000"/>
          <p14:tracePt t="39115" x="7313613" y="2286000"/>
          <p14:tracePt t="39226" x="7318375" y="2286000"/>
          <p14:tracePt t="39229" x="7318375" y="2279650"/>
          <p14:tracePt t="39233" x="7324725" y="2274888"/>
          <p14:tracePt t="39240" x="7335838" y="2268538"/>
          <p14:tracePt t="39254" x="7364413" y="2257425"/>
          <p14:tracePt t="39255" x="7369175" y="2257425"/>
          <p14:tracePt t="39261" x="7375525" y="2251075"/>
          <p14:tracePt t="39268" x="7392988" y="2251075"/>
          <p14:tracePt t="39276" x="7404100" y="2251075"/>
          <p14:tracePt t="39282" x="7421563" y="2251075"/>
          <p14:tracePt t="39296" x="7443788" y="2251075"/>
          <p14:tracePt t="39302" x="7450138" y="2251075"/>
          <p14:tracePt t="39310" x="7461250" y="2251075"/>
          <p14:tracePt t="39363" x="7454900" y="2251075"/>
          <p14:tracePt t="39366" x="7454900" y="2257425"/>
          <p14:tracePt t="39372" x="7443788" y="2257425"/>
          <p14:tracePt t="39379" x="7421563" y="2263775"/>
          <p14:tracePt t="39380" x="7410450" y="2263775"/>
          <p14:tracePt t="39386" x="7392988" y="2263775"/>
          <p14:tracePt t="39393" x="7346950" y="2274888"/>
          <p14:tracePt t="39400" x="7307263" y="2274888"/>
          <p14:tracePt t="39407" x="7261225" y="2274888"/>
          <p14:tracePt t="39414" x="7210425" y="2274888"/>
          <p14:tracePt t="39421" x="7170738" y="2274888"/>
          <p14:tracePt t="39421" x="7159625" y="2274888"/>
          <p14:tracePt t="39427" x="7131050" y="2268538"/>
          <p14:tracePt t="39435" x="7091363" y="2263775"/>
          <p14:tracePt t="39441" x="7056438" y="2257425"/>
          <p14:tracePt t="39448" x="7038975" y="2246313"/>
          <p14:tracePt t="39455" x="7021513" y="2246313"/>
          <p14:tracePt t="39462" x="7016750" y="2235200"/>
          <p14:tracePt t="39469" x="7010400" y="2235200"/>
          <p14:tracePt t="39548" x="7010400" y="2228850"/>
          <p14:tracePt t="39551" x="7010400" y="2222500"/>
          <p14:tracePt t="39553" x="7016750" y="2222500"/>
          <p14:tracePt t="39559" x="7016750" y="2211388"/>
          <p14:tracePt t="39566" x="7034213" y="2200275"/>
          <p14:tracePt t="39573" x="7050088" y="2182813"/>
          <p14:tracePt t="39580" x="7073900" y="2166938"/>
          <p14:tracePt t="39587" x="7096125" y="2154238"/>
          <p14:tracePt t="39594" x="7118350" y="2143125"/>
          <p14:tracePt t="39595" x="7124700" y="2143125"/>
          <p14:tracePt t="39601" x="7142163" y="2138363"/>
          <p14:tracePt t="39608" x="7164388" y="2132013"/>
          <p14:tracePt t="39615" x="7181850" y="2125663"/>
          <p14:tracePt t="39616" x="7188200" y="2120900"/>
          <p14:tracePt t="39616" x="7192963" y="2120900"/>
          <p14:tracePt t="39622" x="7204075" y="2120900"/>
          <p14:tracePt t="39623" x="7216775" y="2120900"/>
          <p14:tracePt t="39629" x="7232650" y="2120900"/>
          <p14:tracePt t="39636" x="7250113" y="2120900"/>
          <p14:tracePt t="39637" x="7261225" y="2120900"/>
          <p14:tracePt t="39642" x="7272338" y="2120900"/>
          <p14:tracePt t="39649" x="7289800" y="2120900"/>
          <p14:tracePt t="39657" x="7300913" y="2120900"/>
          <p14:tracePt t="39663" x="7307263" y="2120900"/>
          <p14:tracePt t="39670" x="7313613" y="2125663"/>
          <p14:tracePt t="39678" x="7318375" y="2125663"/>
          <p14:tracePt t="39695" x="7318375" y="2132013"/>
          <p14:tracePt t="39704" x="7324725" y="2132013"/>
          <p14:tracePt t="39723" x="7324725" y="2138363"/>
          <p14:tracePt t="39732" x="7329488" y="2138363"/>
          <p14:tracePt t="39739" x="7329488" y="2143125"/>
          <p14:tracePt t="39745" x="7329488" y="2149475"/>
          <p14:tracePt t="39751" x="7329488" y="2154238"/>
          <p14:tracePt t="39760" x="7329488" y="2160588"/>
          <p14:tracePt t="39766" x="7329488" y="2166938"/>
          <p14:tracePt t="39774" x="7329488" y="2171700"/>
          <p14:tracePt t="39778" x="7329488" y="2178050"/>
          <p14:tracePt t="39781" x="7324725" y="2178050"/>
          <p14:tracePt t="39789" x="7324725" y="2182813"/>
          <p14:tracePt t="39796" x="7324725" y="2195513"/>
          <p14:tracePt t="39802" x="7318375" y="2200275"/>
          <p14:tracePt t="39810" x="7313613" y="2206625"/>
          <p14:tracePt t="39816" x="7313613" y="2211388"/>
          <p14:tracePt t="39825" x="7313613" y="2217738"/>
          <p14:tracePt t="40093" x="7313613" y="2222500"/>
          <p14:tracePt t="40099" x="7313613" y="2228850"/>
          <p14:tracePt t="40104" x="7313613" y="2235200"/>
          <p14:tracePt t="40109" x="7318375" y="2239963"/>
          <p14:tracePt t="40115" x="7324725" y="2246313"/>
          <p14:tracePt t="40122" x="7335838" y="2257425"/>
          <p14:tracePt t="40123" x="7335838" y="2263775"/>
          <p14:tracePt t="40129" x="7342188" y="2274888"/>
          <p14:tracePt t="40136" x="7358063" y="2279650"/>
          <p14:tracePt t="40143" x="7369175" y="2297113"/>
          <p14:tracePt t="40144" x="7375525" y="2297113"/>
          <p14:tracePt t="40150" x="7381875" y="2303463"/>
          <p14:tracePt t="40157" x="7397750" y="2320925"/>
          <p14:tracePt t="40157" x="7404100" y="2320925"/>
          <p14:tracePt t="40163" x="7421563" y="2332038"/>
          <p14:tracePt t="40170" x="7439025" y="2343150"/>
          <p14:tracePt t="40177" x="7467600" y="2360613"/>
          <p14:tracePt t="40184" x="7483475" y="2371725"/>
          <p14:tracePt t="40185" x="7489825" y="2376488"/>
          <p14:tracePt t="40191" x="7500938" y="2382838"/>
          <p14:tracePt t="40198" x="7529513" y="2400300"/>
          <p14:tracePt t="40205" x="7564438" y="2417763"/>
          <p14:tracePt t="40212" x="7608888" y="2433638"/>
          <p14:tracePt t="40219" x="7648575" y="2457450"/>
          <p14:tracePt t="40220" x="7666038" y="2462213"/>
          <p14:tracePt t="40221" x="7677150" y="2468563"/>
          <p14:tracePt t="40226" x="7700963" y="2474913"/>
          <p14:tracePt t="40233" x="7758113" y="2501900"/>
          <p14:tracePt t="40234" x="7780338" y="2514600"/>
          <p14:tracePt t="40240" x="7820025" y="2530475"/>
          <p14:tracePt t="40247" x="7883525" y="2547938"/>
          <p14:tracePt t="40254" x="7916863" y="2565400"/>
          <p14:tracePt t="40261" x="7951788" y="2571750"/>
          <p14:tracePt t="40262" x="7956550" y="2571750"/>
          <p14:tracePt t="40262" x="7962900" y="2571750"/>
          <p14:tracePt t="40268" x="7980363" y="2576513"/>
          <p14:tracePt t="40274" x="7991475" y="2582863"/>
          <p14:tracePt t="40282" x="7996238" y="2582863"/>
          <p14:tracePt t="40439" x="8002588" y="2582863"/>
          <p14:tracePt t="40446" x="8008938" y="2582863"/>
          <p14:tracePt t="40452" x="8013700" y="2582863"/>
          <p14:tracePt t="40457" x="8013700" y="2587625"/>
          <p14:tracePt t="40463" x="8020050" y="2587625"/>
          <p14:tracePt t="40470" x="8024813" y="2587625"/>
          <p14:tracePt t="40477" x="8037513" y="2587625"/>
          <p14:tracePt t="40483" x="8048625" y="2587625"/>
          <p14:tracePt t="40490" x="8070850" y="2593975"/>
          <p14:tracePt t="40498" x="8093075" y="2593975"/>
          <p14:tracePt t="40505" x="8121650" y="2605088"/>
          <p14:tracePt t="40511" x="8145463" y="2605088"/>
          <p14:tracePt t="40518" x="8167688" y="2611438"/>
          <p14:tracePt t="40525" x="8189913" y="2616200"/>
          <p14:tracePt t="40532" x="8202613" y="2622550"/>
          <p14:tracePt t="40539" x="8213725" y="2622550"/>
          <p14:tracePt t="40546" x="8218488" y="2627313"/>
          <p14:tracePt t="40553" x="8224838" y="2627313"/>
          <p14:tracePt t="40560" x="8231188" y="2633663"/>
          <p14:tracePt t="40566" x="8235950" y="2633663"/>
          <p14:tracePt t="40573" x="8242300" y="2633663"/>
          <p14:tracePt t="40580" x="8253413" y="2640013"/>
          <p14:tracePt t="40588" x="8259763" y="2644775"/>
          <p14:tracePt t="40595" x="8264525" y="2644775"/>
          <p14:tracePt t="40601" x="8275638" y="2651125"/>
          <p14:tracePt t="40608" x="8281988" y="2651125"/>
          <p14:tracePt t="40615" x="8293100" y="2651125"/>
          <p14:tracePt t="40622" x="8310563" y="2655888"/>
          <p14:tracePt t="40629" x="8328025" y="2655888"/>
          <p14:tracePt t="40636" x="8343900" y="2655888"/>
          <p14:tracePt t="40643" x="8361363" y="2662238"/>
          <p14:tracePt t="40650" x="8385175" y="2662238"/>
          <p14:tracePt t="40657" x="8401050" y="2668588"/>
          <p14:tracePt t="40658" x="8407400" y="2673350"/>
          <p14:tracePt t="40664" x="8424863" y="2679700"/>
          <p14:tracePt t="40671" x="8435975" y="2679700"/>
          <p14:tracePt t="40678" x="8453438" y="2684463"/>
          <p14:tracePt t="40685" x="8475663" y="2697163"/>
          <p14:tracePt t="40692" x="8497888" y="2701925"/>
          <p14:tracePt t="40698" x="8515350" y="2708275"/>
          <p14:tracePt t="40705" x="8526463" y="2719388"/>
          <p14:tracePt t="40712" x="8543925" y="2725738"/>
          <p14:tracePt t="40720" x="8555038" y="2725738"/>
          <p14:tracePt t="40720" x="8561388" y="2730500"/>
          <p14:tracePt t="40726" x="8572500" y="2730500"/>
          <p14:tracePt t="40733" x="8583613" y="2741613"/>
          <p14:tracePt t="40741" x="8589963" y="2741613"/>
          <p14:tracePt t="40906" x="8583613" y="2747963"/>
          <p14:tracePt t="40911" x="8578850" y="2747963"/>
          <p14:tracePt t="40922" x="8572500" y="2747963"/>
          <p14:tracePt t="40931" x="8566150" y="2747963"/>
          <p14:tracePt t="40938" x="8561388" y="2747963"/>
          <p14:tracePt t="40940" x="8555038" y="2747963"/>
          <p14:tracePt t="40944" x="8550275" y="2747963"/>
          <p14:tracePt t="40949" x="8543925" y="2747963"/>
          <p14:tracePt t="40955" x="8532813" y="2747963"/>
          <p14:tracePt t="40962" x="8510588" y="2747963"/>
          <p14:tracePt t="40969" x="8486775" y="2747963"/>
          <p14:tracePt t="40976" x="8464550" y="2747963"/>
          <p14:tracePt t="40977" x="8453438" y="2747963"/>
          <p14:tracePt t="40978" x="8447088" y="2747963"/>
          <p14:tracePt t="40983" x="8429625" y="2747963"/>
          <p14:tracePt t="40984" x="8418513" y="2747963"/>
          <p14:tracePt t="40985" x="8413750" y="2747963"/>
          <p14:tracePt t="40990" x="8396288" y="2747963"/>
          <p14:tracePt t="40997" x="8350250" y="2747963"/>
          <p14:tracePt t="40998" x="8343900" y="2747963"/>
          <p14:tracePt t="40998" x="8339138" y="2747963"/>
          <p14:tracePt t="40999" x="8332788" y="2747963"/>
          <p14:tracePt t="41004" x="8299450" y="2752725"/>
          <p14:tracePt t="41011" x="8259763" y="2759075"/>
          <p14:tracePt t="41018" x="8207375" y="2765425"/>
          <p14:tracePt t="41025" x="8162925" y="2765425"/>
          <p14:tracePt t="41026" x="8150225" y="2765425"/>
          <p14:tracePt t="41032" x="8134350" y="2765425"/>
          <p14:tracePt t="41033" x="8128000" y="2765425"/>
          <p14:tracePt t="41038" x="8099425" y="2765425"/>
          <p14:tracePt t="41046" x="8070850" y="2765425"/>
          <p14:tracePt t="41053" x="8042275" y="2765425"/>
          <p14:tracePt t="41060" x="8031163" y="2765425"/>
          <p14:tracePt t="41060" x="8024813" y="2765425"/>
          <p14:tracePt t="41061" x="8020050" y="2765425"/>
          <p14:tracePt t="41066" x="8013700" y="2765425"/>
          <p14:tracePt t="41073" x="8008938" y="2765425"/>
          <p14:tracePt t="41144" x="8002588" y="2765425"/>
          <p14:tracePt t="41151" x="7996238" y="2765425"/>
          <p14:tracePt t="41158" x="7991475" y="2765425"/>
          <p14:tracePt t="41161" x="7991475" y="2759075"/>
          <p14:tracePt t="41167" x="7985125" y="2752725"/>
          <p14:tracePt t="41168" x="7980363" y="2752725"/>
          <p14:tracePt t="41172" x="7980363" y="2747963"/>
          <p14:tracePt t="41172" x="7967663" y="2747963"/>
          <p14:tracePt t="41185" x="7945438" y="2736850"/>
          <p14:tracePt t="41186" x="7940675" y="2730500"/>
          <p14:tracePt t="41191" x="7927975" y="2730500"/>
          <p14:tracePt t="41198" x="7905750" y="2719388"/>
          <p14:tracePt t="41205" x="7877175" y="2713038"/>
          <p14:tracePt t="41212" x="7848600" y="2701925"/>
          <p14:tracePt t="41219" x="7826375" y="2690813"/>
          <p14:tracePt t="41226" x="7802563" y="2684463"/>
          <p14:tracePt t="41233" x="7780338" y="2673350"/>
          <p14:tracePt t="41234" x="7773988" y="2668588"/>
          <p14:tracePt t="41240" x="7751763" y="2662238"/>
          <p14:tracePt t="41247" x="7716838" y="2651125"/>
          <p14:tracePt t="41248" x="7705725" y="2651125"/>
          <p14:tracePt t="41249" x="7700963" y="2644775"/>
          <p14:tracePt t="41250" x="7694613" y="2644775"/>
          <p14:tracePt t="41254" x="7677150" y="2640013"/>
          <p14:tracePt t="41261" x="7637463" y="2627313"/>
          <p14:tracePt t="41268" x="7591425" y="2616200"/>
          <p14:tracePt t="41275" x="7546975" y="2611438"/>
          <p14:tracePt t="41282" x="7500938" y="2600325"/>
          <p14:tracePt t="41289" x="7461250" y="2587625"/>
          <p14:tracePt t="41296" x="7426325" y="2582863"/>
          <p14:tracePt t="41303" x="7397750" y="2571750"/>
          <p14:tracePt t="41310" x="7369175" y="2559050"/>
          <p14:tracePt t="41310" x="7353300" y="2554288"/>
          <p14:tracePt t="41317" x="7335838" y="2547938"/>
          <p14:tracePt t="41323" x="7313613" y="2530475"/>
          <p14:tracePt t="41330" x="7285038" y="2519363"/>
          <p14:tracePt t="41337" x="7256463" y="2501900"/>
          <p14:tracePt t="41345" x="7216775" y="2479675"/>
          <p14:tracePt t="41345" x="7210425" y="2474913"/>
          <p14:tracePt t="41351" x="7181850" y="2462213"/>
          <p14:tracePt t="41352" x="7164388" y="2451100"/>
          <p14:tracePt t="41353" x="7159625" y="2451100"/>
          <p14:tracePt t="41358" x="7135813" y="2439988"/>
          <p14:tracePt t="41365" x="7102475" y="2422525"/>
          <p14:tracePt t="41366" x="7091363" y="2417763"/>
          <p14:tracePt t="41367" x="7085013" y="2411413"/>
          <p14:tracePt t="41372" x="7073900" y="2405063"/>
          <p14:tracePt t="41373" x="7062788" y="2400300"/>
          <p14:tracePt t="41379" x="7038975" y="2393950"/>
          <p14:tracePt t="41386" x="7016750" y="2382838"/>
          <p14:tracePt t="41393" x="6992938" y="2365375"/>
          <p14:tracePt t="41394" x="6981825" y="2365375"/>
          <p14:tracePt t="41399" x="6965950" y="2354263"/>
          <p14:tracePt t="41409" x="6924675" y="2325688"/>
          <p14:tracePt t="41414" x="6908800" y="2303463"/>
          <p14:tracePt t="41428" x="6869113" y="2263775"/>
          <p14:tracePt t="41428" x="6862763" y="2257425"/>
          <p14:tracePt t="41434" x="6851650" y="2246313"/>
          <p14:tracePt t="41435" x="6845300" y="2239963"/>
          <p14:tracePt t="41436" x="6845300" y="2235200"/>
          <p14:tracePt t="41441" x="6840538" y="2222500"/>
          <p14:tracePt t="41448" x="6823075" y="2195513"/>
          <p14:tracePt t="41455" x="6816725" y="2160588"/>
          <p14:tracePt t="41462" x="6805613" y="2125663"/>
          <p14:tracePt t="41469" x="6805613" y="2092325"/>
          <p14:tracePt t="41476" x="6805613" y="2070100"/>
          <p14:tracePt t="41477" x="6805613" y="2063750"/>
          <p14:tracePt t="41483" x="6805613" y="2041525"/>
          <p14:tracePt t="41484" x="6811963" y="2035175"/>
          <p14:tracePt t="41490" x="6816725" y="2017713"/>
          <p14:tracePt t="41497" x="6827838" y="2006600"/>
          <p14:tracePt t="41498" x="6834188" y="2000250"/>
          <p14:tracePt t="41504" x="6845300" y="1995488"/>
          <p14:tracePt t="41511" x="6862763" y="1984375"/>
          <p14:tracePt t="41511" x="6869113" y="1984375"/>
          <p14:tracePt t="41518" x="6891338" y="1971675"/>
          <p14:tracePt t="41524" x="6919913" y="1966913"/>
          <p14:tracePt t="41532" x="6948488" y="1960563"/>
          <p14:tracePt t="41532" x="6953250" y="1960563"/>
          <p14:tracePt t="41533" x="6965950" y="1955800"/>
          <p14:tracePt t="41538" x="6981825" y="1955800"/>
          <p14:tracePt t="41546" x="7016750" y="1955800"/>
          <p14:tracePt t="41552" x="7050088" y="1955800"/>
          <p14:tracePt t="41559" x="7113588" y="1955800"/>
          <p14:tracePt t="41566" x="7188200" y="1955800"/>
          <p14:tracePt t="41573" x="7250113" y="1966913"/>
          <p14:tracePt t="41574" x="7272338" y="1978025"/>
          <p14:tracePt t="41575" x="7285038" y="1978025"/>
          <p14:tracePt t="41580" x="7335838" y="1984375"/>
          <p14:tracePt t="41587" x="7421563" y="2000250"/>
          <p14:tracePt t="41588" x="7454900" y="2012950"/>
          <p14:tracePt t="41589" x="7461250" y="2012950"/>
          <p14:tracePt t="41594" x="7518400" y="2024063"/>
          <p14:tracePt t="41595" x="7546975" y="2028825"/>
          <p14:tracePt t="41596" x="7558088" y="2035175"/>
          <p14:tracePt t="41601" x="7615238" y="2052638"/>
          <p14:tracePt t="41608" x="7705725" y="2074863"/>
          <p14:tracePt t="41609" x="7734300" y="2085975"/>
          <p14:tracePt t="41610" x="7745413" y="2092325"/>
          <p14:tracePt t="41615" x="7802563" y="2114550"/>
          <p14:tracePt t="41616" x="7820025" y="2120900"/>
          <p14:tracePt t="41622" x="7899400" y="2154238"/>
          <p14:tracePt t="41629" x="7967663" y="2189163"/>
          <p14:tracePt t="41636" x="8037513" y="2222500"/>
          <p14:tracePt t="41643" x="8081963" y="2251075"/>
          <p14:tracePt t="41643" x="8105775" y="2263775"/>
          <p14:tracePt t="41644" x="8105775" y="2268538"/>
          <p14:tracePt t="41645" x="8110538" y="2274888"/>
          <p14:tracePt t="41650" x="8128000" y="2279650"/>
          <p14:tracePt t="41657" x="8145463" y="2303463"/>
          <p14:tracePt t="41663" x="8150225" y="2320925"/>
          <p14:tracePt t="41671" x="8156575" y="2336800"/>
          <p14:tracePt t="41678" x="8156575" y="2343150"/>
          <p14:tracePt t="41679" x="8156575" y="2349500"/>
          <p14:tracePt t="41684" x="8156575" y="2360613"/>
          <p14:tracePt t="41691" x="8150225" y="2371725"/>
          <p14:tracePt t="41699" x="8145463" y="2389188"/>
          <p14:tracePt t="41706" x="8134350" y="2405063"/>
          <p14:tracePt t="41713" x="8121650" y="2422525"/>
          <p14:tracePt t="41726" x="8099425" y="2457450"/>
          <p14:tracePt t="41741" x="8066088" y="2486025"/>
          <p14:tracePt t="41747" x="8048625" y="2501900"/>
          <p14:tracePt t="41754" x="8024813" y="2519363"/>
          <p14:tracePt t="41761" x="8008938" y="2536825"/>
          <p14:tracePt t="41768" x="7996238" y="2543175"/>
          <p14:tracePt t="41775" x="7985125" y="2547938"/>
          <p14:tracePt t="41783" x="7980363" y="2547938"/>
          <p14:tracePt t="41871" x="7980363" y="2554288"/>
          <p14:tracePt t="42095" x="7974013" y="2554288"/>
          <p14:tracePt t="42096" x="7974013" y="2559050"/>
          <p14:tracePt t="42098" x="7967663" y="2559050"/>
          <p14:tracePt t="42101" x="7962900" y="2565400"/>
          <p14:tracePt t="42108" x="7927975" y="2600325"/>
          <p14:tracePt t="42115" x="7859713" y="2644775"/>
          <p14:tracePt t="42122" x="7780338" y="2719388"/>
          <p14:tracePt t="42123" x="7751763" y="2741613"/>
          <p14:tracePt t="42124" x="7716838" y="2770188"/>
          <p14:tracePt t="42129" x="7666038" y="2809875"/>
          <p14:tracePt t="42136" x="7540625" y="2906713"/>
          <p14:tracePt t="42143" x="7392988" y="3027363"/>
          <p14:tracePt t="42150" x="7256463" y="3124200"/>
          <p14:tracePt t="42157" x="7142163" y="3209925"/>
          <p14:tracePt t="42163" x="6999288" y="3317875"/>
          <p14:tracePt t="42170" x="6913563" y="3392488"/>
          <p14:tracePt t="42177" x="6811963" y="3500438"/>
          <p14:tracePt t="42184" x="6726238" y="3603625"/>
          <p14:tracePt t="42185" x="6686550" y="3654425"/>
          <p14:tracePt t="42186" x="6673850" y="3671888"/>
          <p14:tracePt t="42191" x="6629400" y="3733800"/>
          <p14:tracePt t="42198" x="6554788" y="3854450"/>
          <p14:tracePt t="42205" x="6475413" y="4013200"/>
          <p14:tracePt t="42206" x="6451600" y="4059238"/>
          <p14:tracePt t="42207" x="6440488" y="4081463"/>
          <p14:tracePt t="42212" x="6394450" y="4189413"/>
          <p14:tracePt t="42219" x="6321425" y="4406900"/>
          <p14:tracePt t="42220" x="6292850" y="4486275"/>
          <p14:tracePt t="42221" x="6281738" y="4521200"/>
          <p14:tracePt t="42226" x="6229350" y="4668838"/>
          <p14:tracePt t="42233" x="6161088" y="4902200"/>
          <p14:tracePt t="42234" x="6149975" y="4937125"/>
          <p14:tracePt t="42240" x="6070600" y="5170488"/>
          <p14:tracePt t="42247" x="6019800" y="5359400"/>
          <p14:tracePt t="42254" x="5973763" y="5513388"/>
          <p14:tracePt t="42255" x="5967413" y="5553075"/>
          <p14:tracePt t="42256" x="5956300" y="5575300"/>
          <p14:tracePt t="42261" x="5938838" y="5649913"/>
          <p14:tracePt t="42268" x="5910263" y="5722938"/>
          <p14:tracePt t="42269" x="5910263" y="5740400"/>
          <p14:tracePt t="42275" x="5899150" y="5775325"/>
          <p14:tracePt t="42282" x="5881688" y="5797550"/>
          <p14:tracePt t="42289" x="5876925" y="5819775"/>
          <p14:tracePt t="42296" x="5870575" y="5832475"/>
          <p14:tracePt t="42303" x="5870575" y="5843588"/>
          <p14:tracePt t="42310" x="5859463" y="5861050"/>
          <p14:tracePt t="42317" x="5848350" y="5889625"/>
          <p14:tracePt t="42323" x="5830888" y="5929313"/>
          <p14:tracePt t="42331" x="5808663" y="5980113"/>
          <p14:tracePt t="42338" x="5784850" y="6042025"/>
          <p14:tracePt t="42345" x="5756275" y="6127750"/>
          <p14:tracePt t="42351" x="5722938" y="6213475"/>
          <p14:tracePt t="42359" x="5694363" y="6299200"/>
          <p14:tracePt t="42365" x="5672138" y="6373813"/>
          <p14:tracePt t="42372" x="5648325" y="6446838"/>
          <p14:tracePt t="42379" x="5626100" y="6510338"/>
          <p14:tracePt t="42386" x="5608638" y="6561138"/>
          <p14:tracePt t="42387" x="5602288" y="6567488"/>
          <p14:tracePt t="42388" x="5602288" y="6578600"/>
          <p14:tracePt t="42393" x="5597525" y="6596063"/>
          <p14:tracePt t="42400" x="5597525" y="6613525"/>
          <p14:tracePt t="42409" x="5591175" y="6629400"/>
          <p14:tracePt t="42421" x="5580063" y="6653213"/>
          <p14:tracePt t="42435" x="5580063" y="6669088"/>
          <p14:tracePt t="42441" x="5573713" y="6681788"/>
          <p14:tracePt t="42448" x="5573713" y="6692900"/>
          <p14:tracePt t="42455" x="5568950" y="6697663"/>
          <p14:tracePt t="42462" x="5568950" y="6704013"/>
          <p14:tracePt t="42469" x="5562600" y="6710363"/>
          <p14:tracePt t="42505" x="5557838" y="6710363"/>
          <p14:tracePt t="42514" x="5551488" y="6710363"/>
          <p14:tracePt t="42517" x="5551488" y="6715125"/>
          <p14:tracePt t="42519" x="5546725" y="6715125"/>
          <p14:tracePt t="42525" x="5534025" y="6715125"/>
          <p14:tracePt t="42532" x="5522913" y="6721475"/>
          <p14:tracePt t="42539" x="5505450" y="6732588"/>
          <p14:tracePt t="42546" x="5476875" y="6738938"/>
          <p14:tracePt t="42552" x="5454650" y="6754813"/>
          <p14:tracePt t="42560" x="5426075" y="6772275"/>
          <p14:tracePt t="42566" x="5397500" y="6794500"/>
          <p14:tracePt t="42573" x="5368925" y="6818313"/>
          <p14:tracePt t="42580" x="5335588" y="6846888"/>
          <p14:tracePt t="42581" x="5329238" y="6851650"/>
          <p14:tracePt t="43262" x="0" y="0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98F6E36-B554-5229-388D-2DA5E9E6A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" y="814286"/>
            <a:ext cx="4146550" cy="423892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DCC31A1-715D-623A-B7A8-816A2B14D2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0450" y="814286"/>
            <a:ext cx="3587258" cy="423892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CB8F1F6-BE00-E1FB-32CA-A833607EDC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3950" y="814286"/>
            <a:ext cx="3563513" cy="4238925"/>
          </a:xfrm>
          <a:prstGeom prst="rect">
            <a:avLst/>
          </a:prstGeom>
        </p:spPr>
      </p:pic>
      <p:pic>
        <p:nvPicPr>
          <p:cNvPr id="7" name="Áudio 6">
            <a:hlinkClick r:id="" action="ppaction://media"/>
            <a:extLst>
              <a:ext uri="{FF2B5EF4-FFF2-40B4-BE49-F238E27FC236}">
                <a16:creationId xmlns:a16="http://schemas.microsoft.com/office/drawing/2014/main" id="{A5800139-9C70-7142-5E50-F7680677D8F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23225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3094"/>
    </mc:Choice>
    <mc:Fallback>
      <p:transition spd="slow" advTm="930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33237" x="5138738" y="6557963"/>
          <p14:tracePt t="33302" x="4651375" y="6829425"/>
          <p14:tracePt t="33306" x="4605338" y="6778625"/>
          <p14:tracePt t="33311" x="4559300" y="6715125"/>
          <p14:tracePt t="33318" x="4451350" y="6578600"/>
          <p14:tracePt t="33325" x="4325938" y="6413500"/>
          <p14:tracePt t="33339" x="3927475" y="5889625"/>
          <p14:tracePt t="33345" x="3733800" y="5626100"/>
          <p14:tracePt t="33359" x="3289300" y="4999038"/>
          <p14:tracePt t="33360" x="3243263" y="4941888"/>
          <p14:tracePt t="33361" x="3221038" y="4897438"/>
          <p14:tracePt t="33366" x="3124200" y="4748213"/>
          <p14:tracePt t="33373" x="2924175" y="4452938"/>
          <p14:tracePt t="33380" x="2713038" y="4132263"/>
          <p14:tracePt t="33381" x="2701925" y="4110038"/>
          <p14:tracePt t="33381" x="2679700" y="4070350"/>
          <p14:tracePt t="33382" x="2651125" y="4035425"/>
          <p14:tracePt t="33387" x="2554288" y="3894138"/>
          <p14:tracePt t="33388" x="2501900" y="3813175"/>
          <p14:tracePt t="33394" x="2382838" y="3643313"/>
          <p14:tracePt t="33395" x="2359025" y="3614738"/>
          <p14:tracePt t="33395" x="2336800" y="3579813"/>
          <p14:tracePt t="33396" x="2314575" y="3540125"/>
          <p14:tracePt t="33401" x="2217738" y="3403600"/>
          <p14:tracePt t="33402" x="2171700" y="3335338"/>
          <p14:tracePt t="33403" x="2149475" y="3306763"/>
          <p14:tracePt t="33408" x="2052638" y="3163888"/>
          <p14:tracePt t="33415" x="1903413" y="2941638"/>
          <p14:tracePt t="33429" x="1698625" y="2616200"/>
          <p14:tracePt t="33430" x="1676400" y="2571750"/>
          <p14:tracePt t="33436" x="1612900" y="2462213"/>
          <p14:tracePt t="33443" x="1550988" y="2360613"/>
          <p14:tracePt t="33449" x="1504950" y="2279650"/>
          <p14:tracePt t="33457" x="1476375" y="2228850"/>
          <p14:tracePt t="33458" x="1465263" y="2211388"/>
          <p14:tracePt t="33458" x="1458913" y="2200275"/>
          <p14:tracePt t="33463" x="1447800" y="2166938"/>
          <p14:tracePt t="33470" x="1419225" y="2114550"/>
          <p14:tracePt t="33477" x="1401763" y="2081213"/>
          <p14:tracePt t="33484" x="1390650" y="2052638"/>
          <p14:tracePt t="33491" x="1384300" y="2035175"/>
          <p14:tracePt t="33498" x="1379538" y="2012950"/>
          <p14:tracePt t="33505" x="1368425" y="2000250"/>
          <p14:tracePt t="33506" x="1368425" y="1995488"/>
          <p14:tracePt t="33512" x="1368425" y="1989138"/>
          <p14:tracePt t="33519" x="1362075" y="1978025"/>
          <p14:tracePt t="33526" x="1357313" y="1971675"/>
          <p14:tracePt t="33533" x="1350963" y="1966913"/>
          <p14:tracePt t="33540" x="1339850" y="1955800"/>
          <p14:tracePt t="33547" x="1333500" y="1944688"/>
          <p14:tracePt t="33554" x="1316038" y="1931988"/>
          <p14:tracePt t="33561" x="1304925" y="1920875"/>
          <p14:tracePt t="33568" x="1293813" y="1903413"/>
          <p14:tracePt t="33569" x="1287463" y="1898650"/>
          <p14:tracePt t="33569" x="1287463" y="1892300"/>
          <p14:tracePt t="33574" x="1276350" y="1881188"/>
          <p14:tracePt t="33581" x="1258888" y="1858963"/>
          <p14:tracePt t="33588" x="1236663" y="1835150"/>
          <p14:tracePt t="33595" x="1208088" y="1790700"/>
          <p14:tracePt t="33596" x="1196975" y="1778000"/>
          <p14:tracePt t="33597" x="1190625" y="1778000"/>
          <p14:tracePt t="33602" x="1168400" y="1749425"/>
          <p14:tracePt t="33609" x="1135063" y="1704975"/>
          <p14:tracePt t="33610" x="1117600" y="1687513"/>
          <p14:tracePt t="33611" x="1111250" y="1687513"/>
          <p14:tracePt t="33617" x="1089025" y="1658938"/>
          <p14:tracePt t="33623" x="1036638" y="1612900"/>
          <p14:tracePt t="33630" x="985838" y="1555750"/>
          <p14:tracePt t="33637" x="935038" y="1504950"/>
          <p14:tracePt t="33644" x="884238" y="1447800"/>
          <p14:tracePt t="33645" x="871538" y="1443038"/>
          <p14:tracePt t="33645" x="866775" y="1436688"/>
          <p14:tracePt t="33646" x="855663" y="1425575"/>
          <p14:tracePt t="33651" x="838200" y="1401763"/>
          <p14:tracePt t="33658" x="785813" y="1362075"/>
          <p14:tracePt t="33665" x="758825" y="1333500"/>
          <p14:tracePt t="33672" x="730250" y="1311275"/>
          <p14:tracePt t="33679" x="706438" y="1289050"/>
          <p14:tracePt t="33686" x="695325" y="1276350"/>
          <p14:tracePt t="33700" x="688975" y="1265238"/>
          <p14:tracePt t="33707" x="688975" y="1260475"/>
          <p14:tracePt t="33721" x="688975" y="1254125"/>
          <p14:tracePt t="33728" x="688975" y="1243013"/>
          <p14:tracePt t="33735" x="688975" y="1231900"/>
          <p14:tracePt t="33748" x="688975" y="1196975"/>
          <p14:tracePt t="33756" x="688975" y="1185863"/>
          <p14:tracePt t="33763" x="688975" y="1168400"/>
          <p14:tracePt t="33769" x="688975" y="1157288"/>
          <p14:tracePt t="33770" x="688975" y="1150938"/>
          <p14:tracePt t="33783" x="688975" y="1135063"/>
          <p14:tracePt t="33790" x="688975" y="1128713"/>
          <p14:tracePt t="33797" x="688975" y="1122363"/>
          <p14:tracePt t="33805" x="688975" y="1117600"/>
          <p14:tracePt t="33820" x="688975" y="1111250"/>
          <p14:tracePt t="33827" x="688975" y="1106488"/>
          <p14:tracePt t="33831" x="695325" y="1106488"/>
          <p14:tracePt t="33834" x="695325" y="1100138"/>
          <p14:tracePt t="33839" x="695325" y="1093788"/>
          <p14:tracePt t="33847" x="695325" y="1089025"/>
          <p14:tracePt t="33853" x="701675" y="1082675"/>
          <p14:tracePt t="33854" x="701675" y="1077913"/>
          <p14:tracePt t="33860" x="701675" y="1071563"/>
          <p14:tracePt t="33869" x="706438" y="1066800"/>
          <p14:tracePt t="33880" x="706438" y="1060450"/>
          <p14:tracePt t="33897" x="706438" y="1054100"/>
          <p14:tracePt t="33902" x="712788" y="1054100"/>
          <p14:tracePt t="33950" x="717550" y="1054100"/>
          <p14:tracePt t="33958" x="717550" y="1049338"/>
          <p14:tracePt t="33968" x="723900" y="1049338"/>
          <p14:tracePt t="33979" x="723900" y="1042988"/>
          <p14:tracePt t="33995" x="730250" y="1042988"/>
          <p14:tracePt t="34002" x="730250" y="1038225"/>
          <p14:tracePt t="34007" x="735013" y="1038225"/>
          <p14:tracePt t="34009" x="735013" y="1031875"/>
          <p14:tracePt t="34012" x="741363" y="1031875"/>
          <p14:tracePt t="34019" x="746125" y="1025525"/>
          <p14:tracePt t="34026" x="763588" y="1020763"/>
          <p14:tracePt t="34033" x="792163" y="1003300"/>
          <p14:tracePt t="34040" x="827088" y="985838"/>
          <p14:tracePt t="34047" x="849313" y="974725"/>
          <p14:tracePt t="34054" x="871538" y="963613"/>
          <p14:tracePt t="34055" x="884238" y="957263"/>
          <p14:tracePt t="34055" x="889000" y="957263"/>
          <p14:tracePt t="34056" x="895350" y="957263"/>
          <p14:tracePt t="34061" x="900113" y="952500"/>
          <p14:tracePt t="34068" x="935038" y="935038"/>
          <p14:tracePt t="34068" x="946150" y="935038"/>
          <p14:tracePt t="34069" x="946150" y="928688"/>
          <p14:tracePt t="34074" x="963613" y="923925"/>
          <p14:tracePt t="34081" x="996950" y="912813"/>
          <p14:tracePt t="34082" x="1003300" y="912813"/>
          <p14:tracePt t="34083" x="1014413" y="912813"/>
          <p14:tracePt t="34088" x="1025525" y="912813"/>
          <p14:tracePt t="34095" x="1054100" y="900113"/>
          <p14:tracePt t="34096" x="1060450" y="900113"/>
          <p14:tracePt t="34102" x="1082675" y="900113"/>
          <p14:tracePt t="34103" x="1100138" y="900113"/>
          <p14:tracePt t="34109" x="1122363" y="900113"/>
          <p14:tracePt t="34110" x="1139825" y="895350"/>
          <p14:tracePt t="34116" x="1168400" y="895350"/>
          <p14:tracePt t="34117" x="1185863" y="895350"/>
          <p14:tracePt t="34123" x="1214438" y="895350"/>
          <p14:tracePt t="34130" x="1271588" y="895350"/>
          <p14:tracePt t="34131" x="1287463" y="895350"/>
          <p14:tracePt t="34132" x="1304925" y="895350"/>
          <p14:tracePt t="34137" x="1333500" y="895350"/>
          <p14:tracePt t="34144" x="1390650" y="895350"/>
          <p14:tracePt t="34145" x="1401763" y="895350"/>
          <p14:tracePt t="34145" x="1412875" y="900113"/>
          <p14:tracePt t="34146" x="1419225" y="900113"/>
          <p14:tracePt t="34151" x="1458913" y="906463"/>
          <p14:tracePt t="34158" x="1533525" y="917575"/>
          <p14:tracePt t="34165" x="1612900" y="935038"/>
          <p14:tracePt t="34166" x="1630363" y="941388"/>
          <p14:tracePt t="34166" x="1652588" y="941388"/>
          <p14:tracePt t="34172" x="1720850" y="957263"/>
          <p14:tracePt t="34179" x="1789113" y="981075"/>
          <p14:tracePt t="34180" x="1817688" y="985838"/>
          <p14:tracePt t="34186" x="1885950" y="1009650"/>
          <p14:tracePt t="34193" x="1989138" y="1042988"/>
          <p14:tracePt t="34193" x="2028825" y="1049338"/>
          <p14:tracePt t="34194" x="2039938" y="1054100"/>
          <p14:tracePt t="34199" x="2097088" y="1071563"/>
          <p14:tracePt t="34206" x="2206625" y="1106488"/>
          <p14:tracePt t="34213" x="2330450" y="1146175"/>
          <p14:tracePt t="34214" x="2359025" y="1150938"/>
          <p14:tracePt t="34220" x="2428875" y="1168400"/>
          <p14:tracePt t="34221" x="2451100" y="1179513"/>
          <p14:tracePt t="34222" x="2462213" y="1179513"/>
          <p14:tracePt t="34227" x="2508250" y="1192213"/>
          <p14:tracePt t="34234" x="2570163" y="1208088"/>
          <p14:tracePt t="34242" x="2627313" y="1225550"/>
          <p14:tracePt t="34242" x="2644775" y="1225550"/>
          <p14:tracePt t="34243" x="2644775" y="1231900"/>
          <p14:tracePt t="34248" x="2667000" y="1236663"/>
          <p14:tracePt t="34255" x="2695575" y="1243013"/>
          <p14:tracePt t="34262" x="2706688" y="1254125"/>
          <p14:tracePt t="34269" x="2719388" y="1254125"/>
          <p14:tracePt t="34276" x="2724150" y="1254125"/>
          <p14:tracePt t="34283" x="2724150" y="1260475"/>
          <p14:tracePt t="34300" x="2724150" y="1265238"/>
          <p14:tracePt t="34302" x="2730500" y="1265238"/>
          <p14:tracePt t="34308" x="2730500" y="1271588"/>
          <p14:tracePt t="34311" x="2730500" y="1276350"/>
          <p14:tracePt t="34319" x="2730500" y="1282700"/>
          <p14:tracePt t="34325" x="2735263" y="1304925"/>
          <p14:tracePt t="34332" x="2741613" y="1322388"/>
          <p14:tracePt t="34346" x="2747963" y="1385888"/>
          <p14:tracePt t="34353" x="2752725" y="1430338"/>
          <p14:tracePt t="34359" x="2759075" y="1482725"/>
          <p14:tracePt t="34367" x="2759075" y="1533525"/>
          <p14:tracePt t="34374" x="2763838" y="1595438"/>
          <p14:tracePt t="34381" x="2763838" y="1665288"/>
          <p14:tracePt t="34381" x="2763838" y="1681163"/>
          <p14:tracePt t="34382" x="2763838" y="1687513"/>
          <p14:tracePt t="34387" x="2763838" y="1720850"/>
          <p14:tracePt t="34394" x="2752725" y="1784350"/>
          <p14:tracePt t="34395" x="2752725" y="1795463"/>
          <p14:tracePt t="34395" x="2752725" y="1801813"/>
          <p14:tracePt t="34396" x="2752725" y="1812925"/>
          <p14:tracePt t="34401" x="2741613" y="1846263"/>
          <p14:tracePt t="34409" x="2724150" y="1909763"/>
          <p14:tracePt t="34420" x="2701925" y="1989138"/>
          <p14:tracePt t="34426" x="2690813" y="2035175"/>
          <p14:tracePt t="34430" x="2684463" y="2052638"/>
          <p14:tracePt t="34443" x="2662238" y="2125663"/>
          <p14:tracePt t="34444" x="2651125" y="2138363"/>
          <p14:tracePt t="34450" x="2644775" y="2160588"/>
          <p14:tracePt t="34457" x="2638425" y="2178050"/>
          <p14:tracePt t="34464" x="2627313" y="2200275"/>
          <p14:tracePt t="34471" x="2622550" y="2206625"/>
          <p14:tracePt t="34471" x="2616200" y="2211388"/>
          <p14:tracePt t="34477" x="2616200" y="2217738"/>
          <p14:tracePt t="34484" x="2605088" y="2228850"/>
          <p14:tracePt t="34491" x="2605088" y="2235200"/>
          <p14:tracePt t="34498" x="2598738" y="2246313"/>
          <p14:tracePt t="34505" x="2587625" y="2257425"/>
          <p14:tracePt t="34513" x="2576513" y="2268538"/>
          <p14:tracePt t="34514" x="2565400" y="2274888"/>
          <p14:tracePt t="34519" x="2547938" y="2286000"/>
          <p14:tracePt t="34526" x="2530475" y="2303463"/>
          <p14:tracePt t="34533" x="2490788" y="2320925"/>
          <p14:tracePt t="34540" x="2451100" y="2336800"/>
          <p14:tracePt t="34541" x="2444750" y="2343150"/>
          <p14:tracePt t="34541" x="2439988" y="2349500"/>
          <p14:tracePt t="34542" x="2428875" y="2349500"/>
          <p14:tracePt t="34547" x="2400300" y="2360613"/>
          <p14:tracePt t="34554" x="2347913" y="2376488"/>
          <p14:tracePt t="34555" x="2330450" y="2382838"/>
          <p14:tracePt t="34556" x="2314575" y="2382838"/>
          <p14:tracePt t="34561" x="2279650" y="2393950"/>
          <p14:tracePt t="34568" x="2211388" y="2405063"/>
          <p14:tracePt t="34575" x="2132013" y="2422525"/>
          <p14:tracePt t="34582" x="2052638" y="2433638"/>
          <p14:tracePt t="34589" x="1960563" y="2446338"/>
          <p14:tracePt t="34595" x="1870075" y="2451100"/>
          <p14:tracePt t="34603" x="1778000" y="2451100"/>
          <p14:tracePt t="34609" x="1663700" y="2457450"/>
          <p14:tracePt t="34616" x="1550988" y="2457450"/>
          <p14:tracePt t="34617" x="1516063" y="2457450"/>
          <p14:tracePt t="34618" x="1498600" y="2457450"/>
          <p14:tracePt t="34623" x="1436688" y="2457450"/>
          <p14:tracePt t="34631" x="1311275" y="2457450"/>
          <p14:tracePt t="34631" x="1276350" y="2451100"/>
          <p14:tracePt t="34632" x="1258888" y="2451100"/>
          <p14:tracePt t="34634" x="1243013" y="2446338"/>
          <p14:tracePt t="34635" x="1225550" y="2446338"/>
          <p14:tracePt t="34636" x="1208088" y="2439988"/>
          <p14:tracePt t="34638" x="1174750" y="2439988"/>
          <p14:tracePt t="34639" x="1157288" y="2439988"/>
          <p14:tracePt t="34644" x="1071563" y="2428875"/>
          <p14:tracePt t="34651" x="957263" y="2411413"/>
          <p14:tracePt t="34658" x="838200" y="2393950"/>
          <p14:tracePt t="34665" x="730250" y="2376488"/>
          <p14:tracePt t="34666" x="717550" y="2371725"/>
          <p14:tracePt t="34666" x="688975" y="2365375"/>
          <p14:tracePt t="34672" x="615950" y="2354263"/>
          <p14:tracePt t="34679" x="536575" y="2343150"/>
          <p14:tracePt t="34679" x="519113" y="2336800"/>
          <p14:tracePt t="34680" x="501650" y="2332038"/>
          <p14:tracePt t="34685" x="450850" y="2320925"/>
          <p14:tracePt t="34693" x="382588" y="2308225"/>
          <p14:tracePt t="34694" x="358775" y="2297113"/>
          <p14:tracePt t="34694" x="354013" y="2297113"/>
          <p14:tracePt t="34699" x="307975" y="2286000"/>
          <p14:tracePt t="34707" x="261938" y="2263775"/>
          <p14:tracePt t="34713" x="228600" y="2251075"/>
          <p14:tracePt t="34720" x="204788" y="2235200"/>
          <p14:tracePt t="34721" x="200025" y="2222500"/>
          <p14:tracePt t="34722" x="193675" y="2222500"/>
          <p14:tracePt t="34727" x="187325" y="2206625"/>
          <p14:tracePt t="34728" x="182563" y="2206625"/>
          <p14:tracePt t="34734" x="165100" y="2178050"/>
          <p14:tracePt t="34741" x="147638" y="2143125"/>
          <p14:tracePt t="34742" x="142875" y="2132013"/>
          <p14:tracePt t="34743" x="142875" y="2125663"/>
          <p14:tracePt t="34748" x="125413" y="2097088"/>
          <p14:tracePt t="34749" x="125413" y="2085975"/>
          <p14:tracePt t="34749" x="119063" y="2074863"/>
          <p14:tracePt t="34750" x="119063" y="2070100"/>
          <p14:tracePt t="34755" x="103188" y="2024063"/>
          <p14:tracePt t="34756" x="96838" y="2012950"/>
          <p14:tracePt t="34756" x="85725" y="1995488"/>
          <p14:tracePt t="34757" x="85725" y="1984375"/>
          <p14:tracePt t="34762" x="68263" y="1938338"/>
          <p14:tracePt t="34769" x="39688" y="1841500"/>
          <p14:tracePt t="34776" x="17463" y="1738313"/>
          <p14:tracePt t="34783" x="6350" y="1636713"/>
          <p14:tracePt t="34790" x="0" y="1550988"/>
          <p14:tracePt t="34791" x="0" y="1539875"/>
          <p14:tracePt t="34791" x="0" y="1527175"/>
          <p14:tracePt t="34797" x="0" y="1476375"/>
          <p14:tracePt t="34804" x="0" y="1414463"/>
          <p14:tracePt t="34804" x="0" y="1397000"/>
          <p14:tracePt t="34805" x="6350" y="1385888"/>
          <p14:tracePt t="34810" x="11113" y="1357313"/>
          <p14:tracePt t="34818" x="28575" y="1282700"/>
          <p14:tracePt t="34818" x="28575" y="1265238"/>
          <p14:tracePt t="34819" x="28575" y="1260475"/>
          <p14:tracePt t="34824" x="39688" y="1231900"/>
          <p14:tracePt t="34831" x="57150" y="1179513"/>
          <p14:tracePt t="34839" x="74613" y="1135063"/>
          <p14:tracePt t="34845" x="96838" y="1089025"/>
          <p14:tracePt t="34852" x="114300" y="1054100"/>
          <p14:tracePt t="34853" x="125413" y="1049338"/>
          <p14:tracePt t="34854" x="125413" y="1042988"/>
          <p14:tracePt t="34859" x="142875" y="1025525"/>
          <p14:tracePt t="34866" x="160338" y="1009650"/>
          <p14:tracePt t="34867" x="165100" y="996950"/>
          <p14:tracePt t="34873" x="182563" y="985838"/>
          <p14:tracePt t="34881" x="211138" y="974725"/>
          <p14:tracePt t="34881" x="222250" y="968375"/>
          <p14:tracePt t="34887" x="239713" y="963613"/>
          <p14:tracePt t="34894" x="261938" y="957263"/>
          <p14:tracePt t="34901" x="290513" y="952500"/>
          <p14:tracePt t="34902" x="301625" y="952500"/>
          <p14:tracePt t="34908" x="336550" y="952500"/>
          <p14:tracePt t="34915" x="382588" y="952500"/>
          <p14:tracePt t="34922" x="433388" y="952500"/>
          <p14:tracePt t="34923" x="450850" y="952500"/>
          <p14:tracePt t="34929" x="490538" y="952500"/>
          <p14:tracePt t="34936" x="558800" y="957263"/>
          <p14:tracePt t="34943" x="644525" y="974725"/>
          <p14:tracePt t="34944" x="666750" y="981075"/>
          <p14:tracePt t="34950" x="741363" y="996950"/>
          <p14:tracePt t="34957" x="842963" y="1025525"/>
          <p14:tracePt t="34963" x="939800" y="1049338"/>
          <p14:tracePt t="34971" x="1049338" y="1077913"/>
          <p14:tracePt t="34978" x="1150938" y="1093788"/>
          <p14:tracePt t="34985" x="1236663" y="1117600"/>
          <p14:tracePt t="34992" x="1316038" y="1128713"/>
          <p14:tracePt t="35006" x="1441450" y="1139825"/>
          <p14:tracePt t="35006" x="1458913" y="1139825"/>
          <p14:tracePt t="35007" x="1470025" y="1139825"/>
          <p14:tracePt t="35008" x="1476375" y="1146175"/>
          <p14:tracePt t="35012" x="1498600" y="1146175"/>
          <p14:tracePt t="35019" x="1538288" y="1150938"/>
          <p14:tracePt t="35027" x="1590675" y="1157288"/>
          <p14:tracePt t="35033" x="1612900" y="1163638"/>
          <p14:tracePt t="35034" x="1619250" y="1163638"/>
          <p14:tracePt t="35040" x="1635125" y="1163638"/>
          <p14:tracePt t="35047" x="1647825" y="1163638"/>
          <p14:tracePt t="35054" x="1652588" y="1163638"/>
          <p14:tracePt t="35086" x="1652588" y="1168400"/>
          <p14:tracePt t="35104" x="1652588" y="1174750"/>
          <p14:tracePt t="35106" x="1658938" y="1179513"/>
          <p14:tracePt t="35109" x="1658938" y="1185863"/>
          <p14:tracePt t="35116" x="1663700" y="1208088"/>
          <p14:tracePt t="35123" x="1676400" y="1231900"/>
          <p14:tracePt t="35130" x="1681163" y="1265238"/>
          <p14:tracePt t="35131" x="1687513" y="1271588"/>
          <p14:tracePt t="35137" x="1698625" y="1311275"/>
          <p14:tracePt t="35144" x="1716088" y="1368425"/>
          <p14:tracePt t="35151" x="1727200" y="1430338"/>
          <p14:tracePt t="35152" x="1733550" y="1443038"/>
          <p14:tracePt t="35153" x="1738313" y="1447800"/>
          <p14:tracePt t="35153" x="1738313" y="1458913"/>
          <p14:tracePt t="35154" x="1744663" y="1465263"/>
          <p14:tracePt t="35158" x="1749425" y="1498600"/>
          <p14:tracePt t="35166" x="1773238" y="1584325"/>
          <p14:tracePt t="35167" x="1773238" y="1601788"/>
          <p14:tracePt t="35168" x="1778000" y="1612900"/>
          <p14:tracePt t="35169" x="1784350" y="1624013"/>
          <p14:tracePt t="35172" x="1789113" y="1658938"/>
          <p14:tracePt t="35179" x="1806575" y="1716088"/>
          <p14:tracePt t="35186" x="1824038" y="1790700"/>
          <p14:tracePt t="35193" x="1841500" y="1852613"/>
          <p14:tracePt t="35194" x="1846263" y="1870075"/>
          <p14:tracePt t="35195" x="1852613" y="1881188"/>
          <p14:tracePt t="35200" x="1857375" y="1909763"/>
          <p14:tracePt t="35207" x="1870075" y="1955800"/>
          <p14:tracePt t="35214" x="1881188" y="1989138"/>
          <p14:tracePt t="35221" x="1881188" y="2024063"/>
          <p14:tracePt t="35228" x="1881188" y="2057400"/>
          <p14:tracePt t="35235" x="1881188" y="2085975"/>
          <p14:tracePt t="35241" x="1881188" y="2109788"/>
          <p14:tracePt t="35248" x="1881188" y="2143125"/>
          <p14:tracePt t="35249" x="1881188" y="2149475"/>
          <p14:tracePt t="35255" x="1874838" y="2171700"/>
          <p14:tracePt t="35262" x="1870075" y="2211388"/>
          <p14:tracePt t="35269" x="1857375" y="2251075"/>
          <p14:tracePt t="35270" x="1857375" y="2257425"/>
          <p14:tracePt t="35276" x="1846263" y="2303463"/>
          <p14:tracePt t="35283" x="1835150" y="2349500"/>
          <p14:tracePt t="35291" x="1824038" y="2400300"/>
          <p14:tracePt t="35291" x="1817688" y="2411413"/>
          <p14:tracePt t="35292" x="1817688" y="2417763"/>
          <p14:tracePt t="35297" x="1812925" y="2439988"/>
          <p14:tracePt t="35304" x="1806575" y="2479675"/>
          <p14:tracePt t="35311" x="1789113" y="2519363"/>
          <p14:tracePt t="35318" x="1789113" y="2547938"/>
          <p14:tracePt t="35319" x="1778000" y="2559050"/>
          <p14:tracePt t="35319" x="1778000" y="2565400"/>
          <p14:tracePt t="35324" x="1773238" y="2582863"/>
          <p14:tracePt t="35331" x="1760538" y="2611438"/>
          <p14:tracePt t="35339" x="1755775" y="2640013"/>
          <p14:tracePt t="35345" x="1749425" y="2655888"/>
          <p14:tracePt t="35346" x="1744663" y="2662238"/>
          <p14:tracePt t="35352" x="1738313" y="2679700"/>
          <p14:tracePt t="35359" x="1733550" y="2697163"/>
          <p14:tracePt t="35366" x="1727200" y="2708275"/>
          <p14:tracePt t="35373" x="1716088" y="2719388"/>
          <p14:tracePt t="35380" x="1716088" y="2730500"/>
          <p14:tracePt t="35381" x="1709738" y="2730500"/>
          <p14:tracePt t="35381" x="1709738" y="2736850"/>
          <p14:tracePt t="35387" x="1709738" y="2747963"/>
          <p14:tracePt t="35394" x="1704975" y="2759075"/>
          <p14:tracePt t="35395" x="1704975" y="2765425"/>
          <p14:tracePt t="35401" x="1704975" y="2770188"/>
          <p14:tracePt t="35408" x="1704975" y="2787650"/>
          <p14:tracePt t="35417" x="1704975" y="2798763"/>
          <p14:tracePt t="35422" x="1704975" y="2805113"/>
          <p14:tracePt t="35436" x="1704975" y="2816225"/>
          <p14:tracePt t="35437" x="1704975" y="2822575"/>
          <p14:tracePt t="35443" x="1704975" y="2827338"/>
          <p14:tracePt t="35449" x="1704975" y="2833688"/>
          <p14:tracePt t="35456" x="1704975" y="2838450"/>
          <p14:tracePt t="35463" x="1704975" y="2851150"/>
          <p14:tracePt t="35470" x="1709738" y="2862263"/>
          <p14:tracePt t="35477" x="1720850" y="2873375"/>
          <p14:tracePt t="35484" x="1727200" y="2884488"/>
          <p14:tracePt t="35491" x="1744663" y="2906713"/>
          <p14:tracePt t="35498" x="1749425" y="2919413"/>
          <p14:tracePt t="35499" x="1755775" y="2919413"/>
          <p14:tracePt t="35499" x="1755775" y="2924175"/>
          <p14:tracePt t="35505" x="1760538" y="2935288"/>
          <p14:tracePt t="35512" x="1766888" y="2947988"/>
          <p14:tracePt t="35519" x="1773238" y="2952750"/>
          <p14:tracePt t="35526" x="1773238" y="2959100"/>
          <p14:tracePt t="35538" x="1773238" y="2963863"/>
          <p14:tracePt t="35661" x="1766888" y="2963863"/>
          <p14:tracePt t="35664" x="1760538" y="2963863"/>
          <p14:tracePt t="35667" x="1755775" y="2963863"/>
          <p14:tracePt t="35673" x="1744663" y="2963863"/>
          <p14:tracePt t="35674" x="1738313" y="2963863"/>
          <p14:tracePt t="35679" x="1727200" y="2963863"/>
          <p14:tracePt t="35686" x="1692275" y="2959100"/>
          <p14:tracePt t="35693" x="1658938" y="2947988"/>
          <p14:tracePt t="35700" x="1608138" y="2935288"/>
          <p14:tracePt t="35707" x="1544638" y="2919413"/>
          <p14:tracePt t="35714" x="1470025" y="2906713"/>
          <p14:tracePt t="35721" x="1379538" y="2890838"/>
          <p14:tracePt t="35728" x="1293813" y="2873375"/>
          <p14:tracePt t="35742" x="1111250" y="2844800"/>
          <p14:tracePt t="35748" x="1014413" y="2822575"/>
          <p14:tracePt t="35755" x="917575" y="2798763"/>
          <p14:tracePt t="35756" x="889000" y="2798763"/>
          <p14:tracePt t="35757" x="877888" y="2794000"/>
          <p14:tracePt t="35762" x="827088" y="2781300"/>
          <p14:tracePt t="35769" x="758825" y="2759075"/>
          <p14:tracePt t="35770" x="741363" y="2759075"/>
          <p14:tracePt t="35770" x="735013" y="2759075"/>
          <p14:tracePt t="35771" x="730250" y="2759075"/>
          <p14:tracePt t="35776" x="695325" y="2741613"/>
          <p14:tracePt t="35783" x="644525" y="2725738"/>
          <p14:tracePt t="35790" x="604838" y="2713038"/>
          <p14:tracePt t="35791" x="587375" y="2708275"/>
          <p14:tracePt t="35792" x="581025" y="2708275"/>
          <p14:tracePt t="35797" x="563563" y="2697163"/>
          <p14:tracePt t="35804" x="536575" y="2690813"/>
          <p14:tracePt t="35811" x="512763" y="2679700"/>
          <p14:tracePt t="35818" x="495300" y="2668588"/>
          <p14:tracePt t="35825" x="490538" y="2668588"/>
          <p14:tracePt t="35831" x="490538" y="2662238"/>
          <p14:tracePt t="35941" x="490538" y="2655888"/>
          <p14:tracePt t="35946" x="490538" y="2651125"/>
          <p14:tracePt t="35952" x="490538" y="2644775"/>
          <p14:tracePt t="35957" x="495300" y="2640013"/>
          <p14:tracePt t="35963" x="501650" y="2633663"/>
          <p14:tracePt t="35971" x="501650" y="2627313"/>
          <p14:tracePt t="35977" x="508000" y="2627313"/>
          <p14:tracePt t="35978" x="508000" y="2622550"/>
          <p14:tracePt t="35984" x="512763" y="2622550"/>
          <p14:tracePt t="35991" x="523875" y="2622550"/>
          <p14:tracePt t="35992" x="530225" y="2622550"/>
          <p14:tracePt t="35998" x="541338" y="2616200"/>
          <p14:tracePt t="36005" x="558800" y="2611438"/>
          <p14:tracePt t="36012" x="576263" y="2611438"/>
          <p14:tracePt t="36019" x="587375" y="2605088"/>
          <p14:tracePt t="36026" x="604838" y="2605088"/>
          <p14:tracePt t="36033" x="620713" y="2600325"/>
          <p14:tracePt t="36040" x="633413" y="2600325"/>
          <p14:tracePt t="36041" x="638175" y="2593975"/>
          <p14:tracePt t="36042" x="644525" y="2593975"/>
          <p14:tracePt t="36047" x="649288" y="2593975"/>
          <p14:tracePt t="36054" x="666750" y="2587625"/>
          <p14:tracePt t="36061" x="677863" y="2587625"/>
          <p14:tracePt t="36068" x="688975" y="2587625"/>
          <p14:tracePt t="36074" x="701675" y="2587625"/>
          <p14:tracePt t="36081" x="717550" y="2587625"/>
          <p14:tracePt t="36088" x="730250" y="2587625"/>
          <p14:tracePt t="36095" x="752475" y="2582863"/>
          <p14:tracePt t="36102" x="781050" y="2582863"/>
          <p14:tracePt t="36104" x="792163" y="2582863"/>
          <p14:tracePt t="36104" x="798513" y="2582863"/>
          <p14:tracePt t="36109" x="820738" y="2582863"/>
          <p14:tracePt t="36116" x="871538" y="2582863"/>
          <p14:tracePt t="36117" x="884238" y="2582863"/>
          <p14:tracePt t="36118" x="895350" y="2582863"/>
          <p14:tracePt t="36123" x="928688" y="2582863"/>
          <p14:tracePt t="36130" x="985838" y="2576513"/>
          <p14:tracePt t="36131" x="992188" y="2576513"/>
          <p14:tracePt t="36132" x="1003300" y="2576513"/>
          <p14:tracePt t="36132" x="1014413" y="2576513"/>
          <p14:tracePt t="36137" x="1054100" y="2576513"/>
          <p14:tracePt t="36144" x="1128713" y="2571750"/>
          <p14:tracePt t="36151" x="1208088" y="2565400"/>
          <p14:tracePt t="36158" x="1293813" y="2565400"/>
          <p14:tracePt t="36165" x="1397000" y="2565400"/>
          <p14:tracePt t="36166" x="1412875" y="2565400"/>
          <p14:tracePt t="36166" x="1419225" y="2565400"/>
          <p14:tracePt t="36167" x="1430338" y="2565400"/>
          <p14:tracePt t="36172" x="1493838" y="2565400"/>
          <p14:tracePt t="36179" x="1590675" y="2565400"/>
          <p14:tracePt t="36186" x="1716088" y="2565400"/>
          <p14:tracePt t="36193" x="1824038" y="2565400"/>
          <p14:tracePt t="36193" x="1857375" y="2565400"/>
          <p14:tracePt t="36194" x="1874838" y="2565400"/>
          <p14:tracePt t="36199" x="1943100" y="2559050"/>
          <p14:tracePt t="36207" x="2063750" y="2559050"/>
          <p14:tracePt t="36207" x="2108200" y="2559050"/>
          <p14:tracePt t="36208" x="2125663" y="2559050"/>
          <p14:tracePt t="36213" x="2200275" y="2559050"/>
          <p14:tracePt t="36221" x="2319338" y="2559050"/>
          <p14:tracePt t="36222" x="2359025" y="2559050"/>
          <p14:tracePt t="36222" x="2376488" y="2559050"/>
          <p14:tracePt t="36228" x="2462213" y="2559050"/>
          <p14:tracePt t="36234" x="2598738" y="2559050"/>
          <p14:tracePt t="36241" x="2724150" y="2559050"/>
          <p14:tracePt t="36248" x="2849563" y="2559050"/>
          <p14:tracePt t="36255" x="2957513" y="2559050"/>
          <p14:tracePt t="36256" x="2986088" y="2559050"/>
          <p14:tracePt t="36262" x="3071813" y="2559050"/>
          <p14:tracePt t="36269" x="3192463" y="2559050"/>
          <p14:tracePt t="36276" x="3271838" y="2559050"/>
          <p14:tracePt t="36284" x="3333750" y="2554288"/>
          <p14:tracePt t="36291" x="3379788" y="2554288"/>
          <p14:tracePt t="36297" x="3436938" y="2554288"/>
          <p14:tracePt t="36304" x="3459163" y="2554288"/>
          <p14:tracePt t="36311" x="3482975" y="2554288"/>
          <p14:tracePt t="36318" x="3494088" y="2554288"/>
          <p14:tracePt t="36327" x="3500438" y="2554288"/>
          <p14:tracePt t="36349" x="3505200" y="2554288"/>
          <p14:tracePt t="36354" x="3505200" y="2559050"/>
          <p14:tracePt t="36357" x="3505200" y="2565400"/>
          <p14:tracePt t="36361" x="3511550" y="2565400"/>
          <p14:tracePt t="36367" x="3516313" y="2571750"/>
          <p14:tracePt t="36373" x="3533775" y="2593975"/>
          <p14:tracePt t="36380" x="3551238" y="2616200"/>
          <p14:tracePt t="36381" x="3562350" y="2627313"/>
          <p14:tracePt t="36387" x="3579813" y="2644775"/>
          <p14:tracePt t="36395" x="3613150" y="2673350"/>
          <p14:tracePt t="36396" x="3613150" y="2684463"/>
          <p14:tracePt t="36396" x="3619500" y="2684463"/>
          <p14:tracePt t="36397" x="3625850" y="2690813"/>
          <p14:tracePt t="36401" x="3648075" y="2713038"/>
          <p14:tracePt t="36410" x="3681413" y="2747963"/>
          <p14:tracePt t="36416" x="3705225" y="2776538"/>
          <p14:tracePt t="36429" x="3744913" y="2809875"/>
          <p14:tracePt t="36436" x="3756025" y="2827338"/>
          <p14:tracePt t="36437" x="3756025" y="2833688"/>
          <p14:tracePt t="36444" x="3767138" y="2838450"/>
          <p14:tracePt t="36444" x="3767138" y="2851150"/>
          <p14:tracePt t="36450" x="3773488" y="2855913"/>
          <p14:tracePt t="36457" x="3778250" y="2873375"/>
          <p14:tracePt t="36464" x="3778250" y="2890838"/>
          <p14:tracePt t="36471" x="3790950" y="2906713"/>
          <p14:tracePt t="36478" x="3790950" y="2924175"/>
          <p14:tracePt t="36485" x="3790950" y="2941638"/>
          <p14:tracePt t="36492" x="3790950" y="2959100"/>
          <p14:tracePt t="36499" x="3790950" y="2981325"/>
          <p14:tracePt t="36506" x="3784600" y="2998788"/>
          <p14:tracePt t="36512" x="3778250" y="3021013"/>
          <p14:tracePt t="36513" x="3778250" y="3032125"/>
          <p14:tracePt t="36519" x="3767138" y="3044825"/>
          <p14:tracePt t="36526" x="3767138" y="3060700"/>
          <p14:tracePt t="36533" x="3756025" y="3078163"/>
          <p14:tracePt t="36540" x="3744913" y="3089275"/>
          <p14:tracePt t="36547" x="3738563" y="3095625"/>
          <p14:tracePt t="36554" x="3733800" y="3101975"/>
          <p14:tracePt t="36561" x="3722688" y="3113088"/>
          <p14:tracePt t="36568" x="3716338" y="3117850"/>
          <p14:tracePt t="36575" x="3709988" y="3117850"/>
          <p14:tracePt t="36582" x="3687763" y="3124200"/>
          <p14:tracePt t="36589" x="3652838" y="3135313"/>
          <p14:tracePt t="36596" x="3597275" y="3152775"/>
          <p14:tracePt t="36603" x="3527425" y="3175000"/>
          <p14:tracePt t="36610" x="3419475" y="3198813"/>
          <p14:tracePt t="36616" x="3289300" y="3227388"/>
          <p14:tracePt t="36617" x="3260725" y="3238500"/>
          <p14:tracePt t="36618" x="3243263" y="3238500"/>
          <p14:tracePt t="36623" x="3179763" y="3254375"/>
          <p14:tracePt t="36630" x="3043238" y="3271838"/>
          <p14:tracePt t="36631" x="3027363" y="3278188"/>
          <p14:tracePt t="36637" x="2889250" y="3295650"/>
          <p14:tracePt t="36644" x="2741613" y="3306763"/>
          <p14:tracePt t="36645" x="2706688" y="3311525"/>
          <p14:tracePt t="36651" x="2616200" y="3324225"/>
          <p14:tracePt t="36658" x="2479675" y="3335338"/>
          <p14:tracePt t="36665" x="2365375" y="3346450"/>
          <p14:tracePt t="36666" x="2347913" y="3346450"/>
          <p14:tracePt t="36666" x="2330450" y="3352800"/>
          <p14:tracePt t="36672" x="2262188" y="3352800"/>
          <p14:tracePt t="36679" x="2171700" y="3357563"/>
          <p14:tracePt t="36679" x="2132013" y="3357563"/>
          <p14:tracePt t="36680" x="2120900" y="3357563"/>
          <p14:tracePt t="36686" x="2063750" y="3357563"/>
          <p14:tracePt t="36693" x="1971675" y="3363913"/>
          <p14:tracePt t="36700" x="1881188" y="3363913"/>
          <p14:tracePt t="36701" x="1857375" y="3363913"/>
          <p14:tracePt t="36706" x="1789113" y="3368675"/>
          <p14:tracePt t="36713" x="1698625" y="3368675"/>
          <p14:tracePt t="36720" x="1619250" y="3363913"/>
          <p14:tracePt t="36721" x="1590675" y="3363913"/>
          <p14:tracePt t="36722" x="1579563" y="3357563"/>
          <p14:tracePt t="36728" x="1527175" y="3357563"/>
          <p14:tracePt t="36728" x="1504950" y="3357563"/>
          <p14:tracePt t="36729" x="1493838" y="3357563"/>
          <p14:tracePt t="36734" x="1454150" y="3352800"/>
          <p14:tracePt t="36741" x="1373188" y="3346450"/>
          <p14:tracePt t="36742" x="1357313" y="3346450"/>
          <p14:tracePt t="36743" x="1350963" y="3346450"/>
          <p14:tracePt t="36743" x="1339850" y="3346450"/>
          <p14:tracePt t="36744" x="1333500" y="3346450"/>
          <p14:tracePt t="36748" x="1293813" y="3335338"/>
          <p14:tracePt t="36755" x="1225550" y="3317875"/>
          <p14:tracePt t="36762" x="1168400" y="3300413"/>
          <p14:tracePt t="36769" x="1117600" y="3282950"/>
          <p14:tracePt t="36776" x="1060450" y="3260725"/>
          <p14:tracePt t="36783" x="1020763" y="3243263"/>
          <p14:tracePt t="36790" x="985838" y="3238500"/>
          <p14:tracePt t="36797" x="957263" y="3221038"/>
          <p14:tracePt t="36804" x="935038" y="3209925"/>
          <p14:tracePt t="36805" x="928688" y="3203575"/>
          <p14:tracePt t="36805" x="923925" y="3203575"/>
          <p14:tracePt t="36811" x="911225" y="3198813"/>
          <p14:tracePt t="36818" x="895350" y="3181350"/>
          <p14:tracePt t="36824" x="884238" y="3163888"/>
          <p14:tracePt t="36831" x="871538" y="3152775"/>
          <p14:tracePt t="36838" x="866775" y="3135313"/>
          <p14:tracePt t="36846" x="849313" y="3117850"/>
          <p14:tracePt t="36846" x="842963" y="3113088"/>
          <p14:tracePt t="36852" x="831850" y="3095625"/>
          <p14:tracePt t="36859" x="814388" y="3078163"/>
          <p14:tracePt t="36866" x="785813" y="3044825"/>
          <p14:tracePt t="36873" x="758825" y="3021013"/>
          <p14:tracePt t="36880" x="735013" y="3003550"/>
          <p14:tracePt t="36881" x="735013" y="2998788"/>
          <p14:tracePt t="36881" x="730250" y="2992438"/>
          <p14:tracePt t="36882" x="723900" y="2992438"/>
          <p14:tracePt t="36883" x="717550" y="2992438"/>
          <p14:tracePt t="36887" x="712788" y="2987675"/>
          <p14:tracePt t="36894" x="684213" y="2970213"/>
          <p14:tracePt t="36901" x="649288" y="2952750"/>
          <p14:tracePt t="36908" x="604838" y="2935288"/>
          <p14:tracePt t="36909" x="587375" y="2930525"/>
          <p14:tracePt t="36915" x="569913" y="2919413"/>
          <p14:tracePt t="36922" x="523875" y="2901950"/>
          <p14:tracePt t="36929" x="495300" y="2890838"/>
          <p14:tracePt t="36936" x="466725" y="2878138"/>
          <p14:tracePt t="36944" x="455613" y="2862263"/>
          <p14:tracePt t="36951" x="444500" y="2851150"/>
          <p14:tracePt t="36964" x="422275" y="2809875"/>
          <p14:tracePt t="36971" x="411163" y="2781300"/>
          <p14:tracePt t="36978" x="398463" y="2752725"/>
          <p14:tracePt t="36985" x="398463" y="2725738"/>
          <p14:tracePt t="36992" x="393700" y="2701925"/>
          <p14:tracePt t="36999" x="387350" y="2679700"/>
          <p14:tracePt t="37006" x="387350" y="2651125"/>
          <p14:tracePt t="37006" x="382588" y="2644775"/>
          <p14:tracePt t="37012" x="382588" y="2633663"/>
          <p14:tracePt t="37019" x="382588" y="2622550"/>
          <p14:tracePt t="37027" x="376238" y="2605088"/>
          <p14:tracePt t="37033" x="376238" y="2600325"/>
          <p14:tracePt t="37040" x="369888" y="2593975"/>
          <p14:tracePt t="37048" x="369888" y="2587625"/>
          <p14:tracePt t="37055" x="369888" y="2582863"/>
          <p14:tracePt t="37061" x="369888" y="2576513"/>
          <p14:tracePt t="37070" x="369888" y="2571750"/>
          <p14:tracePt t="37077" x="369888" y="2565400"/>
          <p14:tracePt t="37082" x="369888" y="2559050"/>
          <p14:tracePt t="37088" x="369888" y="2554288"/>
          <p14:tracePt t="37095" x="376238" y="2547938"/>
          <p14:tracePt t="37103" x="382588" y="2536825"/>
          <p14:tracePt t="37103" x="387350" y="2530475"/>
          <p14:tracePt t="37110" x="393700" y="2530475"/>
          <p14:tracePt t="37116" x="411163" y="2514600"/>
          <p14:tracePt t="37123" x="422275" y="2514600"/>
          <p14:tracePt t="37131" x="455613" y="2501900"/>
          <p14:tracePt t="37137" x="501650" y="2501900"/>
          <p14:tracePt t="37144" x="558800" y="2490788"/>
          <p14:tracePt t="37151" x="620713" y="2490788"/>
          <p14:tracePt t="37158" x="701675" y="2490788"/>
          <p14:tracePt t="37165" x="792163" y="2490788"/>
          <p14:tracePt t="37172" x="889000" y="2497138"/>
          <p14:tracePt t="37179" x="985838" y="2508250"/>
          <p14:tracePt t="37186" x="1111250" y="2525713"/>
          <p14:tracePt t="37193" x="1258888" y="2536825"/>
          <p14:tracePt t="37200" x="1384300" y="2543175"/>
          <p14:tracePt t="37207" x="1516063" y="2547938"/>
          <p14:tracePt t="37214" x="1663700" y="2554288"/>
          <p14:tracePt t="37221" x="1835150" y="2565400"/>
          <p14:tracePt t="37228" x="2039938" y="2576513"/>
          <p14:tracePt t="37234" x="2222500" y="2582863"/>
          <p14:tracePt t="37242" x="2444750" y="2600325"/>
          <p14:tracePt t="37249" x="2627313" y="2611438"/>
          <p14:tracePt t="37250" x="2724150" y="2616200"/>
          <p14:tracePt t="37251" x="2752725" y="2616200"/>
          <p14:tracePt t="37253" x="2787650" y="2616200"/>
          <p14:tracePt t="37254" x="2809875" y="2616200"/>
          <p14:tracePt t="37254" x="2860675" y="2616200"/>
          <p14:tracePt t="37257" x="2917825" y="2622550"/>
          <p14:tracePt t="37258" x="2946400" y="2622550"/>
          <p14:tracePt t="37262" x="3071813" y="2622550"/>
          <p14:tracePt t="37269" x="3260725" y="2622550"/>
          <p14:tracePt t="37276" x="3430588" y="2622550"/>
          <p14:tracePt t="37283" x="3590925" y="2627313"/>
          <p14:tracePt t="37290" x="3727450" y="2627313"/>
          <p14:tracePt t="37297" x="3852863" y="2627313"/>
          <p14:tracePt t="37304" x="3932238" y="2627313"/>
          <p14:tracePt t="37305" x="3960813" y="2627313"/>
          <p14:tracePt t="37311" x="4017963" y="2627313"/>
          <p14:tracePt t="37318" x="4092575" y="2627313"/>
          <p14:tracePt t="37325" x="4154488" y="2622550"/>
          <p14:tracePt t="37332" x="4189413" y="2622550"/>
          <p14:tracePt t="37338" x="4211638" y="2622550"/>
          <p14:tracePt t="37395" x="4211638" y="2627313"/>
          <p14:tracePt t="37397" x="4211638" y="2633663"/>
          <p14:tracePt t="37402" x="4211638" y="2640013"/>
          <p14:tracePt t="37402" x="4211638" y="2644775"/>
          <p14:tracePt t="37408" x="4211638" y="2655888"/>
          <p14:tracePt t="37416" x="4206875" y="2673350"/>
          <p14:tracePt t="37417" x="4200525" y="2679700"/>
          <p14:tracePt t="37417" x="4195763" y="2684463"/>
          <p14:tracePt t="37422" x="4195763" y="2701925"/>
          <p14:tracePt t="37429" x="4178300" y="2719388"/>
          <p14:tracePt t="37436" x="4160838" y="2752725"/>
          <p14:tracePt t="37443" x="4143375" y="2787650"/>
          <p14:tracePt t="37450" x="4110038" y="2833688"/>
          <p14:tracePt t="37457" x="4075113" y="2878138"/>
          <p14:tracePt t="37464" x="4035425" y="2924175"/>
          <p14:tracePt t="37470" x="3984625" y="2970213"/>
          <p14:tracePt t="37471" x="3960813" y="2992438"/>
          <p14:tracePt t="37477" x="3916363" y="3021013"/>
          <p14:tracePt t="37484" x="3881438" y="3055938"/>
          <p14:tracePt t="37485" x="3863975" y="3067050"/>
          <p14:tracePt t="37486" x="3859213" y="3073400"/>
          <p14:tracePt t="37491" x="3835400" y="3084513"/>
          <p14:tracePt t="37498" x="3802063" y="3106738"/>
          <p14:tracePt t="37505" x="3778250" y="3117850"/>
          <p14:tracePt t="37512" x="3756025" y="3135313"/>
          <p14:tracePt t="37519" x="3738563" y="3141663"/>
          <p14:tracePt t="37526" x="3722688" y="3152775"/>
          <p14:tracePt t="37533" x="3709988" y="3157538"/>
          <p14:tracePt t="37540" x="3687763" y="3163888"/>
          <p14:tracePt t="37547" x="3652838" y="3175000"/>
          <p14:tracePt t="37554" x="3625850" y="3181350"/>
          <p14:tracePt t="37561" x="3579813" y="3198813"/>
          <p14:tracePt t="37568" x="3516313" y="3209925"/>
          <p14:tracePt t="37575" x="3443288" y="3221038"/>
          <p14:tracePt t="37582" x="3368675" y="3232150"/>
          <p14:tracePt t="37589" x="3271838" y="3243263"/>
          <p14:tracePt t="37596" x="3175000" y="3254375"/>
          <p14:tracePt t="37603" x="3095625" y="3254375"/>
          <p14:tracePt t="37610" x="3003550" y="3254375"/>
          <p14:tracePt t="37624" x="2860675" y="3254375"/>
          <p14:tracePt t="37631" x="2792413" y="3254375"/>
          <p14:tracePt t="37637" x="2724150" y="3254375"/>
          <p14:tracePt t="37638" x="2695575" y="3254375"/>
          <p14:tracePt t="37644" x="2662238" y="3254375"/>
          <p14:tracePt t="37652" x="2598738" y="3254375"/>
          <p14:tracePt t="37658" x="2536825" y="3254375"/>
          <p14:tracePt t="37659" x="2530475" y="3254375"/>
          <p14:tracePt t="37660" x="2525713" y="3254375"/>
          <p14:tracePt t="37660" x="2508250" y="3254375"/>
          <p14:tracePt t="37661" x="2501900" y="3254375"/>
          <p14:tracePt t="37662" x="2497138" y="3254375"/>
          <p14:tracePt t="37665" x="2473325" y="3254375"/>
          <p14:tracePt t="37673" x="2411413" y="3267075"/>
          <p14:tracePt t="37679" x="2371725" y="3267075"/>
          <p14:tracePt t="37680" x="2347913" y="3267075"/>
          <p14:tracePt t="37693" x="2257425" y="3278188"/>
          <p14:tracePt t="37694" x="2239963" y="3282950"/>
          <p14:tracePt t="37700" x="2206625" y="3282950"/>
          <p14:tracePt t="37707" x="2160588" y="3289300"/>
          <p14:tracePt t="37714" x="2114550" y="3295650"/>
          <p14:tracePt t="37721" x="2068513" y="3300413"/>
          <p14:tracePt t="37728" x="2024063" y="3306763"/>
          <p14:tracePt t="37728" x="2011363" y="3306763"/>
          <p14:tracePt t="37729" x="2006600" y="3306763"/>
          <p14:tracePt t="37734" x="1982788" y="3311525"/>
          <p14:tracePt t="37741" x="1931988" y="3311525"/>
          <p14:tracePt t="37748" x="1892300" y="3317875"/>
          <p14:tracePt t="37755" x="1835150" y="3317875"/>
          <p14:tracePt t="37762" x="1773238" y="3324225"/>
          <p14:tracePt t="37770" x="1704975" y="3328988"/>
          <p14:tracePt t="37771" x="1687513" y="3328988"/>
          <p14:tracePt t="37772" x="1670050" y="3328988"/>
          <p14:tracePt t="37773" x="1663700" y="3335338"/>
          <p14:tracePt t="37776" x="1635125" y="3335338"/>
          <p14:tracePt t="37783" x="1566863" y="3335338"/>
          <p14:tracePt t="37790" x="1493838" y="3335338"/>
          <p14:tracePt t="37797" x="1430338" y="3324225"/>
          <p14:tracePt t="37804" x="1373188" y="3311525"/>
          <p14:tracePt t="37805" x="1344613" y="3306763"/>
          <p14:tracePt t="37811" x="1311275" y="3295650"/>
          <p14:tracePt t="37818" x="1254125" y="3271838"/>
          <p14:tracePt t="37825" x="1203325" y="3254375"/>
          <p14:tracePt t="37832" x="1146175" y="3227388"/>
          <p14:tracePt t="37839" x="1082675" y="3203575"/>
          <p14:tracePt t="37846" x="1025525" y="3175000"/>
          <p14:tracePt t="37853" x="981075" y="3146425"/>
          <p14:tracePt t="37859" x="923925" y="3117850"/>
          <p14:tracePt t="37867" x="884238" y="3101975"/>
          <p14:tracePt t="37867" x="871538" y="3089275"/>
          <p14:tracePt t="37868" x="866775" y="3089275"/>
          <p14:tracePt t="37873" x="842963" y="3084513"/>
          <p14:tracePt t="37881" x="803275" y="3060700"/>
          <p14:tracePt t="37881" x="792163" y="3055938"/>
          <p14:tracePt t="37882" x="781050" y="3049588"/>
          <p14:tracePt t="37887" x="763588" y="3044825"/>
          <p14:tracePt t="37894" x="735013" y="3021013"/>
          <p14:tracePt t="37895" x="712788" y="3016250"/>
          <p14:tracePt t="37901" x="677863" y="2992438"/>
          <p14:tracePt t="37908" x="638175" y="2970213"/>
          <p14:tracePt t="37915" x="598488" y="2947988"/>
          <p14:tracePt t="37916" x="592138" y="2947988"/>
          <p14:tracePt t="37917" x="592138" y="2941638"/>
          <p14:tracePt t="37917" x="587375" y="2941638"/>
          <p14:tracePt t="37922" x="563563" y="2930525"/>
          <p14:tracePt t="37929" x="536575" y="2913063"/>
          <p14:tracePt t="37936" x="508000" y="2895600"/>
          <p14:tracePt t="37943" x="484188" y="2878138"/>
          <p14:tracePt t="37950" x="466725" y="2867025"/>
          <p14:tracePt t="37950" x="461963" y="2867025"/>
          <p14:tracePt t="37951" x="455613" y="2867025"/>
          <p14:tracePt t="37957" x="450850" y="2855913"/>
          <p14:tracePt t="37963" x="438150" y="2851150"/>
          <p14:tracePt t="37970" x="427038" y="2851150"/>
          <p14:tracePt t="37977" x="422275" y="2844800"/>
          <p14:tracePt t="38051" x="422275" y="2838450"/>
          <p14:tracePt t="38055" x="422275" y="2833688"/>
          <p14:tracePt t="38059" x="422275" y="2827338"/>
          <p14:tracePt t="38068" x="422275" y="2822575"/>
          <p14:tracePt t="38074" x="427038" y="2809875"/>
          <p14:tracePt t="38081" x="433388" y="2798763"/>
          <p14:tracePt t="38088" x="444500" y="2798763"/>
          <p14:tracePt t="38089" x="444500" y="2794000"/>
          <p14:tracePt t="38095" x="455613" y="2787650"/>
          <p14:tracePt t="38102" x="461963" y="2787650"/>
          <p14:tracePt t="38103" x="466725" y="2781300"/>
          <p14:tracePt t="38109" x="473075" y="2781300"/>
          <p14:tracePt t="38116" x="490538" y="2781300"/>
          <p14:tracePt t="38123" x="495300" y="2776538"/>
          <p14:tracePt t="38130" x="508000" y="2776538"/>
          <p14:tracePt t="38137" x="512763" y="2770188"/>
          <p14:tracePt t="38144" x="519113" y="2770188"/>
          <p14:tracePt t="38152" x="523875" y="2770188"/>
          <p14:tracePt t="38159" x="530225" y="2765425"/>
          <p14:tracePt t="38172" x="552450" y="2759075"/>
          <p14:tracePt t="38179" x="569913" y="2759075"/>
          <p14:tracePt t="38187" x="592138" y="2752725"/>
          <p14:tracePt t="38193" x="609600" y="2747963"/>
          <p14:tracePt t="38200" x="638175" y="2741613"/>
          <p14:tracePt t="38201" x="649288" y="2736850"/>
          <p14:tracePt t="38214" x="695325" y="2730500"/>
          <p14:tracePt t="38221" x="706438" y="2725738"/>
          <p14:tracePt t="38228" x="712788" y="2725738"/>
          <p14:tracePt t="38465" x="717550" y="2725738"/>
          <p14:tracePt t="38472" x="723900" y="2725738"/>
          <p14:tracePt t="38472" x="730250" y="2725738"/>
          <p14:tracePt t="38477" x="741363" y="2725738"/>
          <p14:tracePt t="38478" x="746125" y="2725738"/>
          <p14:tracePt t="38484" x="758825" y="2725738"/>
          <p14:tracePt t="38492" x="792163" y="2713038"/>
          <p14:tracePt t="38493" x="803275" y="2708275"/>
          <p14:tracePt t="38493" x="809625" y="2708275"/>
          <p14:tracePt t="38498" x="838200" y="2701925"/>
          <p14:tracePt t="38505" x="895350" y="2679700"/>
          <p14:tracePt t="38506" x="917575" y="2673350"/>
          <p14:tracePt t="38507" x="923925" y="2668588"/>
          <p14:tracePt t="38512" x="968375" y="2655888"/>
          <p14:tracePt t="38519" x="1060450" y="2633663"/>
          <p14:tracePt t="38526" x="1150938" y="2611438"/>
          <p14:tracePt t="38527" x="1162050" y="2611438"/>
          <p14:tracePt t="38527" x="1179513" y="2611438"/>
          <p14:tracePt t="38528" x="1196975" y="2605088"/>
          <p14:tracePt t="38533" x="1243013" y="2593975"/>
          <p14:tracePt t="38540" x="1328738" y="2582863"/>
          <p14:tracePt t="38541" x="1357313" y="2576513"/>
          <p14:tracePt t="38542" x="1368425" y="2576513"/>
          <p14:tracePt t="38543" x="1379538" y="2571750"/>
          <p14:tracePt t="38544" x="1384300" y="2571750"/>
          <p14:tracePt t="38548" x="1425575" y="2565400"/>
          <p14:tracePt t="38548" x="1436688" y="2565400"/>
          <p14:tracePt t="38549" x="1441450" y="2565400"/>
          <p14:tracePt t="38554" x="1482725" y="2559050"/>
          <p14:tracePt t="38561" x="1562100" y="2554288"/>
          <p14:tracePt t="38568" x="1641475" y="2554288"/>
          <p14:tracePt t="38575" x="1720850" y="2547938"/>
          <p14:tracePt t="38581" x="1801813" y="2547938"/>
          <p14:tracePt t="38588" x="1909763" y="2547938"/>
          <p14:tracePt t="38589" x="1931988" y="2547938"/>
          <p14:tracePt t="38590" x="1949450" y="2547938"/>
          <p14:tracePt t="38595" x="2000250" y="2547938"/>
          <p14:tracePt t="38602" x="2085975" y="2547938"/>
          <p14:tracePt t="38609" x="2171700" y="2554288"/>
          <p14:tracePt t="38610" x="2193925" y="2554288"/>
          <p14:tracePt t="38616" x="2268538" y="2565400"/>
          <p14:tracePt t="38623" x="2387600" y="2571750"/>
          <p14:tracePt t="38624" x="2422525" y="2576513"/>
          <p14:tracePt t="38630" x="2513013" y="2582863"/>
          <p14:tracePt t="38637" x="2638425" y="2600325"/>
          <p14:tracePt t="38644" x="2752725" y="2605088"/>
          <p14:tracePt t="38645" x="2770188" y="2611438"/>
          <p14:tracePt t="38646" x="2792413" y="2616200"/>
          <p14:tracePt t="38646" x="2809875" y="2616200"/>
          <p14:tracePt t="38651" x="2889250" y="2622550"/>
          <p14:tracePt t="38658" x="3009900" y="2640013"/>
          <p14:tracePt t="38659" x="3049588" y="2640013"/>
          <p14:tracePt t="38665" x="3152775" y="2662238"/>
          <p14:tracePt t="38672" x="3265488" y="2679700"/>
          <p14:tracePt t="38679" x="3340100" y="2690813"/>
          <p14:tracePt t="38680" x="3362325" y="2701925"/>
          <p14:tracePt t="38686" x="3414713" y="2719388"/>
          <p14:tracePt t="38692" x="3482975" y="2741613"/>
          <p14:tracePt t="38699" x="3511550" y="2765425"/>
          <p14:tracePt t="38707" x="3527425" y="2781300"/>
          <p14:tracePt t="38707" x="3533775" y="2787650"/>
          <p14:tracePt t="38708" x="3533775" y="2794000"/>
          <p14:tracePt t="38713" x="3540125" y="2798763"/>
          <p14:tracePt t="38720" x="3544888" y="2816225"/>
          <p14:tracePt t="38727" x="3544888" y="2827338"/>
          <p14:tracePt t="38734" x="3544888" y="2844800"/>
          <p14:tracePt t="38742" x="3544888" y="2862263"/>
          <p14:tracePt t="38742" x="3544888" y="2873375"/>
          <p14:tracePt t="38748" x="3540125" y="2884488"/>
          <p14:tracePt t="38755" x="3533775" y="2919413"/>
          <p14:tracePt t="38762" x="3533775" y="2952750"/>
          <p14:tracePt t="38769" x="3527425" y="2987675"/>
          <p14:tracePt t="38776" x="3522663" y="3021013"/>
          <p14:tracePt t="38783" x="3516313" y="3060700"/>
          <p14:tracePt t="38790" x="3494088" y="3113088"/>
          <p14:tracePt t="38797" x="3465513" y="3175000"/>
          <p14:tracePt t="38804" x="3436938" y="3238500"/>
          <p14:tracePt t="38805" x="3419475" y="3254375"/>
          <p14:tracePt t="38811" x="3379788" y="3324225"/>
          <p14:tracePt t="38811" x="3362325" y="3346450"/>
          <p14:tracePt t="38812" x="3351213" y="3357563"/>
          <p14:tracePt t="38818" x="3300413" y="3421063"/>
          <p14:tracePt t="38824" x="3221038" y="3511550"/>
          <p14:tracePt t="38832" x="3135313" y="3590925"/>
          <p14:tracePt t="38832" x="3100388" y="3625850"/>
          <p14:tracePt t="38833" x="3082925" y="3636963"/>
          <p14:tracePt t="38838" x="3014663" y="3700463"/>
          <p14:tracePt t="38846" x="2884488" y="3802063"/>
          <p14:tracePt t="38853" x="2735263" y="3905250"/>
          <p14:tracePt t="38854" x="2701925" y="3927475"/>
          <p14:tracePt t="38854" x="2679700" y="3944938"/>
          <p14:tracePt t="38855" x="2662238" y="3951288"/>
          <p14:tracePt t="38859" x="2598738" y="3984625"/>
          <p14:tracePt t="38867" x="2468563" y="4052888"/>
          <p14:tracePt t="38873" x="2347913" y="4098925"/>
          <p14:tracePt t="38880" x="2246313" y="4127500"/>
          <p14:tracePt t="38887" x="2143125" y="4149725"/>
          <p14:tracePt t="38894" x="2063750" y="4160838"/>
          <p14:tracePt t="38895" x="2024063" y="4167188"/>
          <p14:tracePt t="38901" x="1960563" y="4173538"/>
          <p14:tracePt t="38909" x="1881188" y="4173538"/>
          <p14:tracePt t="38916" x="1806575" y="4173538"/>
          <p14:tracePt t="38929" x="1658938" y="4173538"/>
          <p14:tracePt t="38930" x="1635125" y="4173538"/>
          <p14:tracePt t="38931" x="1624013" y="4173538"/>
          <p14:tracePt t="38936" x="1590675" y="4173538"/>
          <p14:tracePt t="38943" x="1527175" y="4173538"/>
          <p14:tracePt t="38951" x="1465263" y="4167188"/>
          <p14:tracePt t="38951" x="1454150" y="4167188"/>
          <p14:tracePt t="38957" x="1425575" y="4156075"/>
          <p14:tracePt t="38964" x="1384300" y="4149725"/>
          <p14:tracePt t="38970" x="1357313" y="4149725"/>
          <p14:tracePt t="38977" x="1333500" y="4144963"/>
          <p14:tracePt t="38985" x="1304925" y="4138613"/>
          <p14:tracePt t="38993" x="1276350" y="4132263"/>
          <p14:tracePt t="38999" x="1258888" y="4127500"/>
          <p14:tracePt t="39000" x="1254125" y="4121150"/>
          <p14:tracePt t="39012" x="1231900" y="4110038"/>
          <p14:tracePt t="39019" x="1219200" y="4105275"/>
          <p14:tracePt t="39026" x="1214438" y="4098925"/>
          <p14:tracePt t="39033" x="1208088" y="4092575"/>
          <p14:tracePt t="39040" x="1196975" y="4087813"/>
          <p14:tracePt t="39047" x="1190625" y="4081463"/>
          <p14:tracePt t="39119" x="1185863" y="4081463"/>
          <p14:tracePt t="39124" x="1179513" y="4081463"/>
          <p14:tracePt t="39128" x="1174750" y="4081463"/>
          <p14:tracePt t="39133" x="1168400" y="4081463"/>
          <p14:tracePt t="39137" x="1162050" y="4081463"/>
          <p14:tracePt t="39144" x="1146175" y="4081463"/>
          <p14:tracePt t="39151" x="1135063" y="4087813"/>
          <p14:tracePt t="39158" x="1111250" y="4087813"/>
          <p14:tracePt t="39166" x="1093788" y="4087813"/>
          <p14:tracePt t="39166" x="1082675" y="4087813"/>
          <p14:tracePt t="39172" x="1077913" y="4087813"/>
          <p14:tracePt t="39173" x="1065213" y="4087813"/>
          <p14:tracePt t="39179" x="1054100" y="4087813"/>
          <p14:tracePt t="39180" x="1049338" y="4087813"/>
          <p14:tracePt t="39180" x="1042988" y="4087813"/>
          <p14:tracePt t="39181" x="1036638" y="4087813"/>
          <p14:tracePt t="39186" x="1031875" y="4087813"/>
          <p14:tracePt t="39193" x="1003300" y="4087813"/>
          <p14:tracePt t="39200" x="974725" y="4087813"/>
          <p14:tracePt t="39207" x="939800" y="4087813"/>
          <p14:tracePt t="39208" x="928688" y="4087813"/>
          <p14:tracePt t="39208" x="917575" y="4087813"/>
          <p14:tracePt t="39214" x="889000" y="4087813"/>
          <p14:tracePt t="39221" x="842963" y="4087813"/>
          <p14:tracePt t="39222" x="831850" y="4087813"/>
          <p14:tracePt t="39227" x="803275" y="4092575"/>
          <p14:tracePt t="39234" x="758825" y="4092575"/>
          <p14:tracePt t="39241" x="717550" y="4092575"/>
          <p14:tracePt t="39242" x="706438" y="4092575"/>
          <p14:tracePt t="39248" x="688975" y="4092575"/>
          <p14:tracePt t="39255" x="660400" y="4092575"/>
          <p14:tracePt t="39262" x="638175" y="4092575"/>
          <p14:tracePt t="39269" x="633413" y="4092575"/>
          <p14:tracePt t="39270" x="627063" y="4092575"/>
          <p14:tracePt t="39276" x="620713" y="4092575"/>
          <p14:tracePt t="39283" x="609600" y="4092575"/>
          <p14:tracePt t="39293" x="604838" y="4092575"/>
          <p14:tracePt t="39945" x="604838" y="4087813"/>
          <p14:tracePt t="39966" x="609600" y="4087813"/>
          <p14:tracePt t="39971" x="615950" y="4087813"/>
          <p14:tracePt t="39972" x="615950" y="4081463"/>
          <p14:tracePt t="39975" x="620713" y="4081463"/>
          <p14:tracePt t="39980" x="627063" y="4081463"/>
          <p14:tracePt t="39985" x="627063" y="4076700"/>
          <p14:tracePt t="39991" x="633413" y="4076700"/>
          <p14:tracePt t="39992" x="638175" y="4076700"/>
          <p14:tracePt t="39998" x="644525" y="4070350"/>
          <p14:tracePt t="40005" x="649288" y="4070350"/>
          <p14:tracePt t="40012" x="660400" y="4064000"/>
          <p14:tracePt t="40019" x="666750" y="4064000"/>
          <p14:tracePt t="40020" x="673100" y="4064000"/>
          <p14:tracePt t="40026" x="677863" y="4059238"/>
          <p14:tracePt t="40033" x="688975" y="4059238"/>
          <p14:tracePt t="40041" x="695325" y="4059238"/>
          <p14:tracePt t="40048" x="701675" y="4059238"/>
          <p14:tracePt t="40054" x="701675" y="4052888"/>
          <p14:tracePt t="40061" x="706438" y="4052888"/>
          <p14:tracePt t="40068" x="712788" y="4052888"/>
          <p14:tracePt t="40075" x="717550" y="4052888"/>
          <p14:tracePt t="40082" x="723900" y="4052888"/>
          <p14:tracePt t="40088" x="735013" y="4052888"/>
          <p14:tracePt t="40095" x="746125" y="4052888"/>
          <p14:tracePt t="40102" x="763588" y="4052888"/>
          <p14:tracePt t="40109" x="781050" y="4052888"/>
          <p14:tracePt t="40117" x="798513" y="4052888"/>
          <p14:tracePt t="40117" x="809625" y="4052888"/>
          <p14:tracePt t="40123" x="827088" y="4052888"/>
          <p14:tracePt t="40130" x="849313" y="4052888"/>
          <p14:tracePt t="40131" x="849313" y="4059238"/>
          <p14:tracePt t="40131" x="855663" y="4059238"/>
          <p14:tracePt t="40137" x="866775" y="4059238"/>
          <p14:tracePt t="40138" x="871538" y="4059238"/>
          <p14:tracePt t="40144" x="889000" y="4059238"/>
          <p14:tracePt t="40145" x="895350" y="4059238"/>
          <p14:tracePt t="40151" x="917575" y="4059238"/>
          <p14:tracePt t="40158" x="946150" y="4059238"/>
          <p14:tracePt t="40159" x="952500" y="4059238"/>
          <p14:tracePt t="40165" x="974725" y="4059238"/>
          <p14:tracePt t="40172" x="1009650" y="4059238"/>
          <p14:tracePt t="40179" x="1031875" y="4059238"/>
          <p14:tracePt t="40186" x="1054100" y="4059238"/>
          <p14:tracePt t="40193" x="1082675" y="4059238"/>
          <p14:tracePt t="40200" x="1106488" y="4052888"/>
          <p14:tracePt t="40208" x="1128713" y="4052888"/>
          <p14:tracePt t="40221" x="1174750" y="4052888"/>
          <p14:tracePt t="40228" x="1196975" y="4048125"/>
          <p14:tracePt t="40235" x="1219200" y="4041775"/>
          <p14:tracePt t="40242" x="1243013" y="4041775"/>
          <p14:tracePt t="40243" x="1254125" y="4041775"/>
          <p14:tracePt t="40249" x="1271588" y="4041775"/>
          <p14:tracePt t="40255" x="1293813" y="4035425"/>
          <p14:tracePt t="40256" x="1304925" y="4035425"/>
          <p14:tracePt t="40262" x="1328738" y="4030663"/>
          <p14:tracePt t="40270" x="1350963" y="4030663"/>
          <p14:tracePt t="40271" x="1362075" y="4024313"/>
          <p14:tracePt t="40271" x="1368425" y="4024313"/>
          <p14:tracePt t="40276" x="1384300" y="4024313"/>
          <p14:tracePt t="40284" x="1412875" y="4024313"/>
          <p14:tracePt t="40290" x="1447800" y="4024313"/>
          <p14:tracePt t="40297" x="1476375" y="4019550"/>
          <p14:tracePt t="40304" x="1504950" y="4019550"/>
          <p14:tracePt t="40305" x="1516063" y="4019550"/>
          <p14:tracePt t="40305" x="1522413" y="4019550"/>
          <p14:tracePt t="40306" x="1527175" y="4019550"/>
          <p14:tracePt t="40311" x="1538288" y="4019550"/>
          <p14:tracePt t="40318" x="1579563" y="4019550"/>
          <p14:tracePt t="40325" x="1608138" y="4019550"/>
          <p14:tracePt t="40332" x="1641475" y="4019550"/>
          <p14:tracePt t="40339" x="1676400" y="4019550"/>
          <p14:tracePt t="40346" x="1709738" y="4019550"/>
          <p14:tracePt t="40353" x="1744663" y="4019550"/>
          <p14:tracePt t="40353" x="1749425" y="4019550"/>
          <p14:tracePt t="40359" x="1784350" y="4024313"/>
          <p14:tracePt t="40367" x="1824038" y="4030663"/>
          <p14:tracePt t="40367" x="1835150" y="4030663"/>
          <p14:tracePt t="40368" x="1841500" y="4030663"/>
          <p14:tracePt t="40373" x="1863725" y="4030663"/>
          <p14:tracePt t="40380" x="1909763" y="4035425"/>
          <p14:tracePt t="40387" x="1949450" y="4035425"/>
          <p14:tracePt t="40395" x="1989138" y="4035425"/>
          <p14:tracePt t="40395" x="2000250" y="4035425"/>
          <p14:tracePt t="40396" x="2006600" y="4041775"/>
          <p14:tracePt t="40401" x="2035175" y="4041775"/>
          <p14:tracePt t="40409" x="2085975" y="4041775"/>
          <p14:tracePt t="40415" x="2136775" y="4048125"/>
          <p14:tracePt t="40429" x="2239963" y="4052888"/>
          <p14:tracePt t="40430" x="2257425" y="4052888"/>
          <p14:tracePt t="40431" x="2262188" y="4052888"/>
          <p14:tracePt t="40436" x="2303463" y="4059238"/>
          <p14:tracePt t="40443" x="2359025" y="4059238"/>
          <p14:tracePt t="40450" x="2433638" y="4059238"/>
          <p14:tracePt t="40457" x="2513013" y="4059238"/>
          <p14:tracePt t="40464" x="2570163" y="4064000"/>
          <p14:tracePt t="40471" x="2667000" y="4064000"/>
          <p14:tracePt t="40478" x="2747963" y="4064000"/>
          <p14:tracePt t="40484" x="2820988" y="4070350"/>
          <p14:tracePt t="40492" x="2895600" y="4076700"/>
          <p14:tracePt t="40492" x="2906713" y="4076700"/>
          <p14:tracePt t="40493" x="2913063" y="4076700"/>
          <p14:tracePt t="40498" x="2946400" y="4076700"/>
          <p14:tracePt t="40505" x="2998788" y="4076700"/>
          <p14:tracePt t="40512" x="3032125" y="4076700"/>
          <p14:tracePt t="40513" x="3043238" y="4076700"/>
          <p14:tracePt t="40519" x="3060700" y="4076700"/>
          <p14:tracePt t="40520" x="3071813" y="4076700"/>
          <p14:tracePt t="40520" x="3078163" y="4076700"/>
          <p14:tracePt t="40526" x="3095625" y="4076700"/>
          <p14:tracePt t="40533" x="3111500" y="4076700"/>
          <p14:tracePt t="40541" x="3117850" y="4076700"/>
          <p14:tracePt t="40573" x="3124200" y="4076700"/>
          <p14:tracePt t="40577" x="3128963" y="4076700"/>
          <p14:tracePt t="40582" x="3135313" y="4076700"/>
          <p14:tracePt t="40588" x="3140075" y="4076700"/>
          <p14:tracePt t="40596" x="3146425" y="4081463"/>
          <p14:tracePt t="40596" x="3152775" y="4081463"/>
          <p14:tracePt t="40602" x="3163888" y="4087813"/>
          <p14:tracePt t="40609" x="3179763" y="4098925"/>
          <p14:tracePt t="40622" x="3197225" y="4110038"/>
          <p14:tracePt t="40624" x="3236913" y="4144963"/>
          <p14:tracePt t="40625" x="3243263" y="4144963"/>
          <p14:tracePt t="40630" x="3249613" y="4144963"/>
          <p14:tracePt t="40645" x="3249613" y="4149725"/>
          <p14:tracePt t="40650" x="3305175" y="4178300"/>
          <p14:tracePt t="40652" x="3311525" y="4178300"/>
          <p14:tracePt t="40658" x="3322638" y="4184650"/>
          <p14:tracePt t="40665" x="3328988" y="4189413"/>
          <p14:tracePt t="40672" x="3333750" y="4195763"/>
          <p14:tracePt t="40679" x="3340100" y="4195763"/>
          <p14:tracePt t="40680" x="3346450" y="4195763"/>
          <p14:tracePt t="40686" x="3346450" y="4202113"/>
          <p14:tracePt t="40693" x="3362325" y="4213225"/>
          <p14:tracePt t="40699" x="3375025" y="4224338"/>
          <p14:tracePt t="40706" x="3386138" y="4241800"/>
          <p14:tracePt t="40713" x="3403600" y="4252913"/>
          <p14:tracePt t="40720" x="3408363" y="4270375"/>
          <p14:tracePt t="40721" x="3414713" y="4270375"/>
          <p14:tracePt t="40727" x="3414713" y="4281488"/>
          <p14:tracePt t="40734" x="3425825" y="4286250"/>
          <p14:tracePt t="40735" x="3425825" y="4292600"/>
          <p14:tracePt t="40741" x="3430588" y="4292600"/>
          <p14:tracePt t="40803" x="3430588" y="4298950"/>
          <p14:tracePt t="40805" x="3425825" y="4298950"/>
          <p14:tracePt t="40812" x="3419475" y="4298950"/>
          <p14:tracePt t="40819" x="3414713" y="4298950"/>
          <p14:tracePt t="40820" x="3414713" y="4303713"/>
          <p14:tracePt t="40825" x="3408363" y="4303713"/>
          <p14:tracePt t="40832" x="3403600" y="4310063"/>
          <p14:tracePt t="40839" x="3397250" y="4310063"/>
          <p14:tracePt t="40846" x="3390900" y="4314825"/>
          <p14:tracePt t="40853" x="3386138" y="4314825"/>
          <p14:tracePt t="40860" x="3375025" y="4314825"/>
          <p14:tracePt t="40868" x="3368675" y="4321175"/>
          <p14:tracePt t="40881" x="3346450" y="4327525"/>
          <p14:tracePt t="40888" x="3328988" y="4332288"/>
          <p14:tracePt t="40889" x="3322638" y="4332288"/>
          <p14:tracePt t="40894" x="3305175" y="4332288"/>
          <p14:tracePt t="40902" x="3282950" y="4338638"/>
          <p14:tracePt t="40908" x="3260725" y="4338638"/>
          <p14:tracePt t="40915" x="3236913" y="4338638"/>
          <p14:tracePt t="40922" x="3203575" y="4349750"/>
          <p14:tracePt t="40929" x="3179763" y="4349750"/>
          <p14:tracePt t="40936" x="3157538" y="4349750"/>
          <p14:tracePt t="40944" x="3152775" y="4356100"/>
          <p14:tracePt t="40958" x="3146425" y="4356100"/>
          <p14:tracePt t="40962" x="3089275" y="4367213"/>
          <p14:tracePt t="40965" x="3082925" y="4371975"/>
          <p14:tracePt t="40978" x="3060700" y="4378325"/>
          <p14:tracePt t="40985" x="3049588" y="4383088"/>
          <p14:tracePt t="40992" x="3032125" y="4389438"/>
          <p14:tracePt t="40998" x="3014663" y="4395788"/>
          <p14:tracePt t="41005" x="3003550" y="4395788"/>
          <p14:tracePt t="41012" x="2998788" y="4406900"/>
          <p14:tracePt t="41019" x="2981325" y="4406900"/>
          <p14:tracePt t="41026" x="2970213" y="4406900"/>
          <p14:tracePt t="41033" x="2952750" y="4406900"/>
          <p14:tracePt t="41040" x="2935288" y="4406900"/>
          <p14:tracePt t="41047" x="2924175" y="4406900"/>
          <p14:tracePt t="41054" x="2913063" y="4406900"/>
          <p14:tracePt t="41061" x="2901950" y="4406900"/>
          <p14:tracePt t="41068" x="2895600" y="4406900"/>
          <p14:tracePt t="41075" x="2889250" y="4400550"/>
          <p14:tracePt t="41082" x="2884488" y="4400550"/>
          <p14:tracePt t="41089" x="2878138" y="4395788"/>
          <p14:tracePt t="41095" x="2873375" y="4395788"/>
          <p14:tracePt t="41103" x="2867025" y="4395788"/>
          <p14:tracePt t="41109" x="2855913" y="4395788"/>
          <p14:tracePt t="41117" x="2855913" y="4389438"/>
          <p14:tracePt t="41123" x="2844800" y="4389438"/>
          <p14:tracePt t="41124" x="2838450" y="4389438"/>
          <p14:tracePt t="41130" x="2832100" y="4389438"/>
          <p14:tracePt t="41137" x="2827338" y="4389438"/>
          <p14:tracePt t="41144" x="2816225" y="4389438"/>
          <p14:tracePt t="41151" x="2805113" y="4389438"/>
          <p14:tracePt t="41158" x="2792413" y="4389438"/>
          <p14:tracePt t="41165" x="2781300" y="4389438"/>
          <p14:tracePt t="41172" x="2770188" y="4383088"/>
          <p14:tracePt t="41179" x="2752725" y="4383088"/>
          <p14:tracePt t="41186" x="2735263" y="4383088"/>
          <p14:tracePt t="41193" x="2719388" y="4383088"/>
          <p14:tracePt t="41200" x="2701925" y="4383088"/>
          <p14:tracePt t="41207" x="2684463" y="4383088"/>
          <p14:tracePt t="41213" x="2667000" y="4383088"/>
          <p14:tracePt t="41220" x="2651125" y="4383088"/>
          <p14:tracePt t="41228" x="2638425" y="4383088"/>
          <p14:tracePt t="41235" x="2622550" y="4383088"/>
          <p14:tracePt t="41241" x="2605088" y="4383088"/>
          <p14:tracePt t="41248" x="2593975" y="4383088"/>
          <p14:tracePt t="41249" x="2587625" y="4383088"/>
          <p14:tracePt t="41249" x="2581275" y="4383088"/>
          <p14:tracePt t="41255" x="2576513" y="4383088"/>
          <p14:tracePt t="41262" x="2559050" y="4383088"/>
          <p14:tracePt t="41269" x="2547938" y="4383088"/>
          <p14:tracePt t="41270" x="2541588" y="4383088"/>
          <p14:tracePt t="41276" x="2536825" y="4383088"/>
          <p14:tracePt t="41283" x="2513013" y="4383088"/>
          <p14:tracePt t="41290" x="2508250" y="4378325"/>
          <p14:tracePt t="41297" x="2497138" y="4378325"/>
          <p14:tracePt t="41304" x="2490788" y="4371975"/>
          <p14:tracePt t="41311" x="2484438" y="4371975"/>
          <p14:tracePt t="41328" x="2484438" y="4367213"/>
          <p14:tracePt t="41329" x="2479675" y="4367213"/>
          <p14:tracePt t="41340" x="2473325" y="4367213"/>
          <p14:tracePt t="41343" x="2468563" y="4367213"/>
          <p14:tracePt t="41346" x="2468563" y="4360863"/>
          <p14:tracePt t="41352" x="2462213" y="4360863"/>
          <p14:tracePt t="41361" x="2455863" y="4360863"/>
          <p14:tracePt t="41366" x="2451100" y="4356100"/>
          <p14:tracePt t="41374" x="2444750" y="4349750"/>
          <p14:tracePt t="41380" x="2439988" y="4349750"/>
          <p14:tracePt t="41387" x="2433638" y="4349750"/>
          <p14:tracePt t="41395" x="2428875" y="4349750"/>
          <p14:tracePt t="41406" x="2422525" y="4349750"/>
          <p14:tracePt t="41408" x="2422525" y="4343400"/>
          <p14:tracePt t="41415" x="2416175" y="4343400"/>
          <p14:tracePt t="41423" x="2411413" y="4343400"/>
          <p14:tracePt t="41433" x="2405063" y="4343400"/>
          <p14:tracePt t="41443" x="2405063" y="4338638"/>
          <p14:tracePt t="41462" x="2400300" y="4338638"/>
          <p14:tracePt t="41506" x="2400300" y="4332288"/>
          <p14:tracePt t="41508" x="2393950" y="4332288"/>
          <p14:tracePt t="41513" x="2393950" y="4327525"/>
          <p14:tracePt t="41520" x="2393950" y="4321175"/>
          <p14:tracePt t="41527" x="2393950" y="4314825"/>
          <p14:tracePt t="41534" x="2387600" y="4314825"/>
          <p14:tracePt t="41548" x="2387600" y="4303713"/>
          <p14:tracePt t="41556" x="2387600" y="4298950"/>
          <p14:tracePt t="41563" x="2387600" y="4292600"/>
          <p14:tracePt t="41574" x="2387600" y="4286250"/>
          <p14:tracePt t="41576" x="2387600" y="4281488"/>
          <p14:tracePt t="41584" x="2387600" y="4275138"/>
          <p14:tracePt t="41594" x="2387600" y="4270375"/>
          <p14:tracePt t="41600" x="2387600" y="4264025"/>
          <p14:tracePt t="41605" x="2387600" y="4257675"/>
          <p14:tracePt t="41617" x="2387600" y="4246563"/>
          <p14:tracePt t="41624" x="2393950" y="4246563"/>
          <p14:tracePt t="41630" x="2400300" y="4235450"/>
          <p14:tracePt t="41637" x="2416175" y="4230688"/>
          <p14:tracePt t="41644" x="2428875" y="4224338"/>
          <p14:tracePt t="41651" x="2444750" y="4217988"/>
          <p14:tracePt t="41658" x="2462213" y="4213225"/>
          <p14:tracePt t="41665" x="2473325" y="4213225"/>
          <p14:tracePt t="41672" x="2479675" y="4206875"/>
          <p14:tracePt t="41679" x="2484438" y="4206875"/>
          <p14:tracePt t="41686" x="2497138" y="4206875"/>
          <p14:tracePt t="41693" x="2501900" y="4202113"/>
          <p14:tracePt t="41700" x="2508250" y="4202113"/>
          <p14:tracePt t="41707" x="2513013" y="4202113"/>
          <p14:tracePt t="41713" x="2519363" y="4202113"/>
          <p14:tracePt t="41720" x="2530475" y="4195763"/>
          <p14:tracePt t="41728" x="2547938" y="4195763"/>
          <p14:tracePt t="41735" x="2565400" y="4195763"/>
          <p14:tracePt t="41735" x="2570163" y="4195763"/>
          <p14:tracePt t="41742" x="2587625" y="4195763"/>
          <p14:tracePt t="41742" x="2593975" y="4195763"/>
          <p14:tracePt t="41748" x="2609850" y="4195763"/>
          <p14:tracePt t="41755" x="2638425" y="4195763"/>
          <p14:tracePt t="41756" x="2644775" y="4195763"/>
          <p14:tracePt t="41762" x="2667000" y="4195763"/>
          <p14:tracePt t="41769" x="2701925" y="4195763"/>
          <p14:tracePt t="41776" x="2735263" y="4195763"/>
          <p14:tracePt t="41783" x="2776538" y="4189413"/>
          <p14:tracePt t="41790" x="2820988" y="4189413"/>
          <p14:tracePt t="41797" x="2860675" y="4189413"/>
          <p14:tracePt t="41804" x="2895600" y="4189413"/>
          <p14:tracePt t="41811" x="2924175" y="4189413"/>
          <p14:tracePt t="41818" x="2935288" y="4189413"/>
          <p14:tracePt t="41825" x="2952750" y="4189413"/>
          <p14:tracePt t="41832" x="2963863" y="4189413"/>
          <p14:tracePt t="41838" x="2974975" y="4189413"/>
          <p14:tracePt t="41845" x="2992438" y="4189413"/>
          <p14:tracePt t="41852" x="3003550" y="4195763"/>
          <p14:tracePt t="41859" x="3014663" y="4202113"/>
          <p14:tracePt t="41867" x="3027363" y="4206875"/>
          <p14:tracePt t="41867" x="3032125" y="4206875"/>
          <p14:tracePt t="41873" x="3038475" y="4213225"/>
          <p14:tracePt t="41880" x="3054350" y="4224338"/>
          <p14:tracePt t="41887" x="3067050" y="4241800"/>
          <p14:tracePt t="41894" x="3082925" y="4252913"/>
          <p14:tracePt t="41901" x="3106738" y="4264025"/>
          <p14:tracePt t="41908" x="3124200" y="4281488"/>
          <p14:tracePt t="41915" x="3140075" y="4286250"/>
          <p14:tracePt t="41922" x="3152775" y="4298950"/>
          <p14:tracePt t="41929" x="3157538" y="4298950"/>
          <p14:tracePt t="41936" x="3157538" y="4310063"/>
          <p14:tracePt t="41943" x="3163888" y="4310063"/>
          <p14:tracePt t="41958" x="3163888" y="4314825"/>
          <p14:tracePt t="41964" x="3163888" y="4321175"/>
          <p14:tracePt t="41972" x="3163888" y="4327525"/>
          <p14:tracePt t="41975" x="3157538" y="4327525"/>
          <p14:tracePt t="41977" x="3157538" y="4332288"/>
          <p14:tracePt t="41984" x="3152775" y="4332288"/>
          <p14:tracePt t="41985" x="3152775" y="4338638"/>
          <p14:tracePt t="41991" x="3146425" y="4338638"/>
          <p14:tracePt t="41998" x="3135313" y="4343400"/>
          <p14:tracePt t="42005" x="3128963" y="4356100"/>
          <p14:tracePt t="42012" x="3111500" y="4360863"/>
          <p14:tracePt t="42019" x="3100388" y="4360863"/>
          <p14:tracePt t="42026" x="3082925" y="4367213"/>
          <p14:tracePt t="42033" x="3043238" y="4378325"/>
          <p14:tracePt t="42040" x="3003550" y="4383088"/>
          <p14:tracePt t="42047" x="2952750" y="4383088"/>
          <p14:tracePt t="42054" x="2906713" y="4395788"/>
          <p14:tracePt t="42055" x="2889250" y="4395788"/>
          <p14:tracePt t="42061" x="2844800" y="4400550"/>
          <p14:tracePt t="42062" x="2827338" y="4400550"/>
          <p14:tracePt t="42062" x="2816225" y="4400550"/>
          <p14:tracePt t="42068" x="2781300" y="4400550"/>
          <p14:tracePt t="42075" x="2713038" y="4406900"/>
          <p14:tracePt t="42082" x="2655888" y="4411663"/>
          <p14:tracePt t="42088" x="2609850" y="4411663"/>
          <p14:tracePt t="42095" x="2570163" y="4411663"/>
          <p14:tracePt t="42102" x="2541588" y="4411663"/>
          <p14:tracePt t="42109" x="2519363" y="4411663"/>
          <p14:tracePt t="42117" x="2497138" y="4411663"/>
          <p14:tracePt t="42123" x="2490788" y="4406900"/>
          <p14:tracePt t="42130" x="2479675" y="4406900"/>
          <p14:tracePt t="42137" x="2473325" y="4406900"/>
          <p14:tracePt t="42145" x="2473325" y="4400550"/>
          <p14:tracePt t="42151" x="2468563" y="4400550"/>
          <p14:tracePt t="42158" x="2462213" y="4400550"/>
          <p14:tracePt t="42165" x="2455863" y="4395788"/>
          <p14:tracePt t="42173" x="2444750" y="4383088"/>
          <p14:tracePt t="42180" x="2439988" y="4371975"/>
          <p14:tracePt t="42186" x="2422525" y="4349750"/>
          <p14:tracePt t="42193" x="2405063" y="4332288"/>
          <p14:tracePt t="42200" x="2400300" y="4310063"/>
          <p14:tracePt t="42207" x="2393950" y="4286250"/>
          <p14:tracePt t="42214" x="2393950" y="4264025"/>
          <p14:tracePt t="42221" x="2393950" y="4246563"/>
          <p14:tracePt t="42228" x="2393950" y="4224338"/>
          <p14:tracePt t="42234" x="2393950" y="4206875"/>
          <p14:tracePt t="42241" x="2400300" y="4202113"/>
          <p14:tracePt t="42242" x="2400300" y="4195763"/>
          <p14:tracePt t="42249" x="2405063" y="4195763"/>
          <p14:tracePt t="42256" x="2405063" y="4189413"/>
          <p14:tracePt t="42296" x="2411413" y="4189413"/>
          <p14:tracePt t="42303" x="2416175" y="4189413"/>
          <p14:tracePt t="42307" x="2422525" y="4189413"/>
          <p14:tracePt t="42311" x="2428875" y="4189413"/>
          <p14:tracePt t="42318" x="2444750" y="4189413"/>
          <p14:tracePt t="42325" x="2473325" y="4189413"/>
          <p14:tracePt t="42332" x="2501900" y="4184650"/>
          <p14:tracePt t="42339" x="2530475" y="4184650"/>
          <p14:tracePt t="42346" x="2559050" y="4184650"/>
          <p14:tracePt t="42353" x="2593975" y="4178300"/>
          <p14:tracePt t="42360" x="2627313" y="4178300"/>
          <p14:tracePt t="42361" x="2644775" y="4178300"/>
          <p14:tracePt t="42367" x="2667000" y="4178300"/>
          <p14:tracePt t="42367" x="2679700" y="4178300"/>
          <p14:tracePt t="42368" x="2684463" y="4178300"/>
          <p14:tracePt t="42373" x="2695575" y="4178300"/>
          <p14:tracePt t="42380" x="2741613" y="4178300"/>
          <p14:tracePt t="42381" x="2759075" y="4178300"/>
          <p14:tracePt t="42387" x="2781300" y="4178300"/>
          <p14:tracePt t="42394" x="2816225" y="4178300"/>
          <p14:tracePt t="42401" x="2849563" y="4178300"/>
          <p14:tracePt t="42409" x="2889250" y="4173538"/>
          <p14:tracePt t="42415" x="2913063" y="4173538"/>
          <p14:tracePt t="42429" x="2952750" y="4173538"/>
          <p14:tracePt t="42430" x="2963863" y="4173538"/>
          <p14:tracePt t="42436" x="2970213" y="4167188"/>
          <p14:tracePt t="42437" x="2981325" y="4167188"/>
          <p14:tracePt t="42443" x="2992438" y="4160838"/>
          <p14:tracePt t="42450" x="3009900" y="4160838"/>
          <p14:tracePt t="42457" x="3027363" y="4160838"/>
          <p14:tracePt t="42463" x="3043238" y="4160838"/>
          <p14:tracePt t="42471" x="3060700" y="4160838"/>
          <p14:tracePt t="42471" x="3067050" y="4160838"/>
          <p14:tracePt t="42478" x="3082925" y="4160838"/>
          <p14:tracePt t="42485" x="3106738" y="4160838"/>
          <p14:tracePt t="42486" x="3111500" y="4160838"/>
          <p14:tracePt t="42491" x="3124200" y="4160838"/>
          <p14:tracePt t="42498" x="3135313" y="4160838"/>
          <p14:tracePt t="42505" x="3152775" y="4167188"/>
          <p14:tracePt t="42512" x="3175000" y="4173538"/>
          <p14:tracePt t="42519" x="3192463" y="4178300"/>
          <p14:tracePt t="42526" x="3214688" y="4189413"/>
          <p14:tracePt t="42533" x="3225800" y="4195763"/>
          <p14:tracePt t="42540" x="3254375" y="4195763"/>
          <p14:tracePt t="42547" x="3265488" y="4202113"/>
          <p14:tracePt t="42554" x="3282950" y="4206875"/>
          <p14:tracePt t="42561" x="3294063" y="4213225"/>
          <p14:tracePt t="42568" x="3305175" y="4213225"/>
          <p14:tracePt t="42575" x="3311525" y="4213225"/>
          <p14:tracePt t="42582" x="3317875" y="4217988"/>
          <p14:tracePt t="42589" x="3328988" y="4224338"/>
          <p14:tracePt t="42596" x="3333750" y="4235450"/>
          <p14:tracePt t="42596" x="3333750" y="4241800"/>
          <p14:tracePt t="42602" x="3351213" y="4246563"/>
          <p14:tracePt t="42603" x="3351213" y="4252913"/>
          <p14:tracePt t="42609" x="3357563" y="4264025"/>
          <p14:tracePt t="42616" x="3362325" y="4275138"/>
          <p14:tracePt t="42623" x="3375025" y="4286250"/>
          <p14:tracePt t="42624" x="3375025" y="4292600"/>
          <p14:tracePt t="42630" x="3375025" y="4298950"/>
          <p14:tracePt t="42637" x="3375025" y="4303713"/>
          <p14:tracePt t="42644" x="3379788" y="4303713"/>
          <p14:tracePt t="42651" x="3379788" y="4310063"/>
          <p14:tracePt t="42717" x="3375025" y="4310063"/>
          <p14:tracePt t="42718" x="3368675" y="4310063"/>
          <p14:tracePt t="42721" x="3362325" y="4310063"/>
          <p14:tracePt t="42728" x="3333750" y="4310063"/>
          <p14:tracePt t="42734" x="3300413" y="4310063"/>
          <p14:tracePt t="42735" x="3289300" y="4310063"/>
          <p14:tracePt t="42741" x="3254375" y="4314825"/>
          <p14:tracePt t="42742" x="3243263" y="4314825"/>
          <p14:tracePt t="42748" x="3208338" y="4321175"/>
          <p14:tracePt t="42755" x="3146425" y="4327525"/>
          <p14:tracePt t="42756" x="3140075" y="4327525"/>
          <p14:tracePt t="42757" x="3135313" y="4327525"/>
          <p14:tracePt t="42757" x="3124200" y="4332288"/>
          <p14:tracePt t="42770" x="3027363" y="4332288"/>
          <p14:tracePt t="42771" x="3014663" y="4338638"/>
          <p14:tracePt t="42772" x="3009900" y="4338638"/>
          <p14:tracePt t="42772" x="2998788" y="4338638"/>
          <p14:tracePt t="42776" x="2974975" y="4338638"/>
          <p14:tracePt t="42783" x="2913063" y="4343400"/>
          <p14:tracePt t="42790" x="2844800" y="4343400"/>
          <p14:tracePt t="42797" x="2781300" y="4349750"/>
          <p14:tracePt t="42804" x="2724150" y="4349750"/>
          <p14:tracePt t="42805" x="2701925" y="4349750"/>
          <p14:tracePt t="42806" x="2690813" y="4349750"/>
          <p14:tracePt t="42811" x="2651125" y="4349750"/>
          <p14:tracePt t="42818" x="2593975" y="4349750"/>
          <p14:tracePt t="42825" x="2541588" y="4349750"/>
          <p14:tracePt t="42833" x="2508250" y="4349750"/>
          <p14:tracePt t="42846" x="2451100" y="4349750"/>
          <p14:tracePt t="42853" x="2433638" y="4349750"/>
          <p14:tracePt t="42860" x="2411413" y="4349750"/>
          <p14:tracePt t="42867" x="2400300" y="4349750"/>
          <p14:tracePt t="42874" x="2387600" y="4349750"/>
          <p14:tracePt t="42881" x="2376488" y="4349750"/>
          <p14:tracePt t="42887" x="2365375" y="4349750"/>
          <p14:tracePt t="42894" x="2359025" y="4349750"/>
          <p14:tracePt t="42895" x="2354263" y="4349750"/>
          <p14:tracePt t="42901" x="2347913" y="4349750"/>
          <p14:tracePt t="42917" x="2343150" y="4349750"/>
          <p14:tracePt t="42937" x="2343150" y="4343400"/>
          <p14:tracePt t="42959" x="2336800" y="4343400"/>
          <p14:tracePt t="42969" x="2336800" y="4338638"/>
          <p14:tracePt t="42971" x="2330450" y="4338638"/>
          <p14:tracePt t="42978" x="2330450" y="4332288"/>
          <p14:tracePt t="42985" x="2319338" y="4314825"/>
          <p14:tracePt t="42991" x="2314575" y="4298950"/>
          <p14:tracePt t="42999" x="2308225" y="4286250"/>
          <p14:tracePt t="43006" x="2303463" y="4275138"/>
          <p14:tracePt t="43006" x="2297113" y="4270375"/>
          <p14:tracePt t="43012" x="2297113" y="4264025"/>
          <p14:tracePt t="43019" x="2297113" y="4246563"/>
          <p14:tracePt t="43026" x="2290763" y="4241800"/>
          <p14:tracePt t="43033" x="2290763" y="4230688"/>
          <p14:tracePt t="43040" x="2286000" y="4224338"/>
          <p14:tracePt t="43056" x="2286000" y="4217988"/>
          <p14:tracePt t="43069" x="2286000" y="4213225"/>
          <p14:tracePt t="43071" x="2286000" y="4206875"/>
          <p14:tracePt t="43074" x="2290763" y="4206875"/>
          <p14:tracePt t="43082" x="2303463" y="4202113"/>
          <p14:tracePt t="43089" x="2319338" y="4189413"/>
          <p14:tracePt t="43096" x="2343150" y="4178300"/>
          <p14:tracePt t="43103" x="2371725" y="4173538"/>
          <p14:tracePt t="43110" x="2393950" y="4160838"/>
          <p14:tracePt t="43110" x="2400300" y="4156075"/>
          <p14:tracePt t="43116" x="2428875" y="4149725"/>
          <p14:tracePt t="43123" x="2451100" y="4138613"/>
          <p14:tracePt t="43131" x="2484438" y="4132263"/>
          <p14:tracePt t="43138" x="2508250" y="4127500"/>
          <p14:tracePt t="43139" x="2519363" y="4121150"/>
          <p14:tracePt t="43139" x="2525713" y="4121150"/>
          <p14:tracePt t="43144" x="2536825" y="4121150"/>
          <p14:tracePt t="43151" x="2559050" y="4121150"/>
          <p14:tracePt t="43158" x="2581275" y="4121150"/>
          <p14:tracePt t="43165" x="2598738" y="4121150"/>
          <p14:tracePt t="43172" x="2609850" y="4121150"/>
          <p14:tracePt t="43179" x="2622550" y="4121150"/>
          <p14:tracePt t="43186" x="2633663" y="4121150"/>
          <p14:tracePt t="43193" x="2638425" y="4121150"/>
          <p14:tracePt t="43200" x="2655888" y="4121150"/>
          <p14:tracePt t="43206" x="2667000" y="4121150"/>
          <p14:tracePt t="43214" x="2695575" y="4121150"/>
          <p14:tracePt t="43214" x="2706688" y="4121150"/>
          <p14:tracePt t="43215" x="2713038" y="4121150"/>
          <p14:tracePt t="43220" x="2730500" y="4121150"/>
          <p14:tracePt t="43228" x="2776538" y="4127500"/>
          <p14:tracePt t="43234" x="2816225" y="4127500"/>
          <p14:tracePt t="43235" x="2820988" y="4132263"/>
          <p14:tracePt t="43236" x="2832100" y="4132263"/>
          <p14:tracePt t="43236" x="2838450" y="4132263"/>
          <p14:tracePt t="43241" x="2873375" y="4132263"/>
          <p14:tracePt t="43248" x="2924175" y="4138613"/>
          <p14:tracePt t="43255" x="2970213" y="4138613"/>
          <p14:tracePt t="43256" x="2974975" y="4138613"/>
          <p14:tracePt t="43257" x="2981325" y="4138613"/>
          <p14:tracePt t="43257" x="2986088" y="4138613"/>
          <p14:tracePt t="43262" x="3009900" y="4138613"/>
          <p14:tracePt t="43269" x="3049588" y="4144963"/>
          <p14:tracePt t="43270" x="3054350" y="4144963"/>
          <p14:tracePt t="43270" x="3060700" y="4144963"/>
          <p14:tracePt t="43271" x="3067050" y="4144963"/>
          <p14:tracePt t="43276" x="3078163" y="4149725"/>
          <p14:tracePt t="43283" x="3100388" y="4149725"/>
          <p14:tracePt t="43290" x="3117850" y="4156075"/>
          <p14:tracePt t="43297" x="3135313" y="4156075"/>
          <p14:tracePt t="43304" x="3140075" y="4156075"/>
          <p14:tracePt t="43311" x="3146425" y="4160838"/>
          <p14:tracePt t="43318" x="3157538" y="4173538"/>
          <p14:tracePt t="43319" x="3163888" y="4173538"/>
          <p14:tracePt t="43325" x="3168650" y="4178300"/>
          <p14:tracePt t="43332" x="3179763" y="4184650"/>
          <p14:tracePt t="43332" x="3186113" y="4189413"/>
          <p14:tracePt t="43339" x="3192463" y="4202113"/>
          <p14:tracePt t="43345" x="3197225" y="4206875"/>
          <p14:tracePt t="43353" x="3214688" y="4224338"/>
          <p14:tracePt t="43367" x="3232150" y="4235450"/>
          <p14:tracePt t="43373" x="3236913" y="4246563"/>
          <p14:tracePt t="43380" x="3243263" y="4252913"/>
          <p14:tracePt t="43387" x="3249613" y="4257675"/>
          <p14:tracePt t="43394" x="3254375" y="4257675"/>
          <p14:tracePt t="43401" x="3254375" y="4264025"/>
          <p14:tracePt t="43408" x="3254375" y="4270375"/>
          <p14:tracePt t="43417" x="3254375" y="4275138"/>
          <p14:tracePt t="43423" x="3254375" y="4281488"/>
          <p14:tracePt t="43436" x="3254375" y="4286250"/>
          <p14:tracePt t="43437" x="3254375" y="4292600"/>
          <p14:tracePt t="43448" x="3254375" y="4298950"/>
          <p14:tracePt t="43464" x="3254375" y="4303713"/>
          <p14:tracePt t="43469" x="3249613" y="4303713"/>
          <p14:tracePt t="43472" x="3243263" y="4303713"/>
          <p14:tracePt t="43478" x="3232150" y="4314825"/>
          <p14:tracePt t="43485" x="3208338" y="4321175"/>
          <p14:tracePt t="43493" x="3179763" y="4327525"/>
          <p14:tracePt t="43506" x="3078163" y="4356100"/>
          <p14:tracePt t="43507" x="3067050" y="4356100"/>
          <p14:tracePt t="43507" x="3060700" y="4360863"/>
          <p14:tracePt t="43508" x="3049588" y="4367213"/>
          <p14:tracePt t="43512" x="3021013" y="4367213"/>
          <p14:tracePt t="43520" x="2957513" y="4383088"/>
          <p14:tracePt t="43526" x="2884488" y="4395788"/>
          <p14:tracePt t="43534" x="2805113" y="4406900"/>
          <p14:tracePt t="43541" x="2735263" y="4424363"/>
          <p14:tracePt t="43547" x="2679700" y="4429125"/>
          <p14:tracePt t="43554" x="2622550" y="4435475"/>
          <p14:tracePt t="43561" x="2559050" y="4435475"/>
          <p14:tracePt t="43569" x="2497138" y="4435475"/>
          <p14:tracePt t="43575" x="2444750" y="4429125"/>
          <p14:tracePt t="43582" x="2393950" y="4424363"/>
          <p14:tracePt t="43583" x="2382838" y="4418013"/>
          <p14:tracePt t="43589" x="2359025" y="4418013"/>
          <p14:tracePt t="43596" x="2330450" y="4406900"/>
          <p14:tracePt t="43603" x="2303463" y="4400550"/>
          <p14:tracePt t="43610" x="2279650" y="4389438"/>
          <p14:tracePt t="43617" x="2257425" y="4383088"/>
          <p14:tracePt t="43623" x="2239963" y="4378325"/>
          <p14:tracePt t="43630" x="2222500" y="4371975"/>
          <p14:tracePt t="43637" x="2200275" y="4360863"/>
          <p14:tracePt t="43644" x="2182813" y="4356100"/>
          <p14:tracePt t="43645" x="2182813" y="4349750"/>
          <p14:tracePt t="43651" x="2171700" y="4349750"/>
          <p14:tracePt t="43658" x="2160588" y="4332288"/>
          <p14:tracePt t="43665" x="2149475" y="4327525"/>
          <p14:tracePt t="43672" x="2143125" y="4321175"/>
          <p14:tracePt t="43679" x="2136775" y="4314825"/>
          <p14:tracePt t="43686" x="2132013" y="4310063"/>
          <p14:tracePt t="43693" x="2120900" y="4298950"/>
          <p14:tracePt t="43700" x="2120900" y="4286250"/>
          <p14:tracePt t="43707" x="2120900" y="4281488"/>
          <p14:tracePt t="43713" x="2120900" y="4275138"/>
          <p14:tracePt t="43721" x="2120900" y="4270375"/>
          <p14:tracePt t="43728" x="2120900" y="4257675"/>
          <p14:tracePt t="43734" x="2125663" y="4252913"/>
          <p14:tracePt t="43742" x="2132013" y="4241800"/>
          <p14:tracePt t="43743" x="2136775" y="4235450"/>
          <p14:tracePt t="43748" x="2143125" y="4230688"/>
          <p14:tracePt t="43755" x="2160588" y="4213225"/>
          <p14:tracePt t="43762" x="2178050" y="4202113"/>
          <p14:tracePt t="43770" x="2200275" y="4189413"/>
          <p14:tracePt t="43770" x="2211388" y="4178300"/>
          <p14:tracePt t="43776" x="2228850" y="4167188"/>
          <p14:tracePt t="43783" x="2257425" y="4156075"/>
          <p14:tracePt t="43791" x="2286000" y="4138613"/>
          <p14:tracePt t="43797" x="2308225" y="4132263"/>
          <p14:tracePt t="43798" x="2319338" y="4127500"/>
          <p14:tracePt t="43799" x="2319338" y="4121150"/>
          <p14:tracePt t="43800" x="2325688" y="4121150"/>
          <p14:tracePt t="43804" x="2343150" y="4121150"/>
          <p14:tracePt t="43811" x="2371725" y="4110038"/>
          <p14:tracePt t="43818" x="2422525" y="4105275"/>
          <p14:tracePt t="43824" x="2462213" y="4105275"/>
          <p14:tracePt t="43832" x="2501900" y="4105275"/>
          <p14:tracePt t="43832" x="2519363" y="4105275"/>
          <p14:tracePt t="43838" x="2547938" y="4105275"/>
          <p14:tracePt t="43846" x="2593975" y="4116388"/>
          <p14:tracePt t="43846" x="2609850" y="4116388"/>
          <p14:tracePt t="43852" x="2633663" y="4121150"/>
          <p14:tracePt t="43859" x="2673350" y="4132263"/>
          <p14:tracePt t="43860" x="2679700" y="4132263"/>
          <p14:tracePt t="43866" x="2706688" y="4138613"/>
          <p14:tracePt t="43867" x="2713038" y="4138613"/>
          <p14:tracePt t="43867" x="2713038" y="4144963"/>
          <p14:tracePt t="43868" x="2719388" y="4144963"/>
          <p14:tracePt t="43873" x="2735263" y="4149725"/>
          <p14:tracePt t="43880" x="2752725" y="4160838"/>
          <p14:tracePt t="43881" x="2763838" y="4160838"/>
          <p14:tracePt t="43887" x="2781300" y="4167188"/>
          <p14:tracePt t="43894" x="2805113" y="4178300"/>
          <p14:tracePt t="43901" x="2827338" y="4184650"/>
          <p14:tracePt t="43908" x="2844800" y="4195763"/>
          <p14:tracePt t="43915" x="2860675" y="4202113"/>
          <p14:tracePt t="43922" x="2884488" y="4206875"/>
          <p14:tracePt t="43929" x="2901950" y="4213225"/>
          <p14:tracePt t="43936" x="2917825" y="4217988"/>
          <p14:tracePt t="43943" x="2935288" y="4224338"/>
          <p14:tracePt t="43944" x="2946400" y="4224338"/>
          <p14:tracePt t="43949" x="2957513" y="4230688"/>
          <p14:tracePt t="43957" x="2974975" y="4235450"/>
          <p14:tracePt t="43957" x="2981325" y="4235450"/>
          <p14:tracePt t="43963" x="2992438" y="4241800"/>
          <p14:tracePt t="43964" x="2998788" y="4241800"/>
          <p14:tracePt t="43971" x="3009900" y="4241800"/>
          <p14:tracePt t="43977" x="3021013" y="4246563"/>
          <p14:tracePt t="43978" x="3027363" y="4246563"/>
          <p14:tracePt t="43984" x="3038475" y="4252913"/>
          <p14:tracePt t="43992" x="3038475" y="4257675"/>
          <p14:tracePt t="43992" x="3043238" y="4257675"/>
          <p14:tracePt t="43999" x="3043238" y="4264025"/>
          <p14:tracePt t="44000" x="3049588" y="4264025"/>
          <p14:tracePt t="44005" x="3049588" y="4270375"/>
          <p14:tracePt t="44012" x="3060700" y="4286250"/>
          <p14:tracePt t="44020" x="3067050" y="4298950"/>
          <p14:tracePt t="44020" x="3067050" y="4310063"/>
          <p14:tracePt t="44026" x="3067050" y="4314825"/>
          <p14:tracePt t="44033" x="3071813" y="4343400"/>
          <p14:tracePt t="44040" x="3071813" y="4367213"/>
          <p14:tracePt t="44047" x="3071813" y="4383088"/>
          <p14:tracePt t="44054" x="3071813" y="4400550"/>
          <p14:tracePt t="44061" x="3071813" y="4411663"/>
          <p14:tracePt t="44068" x="3071813" y="4424363"/>
          <p14:tracePt t="44075" x="3071813" y="4429125"/>
          <p14:tracePt t="44082" x="3071813" y="4435475"/>
          <p14:tracePt t="44089" x="3067050" y="4440238"/>
          <p14:tracePt t="44103" x="3054350" y="4446588"/>
          <p14:tracePt t="44110" x="3049588" y="4446588"/>
          <p14:tracePt t="44117" x="3043238" y="4452938"/>
          <p14:tracePt t="44123" x="3032125" y="4452938"/>
          <p14:tracePt t="44130" x="3009900" y="4457700"/>
          <p14:tracePt t="44137" x="2981325" y="4457700"/>
          <p14:tracePt t="44145" x="2946400" y="4457700"/>
          <p14:tracePt t="44152" x="2901950" y="4457700"/>
          <p14:tracePt t="44159" x="2855913" y="4457700"/>
          <p14:tracePt t="44165" x="2792413" y="4457700"/>
          <p14:tracePt t="44172" x="2719388" y="4457700"/>
          <p14:tracePt t="44180" x="2667000" y="4457700"/>
          <p14:tracePt t="44186" x="2587625" y="4457700"/>
          <p14:tracePt t="44193" x="2490788" y="4452938"/>
          <p14:tracePt t="44200" x="2416175" y="4440238"/>
          <p14:tracePt t="44207" x="2336800" y="4435475"/>
          <p14:tracePt t="44208" x="2314575" y="4429125"/>
          <p14:tracePt t="44208" x="2308225" y="4429125"/>
          <p14:tracePt t="44213" x="2262188" y="4429125"/>
          <p14:tracePt t="44221" x="2200275" y="4411663"/>
          <p14:tracePt t="44229" x="2143125" y="4400550"/>
          <p14:tracePt t="44235" x="2103438" y="4400550"/>
          <p14:tracePt t="44236" x="2097088" y="4395788"/>
          <p14:tracePt t="44249" x="2063750" y="4383088"/>
          <p14:tracePt t="44249" x="2057400" y="4383088"/>
          <p14:tracePt t="44264" x="2057400" y="4378325"/>
          <p14:tracePt t="44270" x="2052638" y="4378325"/>
          <p14:tracePt t="44274" x="2052638" y="4371975"/>
          <p14:tracePt t="44276" x="2052638" y="4367213"/>
          <p14:tracePt t="44283" x="2052638" y="4343400"/>
          <p14:tracePt t="44290" x="2052638" y="4321175"/>
          <p14:tracePt t="44297" x="2052638" y="4298950"/>
          <p14:tracePt t="44304" x="2052638" y="4281488"/>
          <p14:tracePt t="44311" x="2052638" y="4264025"/>
          <p14:tracePt t="44318" x="2057400" y="4246563"/>
          <p14:tracePt t="44325" x="2057400" y="4230688"/>
          <p14:tracePt t="44332" x="2063750" y="4213225"/>
          <p14:tracePt t="44339" x="2068513" y="4202113"/>
          <p14:tracePt t="44346" x="2081213" y="4184650"/>
          <p14:tracePt t="44353" x="2092325" y="4178300"/>
          <p14:tracePt t="44353" x="2097088" y="4173538"/>
          <p14:tracePt t="44359" x="2114550" y="4160838"/>
          <p14:tracePt t="44367" x="2136775" y="4156075"/>
          <p14:tracePt t="44367" x="2143125" y="4149725"/>
          <p14:tracePt t="44373" x="2171700" y="4144963"/>
          <p14:tracePt t="44380" x="2206625" y="4132263"/>
          <p14:tracePt t="44387" x="2246313" y="4127500"/>
          <p14:tracePt t="44395" x="2286000" y="4121150"/>
          <p14:tracePt t="44395" x="2303463" y="4121150"/>
          <p14:tracePt t="44401" x="2330450" y="4121150"/>
          <p14:tracePt t="44413" x="2439988" y="4121150"/>
          <p14:tracePt t="44417" x="2484438" y="4121150"/>
          <p14:tracePt t="44429" x="2616200" y="4127500"/>
          <p14:tracePt t="44430" x="2638425" y="4127500"/>
          <p14:tracePt t="44431" x="2655888" y="4132263"/>
          <p14:tracePt t="44436" x="2706688" y="4138613"/>
          <p14:tracePt t="44443" x="2798763" y="4144963"/>
          <p14:tracePt t="44450" x="2889250" y="4144963"/>
          <p14:tracePt t="44457" x="2957513" y="4149725"/>
          <p14:tracePt t="44458" x="2981325" y="4149725"/>
          <p14:tracePt t="44464" x="3014663" y="4156075"/>
          <p14:tracePt t="44471" x="3060700" y="4156075"/>
          <p14:tracePt t="44471" x="3067050" y="4156075"/>
          <p14:tracePt t="44477" x="3082925" y="4160838"/>
          <p14:tracePt t="44484" x="3100388" y="4160838"/>
          <p14:tracePt t="44491" x="3106738" y="4160838"/>
          <p14:tracePt t="44498" x="3111500" y="4160838"/>
          <p14:tracePt t="44573" x="3117850" y="4160838"/>
          <p14:tracePt t="44611" x="3117850" y="4167188"/>
          <p14:tracePt t="44671" x="3124200" y="4167188"/>
          <p14:tracePt t="45685" x="3124200" y="4160838"/>
          <p14:tracePt t="45687" x="3124200" y="4156075"/>
          <p14:tracePt t="45693" x="3128963" y="4132263"/>
          <p14:tracePt t="45700" x="3152775" y="4098925"/>
          <p14:tracePt t="45707" x="3168650" y="4059238"/>
          <p14:tracePt t="45708" x="3175000" y="4048125"/>
          <p14:tracePt t="45708" x="3179763" y="4041775"/>
          <p14:tracePt t="45714" x="3192463" y="4024313"/>
          <p14:tracePt t="45721" x="3221038" y="3984625"/>
          <p14:tracePt t="45728" x="3236913" y="3956050"/>
          <p14:tracePt t="45729" x="3243263" y="3944938"/>
          <p14:tracePt t="45729" x="3249613" y="3938588"/>
          <p14:tracePt t="45742" x="3278188" y="3894138"/>
          <p14:tracePt t="45743" x="3282950" y="3887788"/>
          <p14:tracePt t="45743" x="3289300" y="3881438"/>
          <p14:tracePt t="45748" x="3300413" y="3865563"/>
          <p14:tracePt t="45755" x="3328988" y="3836988"/>
          <p14:tracePt t="45762" x="3351213" y="3802063"/>
          <p14:tracePt t="45769" x="3379788" y="3773488"/>
          <p14:tracePt t="45770" x="3386138" y="3773488"/>
          <p14:tracePt t="45776" x="3403600" y="3756025"/>
          <p14:tracePt t="45783" x="3425825" y="3740150"/>
          <p14:tracePt t="45790" x="3454400" y="3722688"/>
          <p14:tracePt t="45797" x="3487738" y="3705225"/>
          <p14:tracePt t="45804" x="3516313" y="3700463"/>
          <p14:tracePt t="45805" x="3527425" y="3694113"/>
          <p14:tracePt t="45811" x="3551238" y="3683000"/>
          <p14:tracePt t="45818" x="3590925" y="3671888"/>
          <p14:tracePt t="45825" x="3619500" y="3665538"/>
          <p14:tracePt t="45832" x="3636963" y="3648075"/>
          <p14:tracePt t="45833" x="3641725" y="3648075"/>
          <p14:tracePt t="45839" x="3652838" y="3643313"/>
          <p14:tracePt t="45846" x="3665538" y="3630613"/>
          <p14:tracePt t="45846" x="3665538" y="3625850"/>
          <p14:tracePt t="45852" x="3676650" y="3619500"/>
          <p14:tracePt t="45859" x="3687763" y="3608388"/>
          <p14:tracePt t="45866" x="3694113" y="3597275"/>
          <p14:tracePt t="45873" x="3698875" y="3590925"/>
          <p14:tracePt t="45880" x="3705225" y="3579813"/>
          <p14:tracePt t="45887" x="3705225" y="3575050"/>
          <p14:tracePt t="45894" x="3709988" y="3575050"/>
          <p14:tracePt t="45901" x="3716338" y="3575050"/>
          <p14:tracePt t="45908" x="3722688" y="3575050"/>
          <p14:tracePt t="45915" x="3733800" y="3575050"/>
          <p14:tracePt t="45922" x="3738563" y="3568700"/>
          <p14:tracePt t="45929" x="3756025" y="3568700"/>
          <p14:tracePt t="45936" x="3767138" y="3568700"/>
          <p14:tracePt t="45943" x="3784600" y="3568700"/>
          <p14:tracePt t="45950" x="3795713" y="3579813"/>
          <p14:tracePt t="45957" x="3806825" y="3590925"/>
          <p14:tracePt t="45964" x="3813175" y="3590925"/>
          <p14:tracePt t="45965" x="3819525" y="3597275"/>
          <p14:tracePt t="46962" x="3824288" y="3597275"/>
          <p14:tracePt t="47956" x="3824288" y="3603625"/>
          <p14:tracePt t="47960" x="3824288" y="3608388"/>
          <p14:tracePt t="47965" x="3824288" y="3614738"/>
          <p14:tracePt t="47972" x="3830638" y="3625850"/>
          <p14:tracePt t="47979" x="3835400" y="3636963"/>
          <p14:tracePt t="47992" x="3848100" y="3654425"/>
          <p14:tracePt t="48006" x="3848100" y="3665538"/>
          <p14:tracePt t="48021" x="3852863" y="3671888"/>
          <p14:tracePt t="49471" x="3852863" y="3676650"/>
          <p14:tracePt t="49476" x="3852863" y="3683000"/>
          <p14:tracePt t="49479" x="3852863" y="3687763"/>
          <p14:tracePt t="49484" x="3859213" y="3694113"/>
          <p14:tracePt t="49492" x="3859213" y="3700463"/>
          <p14:tracePt t="49506" x="3863975" y="3705225"/>
          <p14:tracePt t="49751" x="3863975" y="3711575"/>
          <p14:tracePt t="49762" x="3863975" y="3716338"/>
          <p14:tracePt t="49765" x="3863975" y="3722688"/>
          <p14:tracePt t="49774" x="3870325" y="3722688"/>
          <p14:tracePt t="49776" x="3870325" y="3729038"/>
          <p14:tracePt t="49787" x="3870325" y="3733800"/>
          <p14:tracePt t="49800" x="3870325" y="3740150"/>
          <p14:tracePt t="49808" x="3870325" y="3744913"/>
          <p14:tracePt t="49813" x="3870325" y="3751263"/>
          <p14:tracePt t="49819" x="3876675" y="3751263"/>
          <p14:tracePt t="49819" x="3876675" y="3756025"/>
          <p14:tracePt t="49830" x="3876675" y="3762375"/>
          <p14:tracePt t="49901" x="3876675" y="3768725"/>
          <p14:tracePt t="49915" x="3876675" y="3773488"/>
          <p14:tracePt t="49923" x="3876675" y="3779838"/>
          <p14:tracePt t="49932" x="3876675" y="3784600"/>
          <p14:tracePt t="49939" x="3876675" y="3790950"/>
          <p14:tracePt t="49947" x="3876675" y="3797300"/>
          <p14:tracePt t="49957" x="3876675" y="3802063"/>
          <p14:tracePt t="50037" x="3876675" y="3808413"/>
          <p14:tracePt t="50044" x="3876675" y="3813175"/>
          <p14:tracePt t="50049" x="3876675" y="3819525"/>
          <p14:tracePt t="51587" x="3863975" y="3819525"/>
          <p14:tracePt t="51590" x="3859213" y="3819525"/>
          <p14:tracePt t="51590" x="3852863" y="3819525"/>
          <p14:tracePt t="51596" x="3835400" y="3819525"/>
          <p14:tracePt t="51603" x="3795713" y="3819525"/>
          <p14:tracePt t="51609" x="3738563" y="3819525"/>
          <p14:tracePt t="51616" x="3687763" y="3819525"/>
          <p14:tracePt t="51617" x="3676650" y="3819525"/>
          <p14:tracePt t="51618" x="3670300" y="3819525"/>
          <p14:tracePt t="51618" x="3659188" y="3819525"/>
          <p14:tracePt t="51623" x="3625850" y="3819525"/>
          <p14:tracePt t="51631" x="3556000" y="3819525"/>
          <p14:tracePt t="51631" x="3533775" y="3819525"/>
          <p14:tracePt t="51632" x="3527425" y="3819525"/>
          <p14:tracePt t="51637" x="3482975" y="3819525"/>
          <p14:tracePt t="51644" x="3414713" y="3819525"/>
          <p14:tracePt t="51651" x="3333750" y="3819525"/>
          <p14:tracePt t="51658" x="3232150" y="3819525"/>
          <p14:tracePt t="51665" x="3135313" y="3819525"/>
          <p14:tracePt t="51672" x="3038475" y="3819525"/>
          <p14:tracePt t="51679" x="2935288" y="3825875"/>
          <p14:tracePt t="51686" x="2809875" y="3830638"/>
          <p14:tracePt t="51693" x="2695575" y="3836988"/>
          <p14:tracePt t="51700" x="2609850" y="3836988"/>
          <p14:tracePt t="51714" x="2393950" y="3848100"/>
          <p14:tracePt t="51715" x="2371725" y="3848100"/>
          <p14:tracePt t="51715" x="2359025" y="3854450"/>
          <p14:tracePt t="51721" x="2308225" y="3854450"/>
          <p14:tracePt t="51728" x="2217738" y="3865563"/>
          <p14:tracePt t="51735" x="2114550" y="3870325"/>
          <p14:tracePt t="51749" x="1920875" y="3894138"/>
          <p14:tracePt t="51763" x="1733550" y="3910013"/>
          <p14:tracePt t="51777" x="1595438" y="3922713"/>
          <p14:tracePt t="51784" x="1555750" y="3927475"/>
          <p14:tracePt t="51797" x="1504950" y="3933825"/>
          <p14:tracePt t="51804" x="1493838" y="3938588"/>
          <p14:tracePt t="51812" x="1487488" y="3938588"/>
          <p14:tracePt t="51864" x="1487488" y="3944938"/>
          <p14:tracePt t="51870" x="1482725" y="3944938"/>
          <p14:tracePt t="51874" x="1476375" y="3944938"/>
          <p14:tracePt t="51881" x="1465263" y="3956050"/>
          <p14:tracePt t="51881" x="1458913" y="3956050"/>
          <p14:tracePt t="51887" x="1447800" y="3956050"/>
          <p14:tracePt t="51894" x="1430338" y="3967163"/>
          <p14:tracePt t="51901" x="1419225" y="3967163"/>
          <p14:tracePt t="51908" x="1408113" y="3967163"/>
          <p14:tracePt t="51915" x="1401763" y="3967163"/>
          <p14:tracePt t="52066" x="1397000" y="3967163"/>
          <p14:tracePt t="52079" x="1397000" y="3973513"/>
          <p14:tracePt t="52083" x="1390650" y="3973513"/>
          <p14:tracePt t="52135" x="1384300" y="3973513"/>
          <p14:tracePt t="52156" x="1384300" y="3979863"/>
          <p14:tracePt t="52161" x="1379538" y="3979863"/>
          <p14:tracePt t="52163" x="1379538" y="3984625"/>
          <p14:tracePt t="52172" x="1373188" y="3995738"/>
          <p14:tracePt t="52179" x="1373188" y="4002088"/>
          <p14:tracePt t="52186" x="1368425" y="4006850"/>
          <p14:tracePt t="52193" x="1368425" y="4013200"/>
          <p14:tracePt t="52201" x="1368425" y="4019550"/>
          <p14:tracePt t="52216" x="1368425" y="4024313"/>
          <p14:tracePt t="52221" x="1362075" y="4024313"/>
          <p14:tracePt t="52227" x="1362075" y="4030663"/>
          <p14:tracePt t="52231" x="1362075" y="4035425"/>
          <p14:tracePt t="52237" x="1362075" y="4041775"/>
          <p14:tracePt t="52247" x="1362075" y="4048125"/>
          <p14:tracePt t="52253" x="1362075" y="4052888"/>
          <p14:tracePt t="52256" x="1362075" y="4059238"/>
          <p14:tracePt t="52262" x="1362075" y="4064000"/>
          <p14:tracePt t="52269" x="1368425" y="4070350"/>
          <p14:tracePt t="52276" x="1373188" y="4076700"/>
          <p14:tracePt t="52283" x="1384300" y="4087813"/>
          <p14:tracePt t="52290" x="1390650" y="4092575"/>
          <p14:tracePt t="52297" x="1408113" y="4098925"/>
          <p14:tracePt t="52304" x="1425575" y="4110038"/>
          <p14:tracePt t="52305" x="1430338" y="4110038"/>
          <p14:tracePt t="52305" x="1436688" y="4110038"/>
          <p14:tracePt t="52311" x="1447800" y="4116388"/>
          <p14:tracePt t="52318" x="1476375" y="4121150"/>
          <p14:tracePt t="52325" x="1509713" y="4132263"/>
          <p14:tracePt t="52333" x="1555750" y="4132263"/>
          <p14:tracePt t="52333" x="1579563" y="4138613"/>
          <p14:tracePt t="52339" x="1612900" y="4144963"/>
          <p14:tracePt t="52340" x="1624013" y="4144963"/>
          <p14:tracePt t="52346" x="1663700" y="4156075"/>
          <p14:tracePt t="52353" x="1733550" y="4160838"/>
          <p14:tracePt t="52354" x="1755775" y="4160838"/>
          <p14:tracePt t="52354" x="1766888" y="4160838"/>
          <p14:tracePt t="52360" x="1812925" y="4167188"/>
          <p14:tracePt t="52367" x="1885950" y="4173538"/>
          <p14:tracePt t="52374" x="1966913" y="4184650"/>
          <p14:tracePt t="52381" x="2035175" y="4195763"/>
          <p14:tracePt t="52388" x="2120900" y="4202113"/>
          <p14:tracePt t="52402" x="2279650" y="4213225"/>
          <p14:tracePt t="52409" x="2347913" y="4230688"/>
          <p14:tracePt t="52415" x="2405063" y="4235450"/>
          <p14:tracePt t="52430" x="2479675" y="4246563"/>
          <p14:tracePt t="52436" x="2501900" y="4246563"/>
          <p14:tracePt t="52443" x="2513013" y="4246563"/>
          <p14:tracePt t="52450" x="2519363" y="4252913"/>
          <p14:tracePt t="52633" x="2513013" y="4252913"/>
          <p14:tracePt t="52638" x="2508250" y="4252913"/>
          <p14:tracePt t="52639" x="2501900" y="4252913"/>
          <p14:tracePt t="52644" x="2484438" y="4252913"/>
          <p14:tracePt t="52646" x="2473325" y="4252913"/>
          <p14:tracePt t="52651" x="2444750" y="4252913"/>
          <p14:tracePt t="52658" x="2393950" y="4246563"/>
          <p14:tracePt t="52665" x="2343150" y="4246563"/>
          <p14:tracePt t="52672" x="2274888" y="4235450"/>
          <p14:tracePt t="52679" x="2206625" y="4230688"/>
          <p14:tracePt t="52686" x="2136775" y="4230688"/>
          <p14:tracePt t="52693" x="2057400" y="4230688"/>
          <p14:tracePt t="52700" x="1982788" y="4230688"/>
          <p14:tracePt t="52707" x="1903413" y="4230688"/>
          <p14:tracePt t="52708" x="1881188" y="4230688"/>
          <p14:tracePt t="52708" x="1870075" y="4230688"/>
          <p14:tracePt t="52713" x="1830388" y="4230688"/>
          <p14:tracePt t="52721" x="1720850" y="4224338"/>
          <p14:tracePt t="52727" x="1635125" y="4217988"/>
          <p14:tracePt t="52734" x="1544638" y="4213225"/>
          <p14:tracePt t="52742" x="1454150" y="4213225"/>
          <p14:tracePt t="52742" x="1430338" y="4213225"/>
          <p14:tracePt t="52748" x="1362075" y="4213225"/>
          <p14:tracePt t="52756" x="1254125" y="4213225"/>
          <p14:tracePt t="52756" x="1231900" y="4213225"/>
          <p14:tracePt t="52762" x="1157288" y="4213225"/>
          <p14:tracePt t="52769" x="1071563" y="4206875"/>
          <p14:tracePt t="52770" x="1060450" y="4206875"/>
          <p14:tracePt t="52771" x="1049338" y="4206875"/>
          <p14:tracePt t="52771" x="1036638" y="4206875"/>
          <p14:tracePt t="52776" x="985838" y="4206875"/>
          <p14:tracePt t="52783" x="906463" y="4206875"/>
          <p14:tracePt t="52790" x="831850" y="4206875"/>
          <p14:tracePt t="52797" x="781050" y="4206875"/>
          <p14:tracePt t="52804" x="741363" y="4206875"/>
          <p14:tracePt t="52811" x="706438" y="4206875"/>
          <p14:tracePt t="52818" x="684213" y="4206875"/>
          <p14:tracePt t="52825" x="666750" y="4206875"/>
          <p14:tracePt t="52832" x="660400" y="4206875"/>
          <p14:tracePt t="53119" x="660400" y="4213225"/>
          <p14:tracePt t="53123" x="660400" y="4217988"/>
          <p14:tracePt t="53126" x="660400" y="4224338"/>
          <p14:tracePt t="53130" x="660400" y="4235450"/>
          <p14:tracePt t="53137" x="673100" y="4246563"/>
          <p14:tracePt t="53145" x="684213" y="4257675"/>
          <p14:tracePt t="53151" x="695325" y="4275138"/>
          <p14:tracePt t="53158" x="706438" y="4286250"/>
          <p14:tracePt t="53165" x="717550" y="4292600"/>
          <p14:tracePt t="53172" x="730250" y="4303713"/>
          <p14:tracePt t="53179" x="741363" y="4314825"/>
          <p14:tracePt t="53180" x="746125" y="4314825"/>
          <p14:tracePt t="53186" x="752475" y="4321175"/>
          <p14:tracePt t="53193" x="763588" y="4327525"/>
          <p14:tracePt t="53200" x="769938" y="4332288"/>
          <p14:tracePt t="53207" x="774700" y="4332288"/>
          <p14:tracePt t="53214" x="785813" y="4338638"/>
          <p14:tracePt t="53221" x="792163" y="4338638"/>
          <p14:tracePt t="53228" x="798513" y="4343400"/>
          <p14:tracePt t="53235" x="803275" y="4349750"/>
          <p14:tracePt t="53242" x="809625" y="4349750"/>
          <p14:tracePt t="53242" x="814388" y="4349750"/>
          <p14:tracePt t="53251" x="820738" y="4349750"/>
          <p14:tracePt t="53259" x="827088" y="4349750"/>
          <p14:tracePt t="53267" x="831850" y="4349750"/>
          <p14:tracePt t="53270" x="838200" y="4349750"/>
          <p14:tracePt t="53276" x="842963" y="4349750"/>
          <p14:tracePt t="53283" x="849313" y="4349750"/>
          <p14:tracePt t="53290" x="860425" y="4349750"/>
          <p14:tracePt t="53297" x="866775" y="4343400"/>
          <p14:tracePt t="53304" x="884238" y="4338638"/>
          <p14:tracePt t="53311" x="895350" y="4338638"/>
          <p14:tracePt t="53318" x="911225" y="4332288"/>
          <p14:tracePt t="53325" x="939800" y="4327525"/>
          <p14:tracePt t="53332" x="963613" y="4321175"/>
          <p14:tracePt t="53339" x="992188" y="4321175"/>
          <p14:tracePt t="53346" x="1020763" y="4314825"/>
          <p14:tracePt t="53353" x="1054100" y="4314825"/>
          <p14:tracePt t="53353" x="1065213" y="4314825"/>
          <p14:tracePt t="53359" x="1082675" y="4314825"/>
          <p14:tracePt t="53367" x="1106488" y="4314825"/>
          <p14:tracePt t="53368" x="1111250" y="4314825"/>
          <p14:tracePt t="53373" x="1122363" y="4314825"/>
          <p14:tracePt t="53380" x="1146175" y="4314825"/>
          <p14:tracePt t="53387" x="1162050" y="4321175"/>
          <p14:tracePt t="53394" x="1179513" y="4321175"/>
          <p14:tracePt t="53395" x="1185863" y="4321175"/>
          <p14:tracePt t="53401" x="1203325" y="4327525"/>
          <p14:tracePt t="53408" x="1219200" y="4327525"/>
          <p14:tracePt t="53415" x="1243013" y="4327525"/>
          <p14:tracePt t="53422" x="1258888" y="4327525"/>
          <p14:tracePt t="53429" x="1271588" y="4327525"/>
          <p14:tracePt t="53430" x="1282700" y="4332288"/>
          <p14:tracePt t="53436" x="1287463" y="4332288"/>
          <p14:tracePt t="53443" x="1304925" y="4332288"/>
          <p14:tracePt t="53450" x="1316038" y="4332288"/>
          <p14:tracePt t="53457" x="1333500" y="4332288"/>
          <p14:tracePt t="53464" x="1350963" y="4332288"/>
          <p14:tracePt t="53471" x="1362075" y="4338638"/>
          <p14:tracePt t="53478" x="1373188" y="4338638"/>
          <p14:tracePt t="53478" x="1379538" y="4338638"/>
          <p14:tracePt t="53484" x="1390650" y="4338638"/>
          <p14:tracePt t="53491" x="1408113" y="4338638"/>
          <p14:tracePt t="53498" x="1419225" y="4343400"/>
          <p14:tracePt t="53505" x="1425575" y="4343400"/>
          <p14:tracePt t="53512" x="1436688" y="4343400"/>
          <p14:tracePt t="53519" x="1447800" y="4343400"/>
          <p14:tracePt t="53526" x="1454150" y="4343400"/>
          <p14:tracePt t="53533" x="1458913" y="4343400"/>
          <p14:tracePt t="53540" x="1470025" y="4338638"/>
          <p14:tracePt t="53547" x="1476375" y="4338638"/>
          <p14:tracePt t="53695" x="1476375" y="4343400"/>
          <p14:tracePt t="53698" x="1476375" y="4349750"/>
          <p14:tracePt t="53702" x="1476375" y="4356100"/>
          <p14:tracePt t="53707" x="1465263" y="4360863"/>
          <p14:tracePt t="53714" x="1458913" y="4371975"/>
          <p14:tracePt t="53722" x="1441450" y="4378325"/>
          <p14:tracePt t="53728" x="1430338" y="4383088"/>
          <p14:tracePt t="53742" x="1408113" y="4400550"/>
          <p14:tracePt t="53749" x="1390650" y="4406900"/>
          <p14:tracePt t="53756" x="1379538" y="4406900"/>
          <p14:tracePt t="53763" x="1368425" y="4411663"/>
          <p14:tracePt t="53770" x="1357313" y="4411663"/>
          <p14:tracePt t="53771" x="1344613" y="4411663"/>
          <p14:tracePt t="53776" x="1339850" y="4411663"/>
          <p14:tracePt t="53783" x="1322388" y="4418013"/>
          <p14:tracePt t="53790" x="1300163" y="4418013"/>
          <p14:tracePt t="53797" x="1282700" y="4418013"/>
          <p14:tracePt t="53804" x="1271588" y="4418013"/>
          <p14:tracePt t="53805" x="1265238" y="4418013"/>
          <p14:tracePt t="53806" x="1258888" y="4418013"/>
          <p14:tracePt t="53811" x="1247775" y="4418013"/>
          <p14:tracePt t="53818" x="1231900" y="4418013"/>
          <p14:tracePt t="53825" x="1214438" y="4418013"/>
          <p14:tracePt t="53832" x="1196975" y="4418013"/>
          <p14:tracePt t="53839" x="1168400" y="4418013"/>
          <p14:tracePt t="53846" x="1150938" y="4411663"/>
          <p14:tracePt t="53853" x="1139825" y="4411663"/>
          <p14:tracePt t="53860" x="1122363" y="4406900"/>
          <p14:tracePt t="53867" x="1100138" y="4406900"/>
          <p14:tracePt t="53868" x="1093788" y="4406900"/>
          <p14:tracePt t="53874" x="1082675" y="4406900"/>
          <p14:tracePt t="53881" x="1065213" y="4400550"/>
          <p14:tracePt t="53887" x="1042988" y="4395788"/>
          <p14:tracePt t="53902" x="985838" y="4389438"/>
          <p14:tracePt t="53908" x="968375" y="4389438"/>
          <p14:tracePt t="53915" x="946150" y="4389438"/>
          <p14:tracePt t="53922" x="917575" y="4389438"/>
          <p14:tracePt t="53929" x="900113" y="4389438"/>
          <p14:tracePt t="53936" x="884238" y="4389438"/>
          <p14:tracePt t="53943" x="866775" y="4389438"/>
          <p14:tracePt t="53944" x="860425" y="4389438"/>
          <p14:tracePt t="53950" x="849313" y="4389438"/>
          <p14:tracePt t="53957" x="842963" y="4389438"/>
          <p14:tracePt t="53964" x="831850" y="4389438"/>
          <p14:tracePt t="53971" x="827088" y="4389438"/>
          <p14:tracePt t="53978" x="820738" y="4389438"/>
          <p14:tracePt t="53988" x="814388" y="4389438"/>
          <p14:tracePt t="54032" x="814388" y="4383088"/>
          <p14:tracePt t="54216" x="820738" y="4383088"/>
          <p14:tracePt t="54219" x="827088" y="4383088"/>
          <p14:tracePt t="54221" x="831850" y="4383088"/>
          <p14:tracePt t="54228" x="842963" y="4383088"/>
          <p14:tracePt t="54234" x="871538" y="4383088"/>
          <p14:tracePt t="54242" x="900113" y="4383088"/>
          <p14:tracePt t="54242" x="906463" y="4383088"/>
          <p14:tracePt t="54249" x="939800" y="4383088"/>
          <p14:tracePt t="54256" x="981075" y="4383088"/>
          <p14:tracePt t="54256" x="992188" y="4383088"/>
          <p14:tracePt t="54262" x="1020763" y="4383088"/>
          <p14:tracePt t="54270" x="1054100" y="4383088"/>
          <p14:tracePt t="54270" x="1071563" y="4383088"/>
          <p14:tracePt t="54276" x="1093788" y="4383088"/>
          <p14:tracePt t="54283" x="1117600" y="4383088"/>
          <p14:tracePt t="54290" x="1139825" y="4383088"/>
          <p14:tracePt t="54297" x="1157288" y="4383088"/>
          <p14:tracePt t="54304" x="1174750" y="4383088"/>
          <p14:tracePt t="54312" x="1179513" y="4383088"/>
          <p14:tracePt t="54319" x="1185863" y="4383088"/>
          <p14:tracePt t="54403" x="1190625" y="4383088"/>
          <p14:tracePt t="54407" x="1196975" y="4383088"/>
          <p14:tracePt t="54413" x="1203325" y="4383088"/>
          <p14:tracePt t="54417" x="1208088" y="4383088"/>
          <p14:tracePt t="54418" x="1214438" y="4383088"/>
          <p14:tracePt t="54426" x="1236663" y="4383088"/>
          <p14:tracePt t="54430" x="1247775" y="4389438"/>
          <p14:tracePt t="54436" x="1276350" y="4389438"/>
          <p14:tracePt t="54443" x="1311275" y="4395788"/>
          <p14:tracePt t="54450" x="1344613" y="4400550"/>
          <p14:tracePt t="54457" x="1390650" y="4400550"/>
          <p14:tracePt t="54464" x="1430338" y="4400550"/>
          <p14:tracePt t="54478" x="1509713" y="4400550"/>
          <p14:tracePt t="54485" x="1544638" y="4400550"/>
          <p14:tracePt t="54492" x="1584325" y="4400550"/>
          <p14:tracePt t="54499" x="1619250" y="4400550"/>
          <p14:tracePt t="54499" x="1624013" y="4400550"/>
          <p14:tracePt t="54505" x="1647825" y="4400550"/>
          <p14:tracePt t="54513" x="1670050" y="4400550"/>
          <p14:tracePt t="54520" x="1687513" y="4400550"/>
          <p14:tracePt t="54520" x="1692275" y="4400550"/>
          <p14:tracePt t="54526" x="1704975" y="4400550"/>
          <p14:tracePt t="54533" x="1720850" y="4400550"/>
          <p14:tracePt t="54540" x="1733550" y="4395788"/>
          <p14:tracePt t="54547" x="1738313" y="4395788"/>
          <p14:tracePt t="54554" x="1744663" y="4395788"/>
          <p14:tracePt t="54565" x="1749425" y="4395788"/>
          <p14:tracePt t="54601" x="1755775" y="4395788"/>
          <p14:tracePt t="54611" x="1760538" y="4395788"/>
          <p14:tracePt t="54616" x="1766888" y="4395788"/>
          <p14:tracePt t="54619" x="1773238" y="4395788"/>
          <p14:tracePt t="54623" x="1784350" y="4395788"/>
          <p14:tracePt t="54630" x="1801813" y="4395788"/>
          <p14:tracePt t="54637" x="1830388" y="4389438"/>
          <p14:tracePt t="54644" x="1852613" y="4389438"/>
          <p14:tracePt t="54651" x="1874838" y="4383088"/>
          <p14:tracePt t="54658" x="1898650" y="4383088"/>
          <p14:tracePt t="54665" x="1920875" y="4383088"/>
          <p14:tracePt t="54672" x="1938338" y="4383088"/>
          <p14:tracePt t="54679" x="1949450" y="4378325"/>
          <p14:tracePt t="54686" x="1960563" y="4378325"/>
          <p14:tracePt t="54693" x="1966913" y="4378325"/>
          <p14:tracePt t="54715" x="1971675" y="4378325"/>
          <p14:tracePt t="54772" x="1978025" y="4378325"/>
          <p14:tracePt t="54793" x="1982788" y="4378325"/>
          <p14:tracePt t="54830" x="1989138" y="4378325"/>
          <p14:tracePt t="54849" x="1995488" y="4378325"/>
          <p14:tracePt t="54853" x="2000250" y="4378325"/>
          <p14:tracePt t="54860" x="2006600" y="4378325"/>
          <p14:tracePt t="54865" x="2006600" y="4383088"/>
          <p14:tracePt t="54866" x="2011363" y="4383088"/>
          <p14:tracePt t="54874" x="2024063" y="4383088"/>
          <p14:tracePt t="54881" x="2035175" y="4389438"/>
          <p14:tracePt t="54888" x="2052638" y="4400550"/>
          <p14:tracePt t="54895" x="2074863" y="4400550"/>
          <p14:tracePt t="54895" x="2081213" y="4400550"/>
          <p14:tracePt t="54896" x="2085975" y="4400550"/>
          <p14:tracePt t="54901" x="2097088" y="4406900"/>
          <p14:tracePt t="54908" x="2125663" y="4411663"/>
          <p14:tracePt t="54915" x="2143125" y="4418013"/>
          <p14:tracePt t="54922" x="2165350" y="4424363"/>
          <p14:tracePt t="54929" x="2178050" y="4424363"/>
          <p14:tracePt t="54930" x="2182813" y="4424363"/>
          <p14:tracePt t="54936" x="2189163" y="4424363"/>
          <p14:tracePt t="54943" x="2193925" y="4424363"/>
          <p14:tracePt t="54951" x="2200275" y="4424363"/>
          <p14:tracePt t="54960" x="2206625" y="4424363"/>
          <p14:tracePt t="54979" x="2211388" y="4424363"/>
          <p14:tracePt t="55029" x="2217738" y="4424363"/>
          <p14:tracePt t="55035" x="2222500" y="4424363"/>
          <p14:tracePt t="55039" x="2228850" y="4424363"/>
          <p14:tracePt t="55047" x="2251075" y="4424363"/>
          <p14:tracePt t="55054" x="2274888" y="4424363"/>
          <p14:tracePt t="55061" x="2308225" y="4424363"/>
          <p14:tracePt t="55068" x="2343150" y="4424363"/>
          <p14:tracePt t="55075" x="2376488" y="4424363"/>
          <p14:tracePt t="55076" x="2382838" y="4424363"/>
          <p14:tracePt t="55077" x="2387600" y="4424363"/>
          <p14:tracePt t="55077" x="2393950" y="4424363"/>
          <p14:tracePt t="55082" x="2416175" y="4424363"/>
          <p14:tracePt t="55089" x="2462213" y="4424363"/>
          <p14:tracePt t="55096" x="2525713" y="4424363"/>
          <p14:tracePt t="55103" x="2598738" y="4424363"/>
          <p14:tracePt t="55110" x="2679700" y="4424363"/>
          <p14:tracePt t="55117" x="2752725" y="4424363"/>
          <p14:tracePt t="55124" x="2832100" y="4424363"/>
          <p14:tracePt t="55125" x="2855913" y="4424363"/>
          <p14:tracePt t="55126" x="2867025" y="4424363"/>
          <p14:tracePt t="55127" x="2878138" y="4424363"/>
          <p14:tracePt t="55130" x="2906713" y="4424363"/>
          <p14:tracePt t="55138" x="2974975" y="4424363"/>
          <p14:tracePt t="55145" x="3038475" y="4424363"/>
          <p14:tracePt t="55151" x="3089275" y="4424363"/>
          <p14:tracePt t="55158" x="3135313" y="4424363"/>
          <p14:tracePt t="55165" x="3163888" y="4429125"/>
          <p14:tracePt t="55172" x="3192463" y="4429125"/>
          <p14:tracePt t="55179" x="3208338" y="4435475"/>
          <p14:tracePt t="55186" x="3221038" y="4440238"/>
          <p14:tracePt t="55193" x="3225800" y="4440238"/>
          <p14:tracePt t="55206" x="3232150" y="4440238"/>
          <p14:tracePt t="55224" x="3236913" y="4440238"/>
          <p14:tracePt t="55230" x="3243263" y="4440238"/>
          <p14:tracePt t="55232" x="3243263" y="4446588"/>
          <p14:tracePt t="55242" x="3260725" y="4446588"/>
          <p14:tracePt t="55249" x="3265488" y="4452938"/>
          <p14:tracePt t="55256" x="3282950" y="4452938"/>
          <p14:tracePt t="55262" x="3300413" y="4457700"/>
          <p14:tracePt t="55264" x="3305175" y="4457700"/>
          <p14:tracePt t="55270" x="3322638" y="4457700"/>
          <p14:tracePt t="55273" x="3328988" y="4457700"/>
          <p14:tracePt t="55283" x="3368675" y="4464050"/>
          <p14:tracePt t="55290" x="3390900" y="4464050"/>
          <p14:tracePt t="55297" x="3414713" y="4464050"/>
          <p14:tracePt t="55304" x="3436938" y="4464050"/>
          <p14:tracePt t="55305" x="3443288" y="4464050"/>
          <p14:tracePt t="55311" x="3459163" y="4464050"/>
          <p14:tracePt t="55318" x="3482975" y="4464050"/>
          <p14:tracePt t="55325" x="3505200" y="4464050"/>
          <p14:tracePt t="55332" x="3522663" y="4464050"/>
          <p14:tracePt t="55339" x="3533775" y="4464050"/>
          <p14:tracePt t="55345" x="3556000" y="4464050"/>
          <p14:tracePt t="55353" x="3573463" y="4464050"/>
          <p14:tracePt t="55360" x="3590925" y="4464050"/>
          <p14:tracePt t="55360" x="3597275" y="4464050"/>
          <p14:tracePt t="55367" x="3619500" y="4464050"/>
          <p14:tracePt t="55367" x="3625850" y="4464050"/>
          <p14:tracePt t="55373" x="3648075" y="4464050"/>
          <p14:tracePt t="55381" x="3681413" y="4464050"/>
          <p14:tracePt t="55381" x="3694113" y="4464050"/>
          <p14:tracePt t="55387" x="3716338" y="4464050"/>
          <p14:tracePt t="55394" x="3756025" y="4464050"/>
          <p14:tracePt t="55401" x="3795713" y="4464050"/>
          <p14:tracePt t="55408" x="3830638" y="4457700"/>
          <p14:tracePt t="55415" x="3863975" y="4457700"/>
          <p14:tracePt t="55422" x="3898900" y="4452938"/>
          <p14:tracePt t="55429" x="3916363" y="4452938"/>
          <p14:tracePt t="55430" x="3927475" y="4452938"/>
          <p14:tracePt t="55430" x="3932238" y="4452938"/>
          <p14:tracePt t="55436" x="3944938" y="4452938"/>
          <p14:tracePt t="55443" x="3960813" y="4452938"/>
          <p14:tracePt t="55450" x="3984625" y="4452938"/>
          <p14:tracePt t="55457" x="3995738" y="4452938"/>
          <p14:tracePt t="55457" x="4006850" y="4452938"/>
          <p14:tracePt t="55464" x="4017963" y="4452938"/>
          <p14:tracePt t="55471" x="4035425" y="4457700"/>
          <p14:tracePt t="55478" x="4052888" y="4457700"/>
          <p14:tracePt t="55479" x="4052888" y="4464050"/>
          <p14:tracePt t="55485" x="4064000" y="4464050"/>
          <p14:tracePt t="55492" x="4081463" y="4475163"/>
          <p14:tracePt t="55499" x="4092575" y="4481513"/>
          <p14:tracePt t="55506" x="4103688" y="4486275"/>
          <p14:tracePt t="55512" x="4114800" y="4492625"/>
          <p14:tracePt t="55520" x="4125913" y="4497388"/>
          <p14:tracePt t="55526" x="4138613" y="4503738"/>
          <p14:tracePt t="55533" x="4149725" y="4508500"/>
          <p14:tracePt t="55540" x="4154488" y="4508500"/>
          <p14:tracePt t="55547" x="4154488" y="4514850"/>
          <p14:tracePt t="55613" x="4154488" y="4521200"/>
          <p14:tracePt t="55619" x="4154488" y="4525963"/>
          <p14:tracePt t="55625" x="4154488" y="4532313"/>
          <p14:tracePt t="55629" x="4154488" y="4537075"/>
          <p14:tracePt t="55631" x="4149725" y="4537075"/>
          <p14:tracePt t="55638" x="4138613" y="4554538"/>
          <p14:tracePt t="55645" x="4132263" y="4565650"/>
          <p14:tracePt t="55658" x="4110038" y="4594225"/>
          <p14:tracePt t="55665" x="4092575" y="4606925"/>
          <p14:tracePt t="55672" x="4081463" y="4618038"/>
          <p14:tracePt t="55679" x="4057650" y="4629150"/>
          <p14:tracePt t="55686" x="4041775" y="4640263"/>
          <p14:tracePt t="55693" x="4013200" y="4657725"/>
          <p14:tracePt t="55700" x="3984625" y="4668838"/>
          <p14:tracePt t="55707" x="3944938" y="4691063"/>
          <p14:tracePt t="55714" x="3892550" y="4714875"/>
          <p14:tracePt t="55721" x="3806825" y="4748213"/>
          <p14:tracePt t="55728" x="3709988" y="4787900"/>
          <p14:tracePt t="55735" x="3619500" y="4829175"/>
          <p14:tracePt t="55736" x="3584575" y="4840288"/>
          <p14:tracePt t="55736" x="3568700" y="4845050"/>
          <p14:tracePt t="55742" x="3465513" y="4886325"/>
          <p14:tracePt t="55749" x="3333750" y="4919663"/>
          <p14:tracePt t="55756" x="3203575" y="4948238"/>
          <p14:tracePt t="55763" x="3078163" y="4965700"/>
          <p14:tracePt t="55763" x="3043238" y="4965700"/>
          <p14:tracePt t="55769" x="2952750" y="4970463"/>
          <p14:tracePt t="55776" x="2849563" y="4970463"/>
          <p14:tracePt t="55783" x="2735263" y="4970463"/>
          <p14:tracePt t="55790" x="2638425" y="4965700"/>
          <p14:tracePt t="55797" x="2525713" y="4954588"/>
          <p14:tracePt t="55804" x="2444750" y="4941888"/>
          <p14:tracePt t="55811" x="2354263" y="4930775"/>
          <p14:tracePt t="55818" x="2262188" y="4919663"/>
          <p14:tracePt t="55825" x="2182813" y="4908550"/>
          <p14:tracePt t="55832" x="2114550" y="4897438"/>
          <p14:tracePt t="55833" x="2097088" y="4897438"/>
          <p14:tracePt t="55834" x="2092325" y="4897438"/>
          <p14:tracePt t="55839" x="2052638" y="4897438"/>
          <p14:tracePt t="55846" x="1995488" y="4886325"/>
          <p14:tracePt t="55853" x="1938338" y="4886325"/>
          <p14:tracePt t="55860" x="1892300" y="4886325"/>
          <p14:tracePt t="55867" x="1835150" y="4879975"/>
          <p14:tracePt t="55868" x="1824038" y="4879975"/>
          <p14:tracePt t="55869" x="1817688" y="4873625"/>
          <p14:tracePt t="55869" x="1812925" y="4873625"/>
          <p14:tracePt t="55871" x="1806575" y="4873625"/>
          <p14:tracePt t="55874" x="1795463" y="4873625"/>
          <p14:tracePt t="55881" x="1766888" y="4873625"/>
          <p14:tracePt t="55887" x="1744663" y="4868863"/>
          <p14:tracePt t="55894" x="1716088" y="4862513"/>
          <p14:tracePt t="55901" x="1698625" y="4857750"/>
          <p14:tracePt t="55908" x="1676400" y="4857750"/>
          <p14:tracePt t="55915" x="1652588" y="4840288"/>
          <p14:tracePt t="55922" x="1608138" y="4829175"/>
          <p14:tracePt t="55929" x="1562100" y="4805363"/>
          <p14:tracePt t="55936" x="1504950" y="4794250"/>
          <p14:tracePt t="55943" x="1441450" y="4783138"/>
          <p14:tracePt t="55950" x="1384300" y="4776788"/>
          <p14:tracePt t="55957" x="1322388" y="4772025"/>
          <p14:tracePt t="55958" x="1311275" y="4772025"/>
          <p14:tracePt t="55964" x="1271588" y="4760913"/>
          <p14:tracePt t="55971" x="1225550" y="4760913"/>
          <p14:tracePt t="55978" x="1190625" y="4754563"/>
          <p14:tracePt t="55979" x="1185863" y="4748213"/>
          <p14:tracePt t="55979" x="1179513" y="4748213"/>
          <p14:tracePt t="55985" x="1174750" y="4748213"/>
          <p14:tracePt t="55991" x="1162050" y="4743450"/>
          <p14:tracePt t="56038" x="1157288" y="4743450"/>
          <p14:tracePt t="56055" x="1157288" y="4737100"/>
          <p14:tracePt t="56059" x="1150938" y="4737100"/>
          <p14:tracePt t="56063" x="1150938" y="4732338"/>
          <p14:tracePt t="56068" x="1146175" y="4725988"/>
          <p14:tracePt t="56075" x="1135063" y="4719638"/>
          <p14:tracePt t="56082" x="1128713" y="4714875"/>
          <p14:tracePt t="56089" x="1117600" y="4714875"/>
          <p14:tracePt t="56096" x="1106488" y="4703763"/>
          <p14:tracePt t="56096" x="1100138" y="4703763"/>
          <p14:tracePt t="56102" x="1089025" y="4697413"/>
          <p14:tracePt t="56110" x="1077913" y="4691063"/>
          <p14:tracePt t="56116" x="1065213" y="4686300"/>
          <p14:tracePt t="56123" x="1065213" y="4679950"/>
          <p14:tracePt t="56130" x="1060450" y="4679950"/>
          <p14:tracePt t="56154" x="1060450" y="4675188"/>
          <p14:tracePt t="56164" x="1060450" y="4668838"/>
          <p14:tracePt t="56172" x="1060450" y="4662488"/>
          <p14:tracePt t="56174" x="1065213" y="4662488"/>
          <p14:tracePt t="56175" x="1065213" y="4657725"/>
          <p14:tracePt t="56184" x="1071563" y="4657725"/>
          <p14:tracePt t="56185" x="1071563" y="4651375"/>
          <p14:tracePt t="56187" x="1077913" y="4651375"/>
          <p14:tracePt t="56193" x="1082675" y="4651375"/>
          <p14:tracePt t="56200" x="1093788" y="4646613"/>
          <p14:tracePt t="56207" x="1106488" y="4640263"/>
          <p14:tracePt t="56214" x="1122363" y="4635500"/>
          <p14:tracePt t="56221" x="1135063" y="4629150"/>
          <p14:tracePt t="56235" x="1185863" y="4611688"/>
          <p14:tracePt t="56242" x="1214438" y="4606925"/>
          <p14:tracePt t="56249" x="1254125" y="4594225"/>
          <p14:tracePt t="56256" x="1293813" y="4583113"/>
          <p14:tracePt t="56263" x="1328738" y="4578350"/>
          <p14:tracePt t="56270" x="1362075" y="4565650"/>
          <p14:tracePt t="56277" x="1397000" y="4560888"/>
          <p14:tracePt t="56284" x="1425575" y="4560888"/>
          <p14:tracePt t="56291" x="1458913" y="4560888"/>
          <p14:tracePt t="56304" x="1504950" y="4560888"/>
          <p14:tracePt t="56305" x="1509713" y="4560888"/>
          <p14:tracePt t="56306" x="1516063" y="4560888"/>
          <p14:tracePt t="56311" x="1533525" y="4560888"/>
          <p14:tracePt t="56318" x="1555750" y="4560888"/>
          <p14:tracePt t="56319" x="1566863" y="4560888"/>
          <p14:tracePt t="56320" x="1573213" y="4560888"/>
          <p14:tracePt t="56325" x="1590675" y="4560888"/>
          <p14:tracePt t="56332" x="1612900" y="4560888"/>
          <p14:tracePt t="56339" x="1652588" y="4565650"/>
          <p14:tracePt t="56346" x="1681163" y="4572000"/>
          <p14:tracePt t="56353" x="1704975" y="4578350"/>
          <p14:tracePt t="56354" x="1716088" y="4578350"/>
          <p14:tracePt t="56359" x="1727200" y="4578350"/>
          <p14:tracePt t="56367" x="1749425" y="4589463"/>
          <p14:tracePt t="56374" x="1766888" y="4589463"/>
          <p14:tracePt t="56381" x="1784350" y="4594225"/>
          <p14:tracePt t="56388" x="1795463" y="4600575"/>
          <p14:tracePt t="56395" x="1806575" y="4600575"/>
          <p14:tracePt t="56395" x="1812925" y="4600575"/>
          <p14:tracePt t="56401" x="1817688" y="4600575"/>
          <p14:tracePt t="57113" x="1824038" y="4600575"/>
          <p14:tracePt t="57116" x="1830388" y="4600575"/>
          <p14:tracePt t="57120" x="1835150" y="4600575"/>
          <p14:tracePt t="57123" x="1841500" y="4600575"/>
          <p14:tracePt t="57131" x="1870075" y="4594225"/>
          <p14:tracePt t="57131" x="1874838" y="4594225"/>
          <p14:tracePt t="57138" x="1909763" y="4589463"/>
          <p14:tracePt t="57139" x="1920875" y="4583113"/>
          <p14:tracePt t="57140" x="1927225" y="4583113"/>
          <p14:tracePt t="57144" x="1955800" y="4583113"/>
          <p14:tracePt t="57151" x="2000250" y="4572000"/>
          <p14:tracePt t="57158" x="2081213" y="4565650"/>
          <p14:tracePt t="57165" x="2149475" y="4565650"/>
          <p14:tracePt t="57172" x="2222500" y="4565650"/>
          <p14:tracePt t="57179" x="2303463" y="4565650"/>
          <p14:tracePt t="57180" x="2325688" y="4565650"/>
          <p14:tracePt t="57181" x="2343150" y="4565650"/>
          <p14:tracePt t="57186" x="2393950" y="4565650"/>
          <p14:tracePt t="57193" x="2484438" y="4565650"/>
          <p14:tracePt t="57207" x="2719388" y="4554538"/>
          <p14:tracePt t="57208" x="2747963" y="4554538"/>
          <p14:tracePt t="57209" x="2763838" y="4554538"/>
          <p14:tracePt t="57214" x="2827338" y="4549775"/>
          <p14:tracePt t="57221" x="2941638" y="4532313"/>
          <p14:tracePt t="57222" x="2974975" y="4532313"/>
          <p14:tracePt t="57222" x="2986088" y="4532313"/>
          <p14:tracePt t="57227" x="3032125" y="4525963"/>
          <p14:tracePt t="57235" x="3146425" y="4508500"/>
          <p14:tracePt t="57242" x="3243263" y="4503738"/>
          <p14:tracePt t="57242" x="3260725" y="4497388"/>
          <p14:tracePt t="57243" x="3278188" y="4497388"/>
          <p14:tracePt t="57243" x="3294063" y="4497388"/>
          <p14:tracePt t="57248" x="3357563" y="4492625"/>
          <p14:tracePt t="57256" x="3454400" y="4475163"/>
          <p14:tracePt t="57256" x="3471863" y="4475163"/>
          <p14:tracePt t="57262" x="3533775" y="4464050"/>
          <p14:tracePt t="57269" x="3613150" y="4452938"/>
          <p14:tracePt t="57276" x="3670300" y="4440238"/>
          <p14:tracePt t="57283" x="3722688" y="4429125"/>
          <p14:tracePt t="57290" x="3773488" y="4418013"/>
          <p14:tracePt t="57297" x="3795713" y="4411663"/>
          <p14:tracePt t="57304" x="3824288" y="4406900"/>
          <p14:tracePt t="57311" x="3848100" y="4406900"/>
          <p14:tracePt t="57318" x="3863975" y="4400550"/>
          <p14:tracePt t="57325" x="3876675" y="4400550"/>
          <p14:tracePt t="57332" x="3887788" y="4395788"/>
          <p14:tracePt t="57333" x="3892550" y="4395788"/>
          <p14:tracePt t="57339" x="3898900" y="4395788"/>
          <p14:tracePt t="57346" x="3910013" y="4389438"/>
          <p14:tracePt t="57353" x="3921125" y="4383088"/>
          <p14:tracePt t="57359" x="3932238" y="4378325"/>
          <p14:tracePt t="57367" x="3944938" y="4371975"/>
          <p14:tracePt t="57373" x="3960813" y="4371975"/>
          <p14:tracePt t="57374" x="3960813" y="4367213"/>
          <p14:tracePt t="57380" x="3973513" y="4360863"/>
          <p14:tracePt t="57387" x="3989388" y="4360863"/>
          <p14:tracePt t="57394" x="4002088" y="4356100"/>
          <p14:tracePt t="57395" x="4006850" y="4356100"/>
          <p14:tracePt t="57396" x="4006850" y="4349750"/>
          <p14:tracePt t="57401" x="4013200" y="4349750"/>
          <p14:tracePt t="57408" x="4035425" y="4349750"/>
          <p14:tracePt t="57433" x="4121150" y="4332288"/>
          <p14:tracePt t="57434" x="4125913" y="4332288"/>
          <p14:tracePt t="57435" x="4138613" y="4332288"/>
          <p14:tracePt t="57438" x="4149725" y="4327525"/>
          <p14:tracePt t="57450" x="4183063" y="4327525"/>
          <p14:tracePt t="57457" x="4195763" y="4327525"/>
          <p14:tracePt t="57799" x="4200525" y="4327525"/>
          <p14:tracePt t="57801" x="4206875" y="4327525"/>
          <p14:tracePt t="57805" x="4211638" y="4327525"/>
          <p14:tracePt t="57811" x="4217988" y="4327525"/>
          <p14:tracePt t="57819" x="4235450" y="4327525"/>
          <p14:tracePt t="57825" x="4251325" y="4327525"/>
          <p14:tracePt t="57832" x="4264025" y="4327525"/>
          <p14:tracePt t="57839" x="4275138" y="4327525"/>
          <p14:tracePt t="57927" x="4279900" y="4327525"/>
          <p14:tracePt t="57929" x="4279900" y="4314825"/>
          <p14:tracePt t="57936" x="4286250" y="4292600"/>
          <p14:tracePt t="57943" x="4321175" y="4224338"/>
          <p14:tracePt t="57950" x="4354513" y="4138613"/>
          <p14:tracePt t="57957" x="4405313" y="4002088"/>
          <p14:tracePt t="57958" x="4422775" y="3973513"/>
          <p14:tracePt t="57958" x="4429125" y="3951288"/>
          <p14:tracePt t="57964" x="4440238" y="3916363"/>
          <p14:tracePt t="57964" x="4457700" y="3848100"/>
          <p14:tracePt t="57971" x="4491038" y="3756025"/>
          <p14:tracePt t="57978" x="4525963" y="3636963"/>
          <p14:tracePt t="57979" x="4530725" y="3608388"/>
          <p14:tracePt t="57979" x="4537075" y="3590925"/>
          <p14:tracePt t="57985" x="4548188" y="3533775"/>
          <p14:tracePt t="57992" x="4559300" y="3454400"/>
          <p14:tracePt t="57992" x="4559300" y="3443288"/>
          <p14:tracePt t="57993" x="4559300" y="3432175"/>
          <p14:tracePt t="57994" x="4565650" y="3414713"/>
          <p14:tracePt t="57998" x="4572000" y="3346450"/>
          <p14:tracePt t="58005" x="4576763" y="3271838"/>
          <p14:tracePt t="58012" x="4583113" y="3192463"/>
          <p14:tracePt t="58019" x="4583113" y="3135313"/>
          <p14:tracePt t="58020" x="4583113" y="3124200"/>
          <p14:tracePt t="58021" x="4583113" y="3113088"/>
          <p14:tracePt t="58021" x="4583113" y="3106738"/>
          <p14:tracePt t="58026" x="4583113" y="3067050"/>
          <p14:tracePt t="58033" x="4583113" y="3009900"/>
          <p14:tracePt t="58040" x="4583113" y="2952750"/>
          <p14:tracePt t="58047" x="4583113" y="2906713"/>
          <p14:tracePt t="58054" x="4576763" y="2851150"/>
          <p14:tracePt t="58055" x="4576763" y="2833688"/>
          <p14:tracePt t="58055" x="4576763" y="2822575"/>
          <p14:tracePt t="58061" x="4572000" y="2794000"/>
          <p14:tracePt t="58068" x="4572000" y="2747963"/>
          <p14:tracePt t="58069" x="4565650" y="2713038"/>
          <p14:tracePt t="58075" x="4565650" y="2673350"/>
          <p14:tracePt t="58082" x="4565650" y="2627313"/>
          <p14:tracePt t="58082" x="4565650" y="2616200"/>
          <p14:tracePt t="58089" x="4576763" y="2582863"/>
          <p14:tracePt t="58096" x="4576763" y="2547938"/>
          <p14:tracePt t="58103" x="4583113" y="2519363"/>
          <p14:tracePt t="58110" x="4583113" y="2490788"/>
          <p14:tracePt t="58117" x="4587875" y="2462213"/>
          <p14:tracePt t="58118" x="4594225" y="2451100"/>
          <p14:tracePt t="58123" x="4600575" y="2428875"/>
          <p14:tracePt t="58130" x="4600575" y="2400300"/>
          <p14:tracePt t="58131" x="4605338" y="2393950"/>
          <p14:tracePt t="58132" x="4605338" y="2389188"/>
          <p14:tracePt t="58137" x="4611688" y="2365375"/>
          <p14:tracePt t="58144" x="4611688" y="2343150"/>
          <p14:tracePt t="58145" x="4611688" y="2336800"/>
          <p14:tracePt t="58152" x="4611688" y="2320925"/>
          <p14:tracePt t="58158" x="4611688" y="2297113"/>
          <p14:tracePt t="58165" x="4611688" y="2279650"/>
          <p14:tracePt t="58172" x="4611688" y="2246313"/>
          <p14:tracePt t="58179" x="4611688" y="2222500"/>
          <p14:tracePt t="58186" x="4605338" y="2189163"/>
          <p14:tracePt t="58193" x="4594225" y="2149475"/>
          <p14:tracePt t="58200" x="4583113" y="2109788"/>
          <p14:tracePt t="58207" x="4583113" y="2074863"/>
          <p14:tracePt t="58214" x="4576763" y="2035175"/>
          <p14:tracePt t="58221" x="4576763" y="2006600"/>
          <p14:tracePt t="58228" x="4572000" y="1966913"/>
          <p14:tracePt t="58235" x="4572000" y="1938338"/>
          <p14:tracePt t="58242" x="4572000" y="1903413"/>
          <p14:tracePt t="58249" x="4572000" y="1870075"/>
          <p14:tracePt t="58256" x="4583113" y="1841500"/>
          <p14:tracePt t="58263" x="4594225" y="1812925"/>
          <p14:tracePt t="58270" x="4600575" y="1801813"/>
          <p14:tracePt t="58270" x="4600575" y="1790700"/>
          <p14:tracePt t="58276" x="4611688" y="1778000"/>
          <p14:tracePt t="58283" x="4616450" y="1766888"/>
          <p14:tracePt t="58290" x="4622800" y="1762125"/>
          <p14:tracePt t="58297" x="4633913" y="1749425"/>
          <p14:tracePt t="58304" x="4640263" y="1744663"/>
          <p14:tracePt t="58311" x="4651375" y="1738313"/>
          <p14:tracePt t="58318" x="4668838" y="1727200"/>
          <p14:tracePt t="58319" x="4673600" y="1720850"/>
          <p14:tracePt t="58320" x="4679950" y="1720850"/>
          <p14:tracePt t="58325" x="4691063" y="1709738"/>
          <p14:tracePt t="58332" x="4719638" y="1693863"/>
          <p14:tracePt t="58339" x="4748213" y="1676400"/>
          <p14:tracePt t="58346" x="4781550" y="1647825"/>
          <p14:tracePt t="58353" x="4810125" y="1630363"/>
          <p14:tracePt t="58361" x="4838700" y="1612900"/>
          <p14:tracePt t="58367" x="4867275" y="1590675"/>
          <p14:tracePt t="58381" x="4935538" y="1539875"/>
          <p14:tracePt t="58388" x="4959350" y="1516063"/>
          <p14:tracePt t="58395" x="4981575" y="1493838"/>
          <p14:tracePt t="58402" x="5003800" y="1465263"/>
          <p14:tracePt t="58409" x="5027613" y="1436688"/>
          <p14:tracePt t="58415" x="5056188" y="1408113"/>
          <p14:tracePt t="58423" x="5073650" y="1385888"/>
          <p14:tracePt t="58430" x="5084763" y="1362075"/>
          <p14:tracePt t="58437" x="5100638" y="1344613"/>
          <p14:tracePt t="58443" x="5118100" y="1322388"/>
          <p14:tracePt t="58450" x="5135563" y="1289050"/>
          <p14:tracePt t="58457" x="5157788" y="1260475"/>
          <p14:tracePt t="58464" x="5175250" y="1236663"/>
          <p14:tracePt t="58471" x="5186363" y="1219200"/>
          <p14:tracePt t="58478" x="5210175" y="1196975"/>
          <p14:tracePt t="58485" x="5221288" y="1185863"/>
          <p14:tracePt t="58492" x="5243513" y="1168400"/>
          <p14:tracePt t="58499" x="5254625" y="1163638"/>
          <p14:tracePt t="58506" x="5272088" y="1150938"/>
          <p14:tracePt t="58513" x="5289550" y="1146175"/>
          <p14:tracePt t="58520" x="5300663" y="1139825"/>
          <p14:tracePt t="58521" x="5307013" y="1135063"/>
          <p14:tracePt t="58526" x="5311775" y="1128713"/>
          <p14:tracePt t="58533" x="5322888" y="1122363"/>
          <p14:tracePt t="58542" x="5329238" y="1122363"/>
          <p14:tracePt t="58549" x="5335588" y="1122363"/>
          <p14:tracePt t="58554" x="5335588" y="1117600"/>
          <p14:tracePt t="58561" x="5346700" y="1117600"/>
          <p14:tracePt t="58568" x="5357813" y="1111250"/>
          <p14:tracePt t="58575" x="5368925" y="1106488"/>
          <p14:tracePt t="58582" x="5380038" y="1106488"/>
          <p14:tracePt t="58589" x="5386388" y="1106488"/>
          <p14:tracePt t="58596" x="5392738" y="1106488"/>
          <p14:tracePt t="58644" x="5392738" y="1111250"/>
          <p14:tracePt t="58651" x="5392738" y="1117600"/>
          <p14:tracePt t="58660" x="5392738" y="1122363"/>
          <p14:tracePt t="58668" x="5392738" y="1128713"/>
          <p14:tracePt t="58671" x="5392738" y="1135063"/>
          <p14:tracePt t="58681" x="5386388" y="1139825"/>
          <p14:tracePt t="58708" x="5380038" y="1146175"/>
          <p14:tracePt t="58719" x="5380038" y="1150938"/>
          <p14:tracePt t="58721" x="5375275" y="1150938"/>
          <p14:tracePt t="58728" x="5375275" y="1157288"/>
          <p14:tracePt t="58734" x="5368925" y="1157288"/>
          <p14:tracePt t="59160" x="5368925" y="1163638"/>
          <p14:tracePt t="59165" x="5364163" y="1168400"/>
          <p14:tracePt t="59169" x="5364163" y="1174750"/>
          <p14:tracePt t="59172" x="5364163" y="1179513"/>
          <p14:tracePt t="59179" x="5364163" y="1192213"/>
          <p14:tracePt t="59186" x="5364163" y="1203325"/>
          <p14:tracePt t="59193" x="5364163" y="1214438"/>
          <p14:tracePt t="59276" x="5364163" y="1219200"/>
          <p14:tracePt t="59279" x="5357813" y="1225550"/>
          <p14:tracePt t="59284" x="5357813" y="1231900"/>
          <p14:tracePt t="59285" x="5351463" y="1231900"/>
          <p14:tracePt t="59290" x="5351463" y="1236663"/>
          <p14:tracePt t="59297" x="5335588" y="1243013"/>
          <p14:tracePt t="59304" x="5329238" y="1254125"/>
          <p14:tracePt t="59305" x="5322888" y="1260475"/>
          <p14:tracePt t="59311" x="5311775" y="1265238"/>
          <p14:tracePt t="59318" x="5289550" y="1276350"/>
          <p14:tracePt t="59325" x="5272088" y="1282700"/>
          <p14:tracePt t="59332" x="5254625" y="1293813"/>
          <p14:tracePt t="59333" x="5249863" y="1300163"/>
          <p14:tracePt t="59334" x="5243513" y="1300163"/>
          <p14:tracePt t="59339" x="5238750" y="1300163"/>
          <p14:tracePt t="59346" x="5221288" y="1304925"/>
          <p14:tracePt t="59353" x="5210175" y="1311275"/>
          <p14:tracePt t="59354" x="5203825" y="1311275"/>
          <p14:tracePt t="59359" x="5199063" y="1311275"/>
          <p14:tracePt t="59446" x="5192713" y="1311275"/>
          <p14:tracePt t="59451" x="5186363" y="1311275"/>
          <p14:tracePt t="59457" x="5181600" y="1311275"/>
          <p14:tracePt t="59462" x="5175250" y="1311275"/>
          <p14:tracePt t="59467" x="5170488" y="1311275"/>
          <p14:tracePt t="59472" x="5164138" y="1311275"/>
          <p14:tracePt t="59478" x="5164138" y="1304925"/>
          <p14:tracePt t="59485" x="5153025" y="1304925"/>
          <p14:tracePt t="59492" x="5146675" y="1300163"/>
          <p14:tracePt t="59499" x="5141913" y="1300163"/>
          <p14:tracePt t="59510" x="5141913" y="1293813"/>
          <p14:tracePt t="59526" x="5135563" y="1293813"/>
          <p14:tracePt t="59542" x="5129213" y="1293813"/>
          <p14:tracePt t="59545" x="5129213" y="1289050"/>
          <p14:tracePt t="59549" x="5124450" y="1289050"/>
          <p14:tracePt t="59561" x="5124450" y="1282700"/>
          <p14:tracePt t="59568" x="5118100" y="1276350"/>
          <p14:tracePt t="59575" x="5118100" y="1265238"/>
          <p14:tracePt t="59582" x="5113338" y="1260475"/>
          <p14:tracePt t="59589" x="5106988" y="1254125"/>
          <p14:tracePt t="59596" x="5106988" y="1243013"/>
          <p14:tracePt t="59603" x="5106988" y="1236663"/>
          <p14:tracePt t="59610" x="5106988" y="1231900"/>
          <p14:tracePt t="60593" x="5106988" y="1236663"/>
          <p14:tracePt t="60597" x="5106988" y="1243013"/>
          <p14:tracePt t="60602" x="5106988" y="1254125"/>
          <p14:tracePt t="60609" x="5106988" y="1265238"/>
          <p14:tracePt t="60617" x="5106988" y="1271588"/>
          <p14:tracePt t="60623" x="5106988" y="1276350"/>
          <p14:tracePt t="60903" x="5106988" y="1282700"/>
          <p14:tracePt t="60906" x="5113338" y="1282700"/>
          <p14:tracePt t="60908" x="5113338" y="1289050"/>
          <p14:tracePt t="60916" x="5118100" y="1300163"/>
          <p14:tracePt t="60929" x="5129213" y="1317625"/>
          <p14:tracePt t="60930" x="5135563" y="1322388"/>
          <p14:tracePt t="60936" x="5135563" y="1328738"/>
          <p14:tracePt t="60943" x="5141913" y="1333500"/>
          <p14:tracePt t="60950" x="5146675" y="1350963"/>
          <p14:tracePt t="60957" x="5153025" y="1368425"/>
          <p14:tracePt t="60964" x="5157788" y="1379538"/>
          <p14:tracePt t="60971" x="5157788" y="1401763"/>
          <p14:tracePt t="60978" x="5157788" y="1419225"/>
          <p14:tracePt t="60985" x="5157788" y="1436688"/>
          <p14:tracePt t="60992" x="5157788" y="1454150"/>
          <p14:tracePt t="60993" x="5157788" y="1458913"/>
          <p14:tracePt t="60999" x="5157788" y="1470025"/>
          <p14:tracePt t="61000" x="5157788" y="1482725"/>
          <p14:tracePt t="61006" x="5157788" y="1493838"/>
          <p14:tracePt t="61012" x="5157788" y="1511300"/>
          <p14:tracePt t="61020" x="5157788" y="1527175"/>
          <p14:tracePt t="61021" x="5157788" y="1533525"/>
          <p14:tracePt t="61026" x="5157788" y="1544638"/>
          <p14:tracePt t="61033" x="5153025" y="1562100"/>
          <p14:tracePt t="61040" x="5153025" y="1579563"/>
          <p14:tracePt t="61047" x="5146675" y="1590675"/>
          <p14:tracePt t="61054" x="5146675" y="1601788"/>
          <p14:tracePt t="61055" x="5146675" y="1608138"/>
          <p14:tracePt t="61056" x="5146675" y="1612900"/>
          <p14:tracePt t="61061" x="5146675" y="1619250"/>
          <p14:tracePt t="61068" x="5146675" y="1641475"/>
          <p14:tracePt t="61069" x="5146675" y="1647825"/>
          <p14:tracePt t="61070" x="5141913" y="1652588"/>
          <p14:tracePt t="61075" x="5141913" y="1665288"/>
          <p14:tracePt t="61082" x="5141913" y="1693863"/>
          <p14:tracePt t="61089" x="5141913" y="1716088"/>
          <p14:tracePt t="61096" x="5141913" y="1738313"/>
          <p14:tracePt t="61097" x="5141913" y="1749425"/>
          <p14:tracePt t="61103" x="5141913" y="1762125"/>
          <p14:tracePt t="61110" x="5141913" y="1778000"/>
          <p14:tracePt t="61110" x="5141913" y="1784350"/>
          <p14:tracePt t="61111" x="5146675" y="1784350"/>
          <p14:tracePt t="61116" x="5146675" y="1795463"/>
          <p14:tracePt t="61123" x="5146675" y="1806575"/>
          <p14:tracePt t="61131" x="5146675" y="1812925"/>
          <p14:tracePt t="61131" x="5146675" y="1819275"/>
          <p14:tracePt t="61137" x="5146675" y="1824038"/>
          <p14:tracePt t="61152" x="5146675" y="1830388"/>
          <p14:tracePt t="61304" x="5146675" y="1835150"/>
          <p14:tracePt t="61307" x="5146675" y="1841500"/>
          <p14:tracePt t="61311" x="5146675" y="1846263"/>
          <p14:tracePt t="61318" x="5146675" y="1858963"/>
          <p14:tracePt t="61325" x="5146675" y="1870075"/>
          <p14:tracePt t="61332" x="5146675" y="1874838"/>
          <p14:tracePt t="61363" x="5146675" y="1881188"/>
          <p14:tracePt t="61539" x="5146675" y="1887538"/>
          <p14:tracePt t="61549" x="5146675" y="1892300"/>
          <p14:tracePt t="61558" x="5146675" y="1898650"/>
          <p14:tracePt t="61569" x="5146675" y="1903413"/>
          <p14:tracePt t="61696" x="5146675" y="1909763"/>
          <p14:tracePt t="61704" x="5146675" y="1916113"/>
          <p14:tracePt t="61711" x="5146675" y="1920875"/>
          <p14:tracePt t="61717" x="5146675" y="1927225"/>
          <p14:tracePt t="61722" x="5146675" y="1931988"/>
          <p14:tracePt t="61729" x="5146675" y="1938338"/>
          <p14:tracePt t="61740" x="5146675" y="1944688"/>
          <p14:tracePt t="61897" x="5141913" y="1944688"/>
          <p14:tracePt t="61904" x="5135563" y="1944688"/>
          <p14:tracePt t="61908" x="5135563" y="1938338"/>
          <p14:tracePt t="61909" x="5135563" y="1931988"/>
          <p14:tracePt t="61910" x="5129213" y="1931988"/>
          <p14:tracePt t="61915" x="5124450" y="1916113"/>
          <p14:tracePt t="61922" x="5106988" y="1898650"/>
          <p14:tracePt t="61929" x="5084763" y="1874838"/>
          <p14:tracePt t="61930" x="5078413" y="1863725"/>
          <p14:tracePt t="61936" x="5060950" y="1852613"/>
          <p14:tracePt t="61943" x="5032375" y="1824038"/>
          <p14:tracePt t="61950" x="5016500" y="1806575"/>
          <p14:tracePt t="61957" x="4999038" y="1795463"/>
          <p14:tracePt t="61964" x="4981575" y="1778000"/>
          <p14:tracePt t="61971" x="4970463" y="1766888"/>
          <p14:tracePt t="61978" x="4959350" y="1762125"/>
          <p14:tracePt t="61985" x="4953000" y="1755775"/>
          <p14:tracePt t="61992" x="4953000" y="1749425"/>
          <p14:tracePt t="61993" x="4948238" y="1749425"/>
          <p14:tracePt t="62212" x="4948238" y="1755775"/>
          <p14:tracePt t="62217" x="4948238" y="1762125"/>
          <p14:tracePt t="62221" x="4948238" y="1766888"/>
          <p14:tracePt t="62228" x="4953000" y="1778000"/>
          <p14:tracePt t="62235" x="4959350" y="1790700"/>
          <p14:tracePt t="62242" x="4959350" y="1801813"/>
          <p14:tracePt t="62243" x="4964113" y="1801813"/>
          <p14:tracePt t="62249" x="4970463" y="1812925"/>
          <p14:tracePt t="62255" x="4975225" y="1824038"/>
          <p14:tracePt t="62263" x="4981575" y="1835150"/>
          <p14:tracePt t="62269" x="4987925" y="1846263"/>
          <p14:tracePt t="62276" x="4999038" y="1858963"/>
          <p14:tracePt t="62284" x="5003800" y="1870075"/>
          <p14:tracePt t="62291" x="5010150" y="1874838"/>
          <p14:tracePt t="62304" x="5021263" y="1881188"/>
          <p14:tracePt t="62305" x="5021263" y="1887538"/>
          <p14:tracePt t="62312" x="5021263" y="1892300"/>
          <p14:tracePt t="62318" x="5027613" y="1892300"/>
          <p14:tracePt t="62325" x="5027613" y="1898650"/>
          <p14:tracePt t="62332" x="5032375" y="1903413"/>
          <p14:tracePt t="62339" x="5032375" y="1909763"/>
          <p14:tracePt t="62346" x="5038725" y="1909763"/>
          <p14:tracePt t="62536" x="5038725" y="1916113"/>
          <p14:tracePt t="63127" x="5045075" y="1916113"/>
          <p14:tracePt t="63134" x="5045075" y="1909763"/>
          <p14:tracePt t="63138" x="5049838" y="1903413"/>
          <p14:tracePt t="63142" x="5049838" y="1898650"/>
          <p14:tracePt t="63145" x="5049838" y="1892300"/>
          <p14:tracePt t="63151" x="5056188" y="1887538"/>
          <p14:tracePt t="63158" x="5067300" y="1870075"/>
          <p14:tracePt t="63165" x="5073650" y="1846263"/>
          <p14:tracePt t="63172" x="5078413" y="1830388"/>
          <p14:tracePt t="63179" x="5078413" y="1806575"/>
          <p14:tracePt t="63186" x="5084763" y="1795463"/>
          <p14:tracePt t="63193" x="5084763" y="1784350"/>
          <p14:tracePt t="63200" x="5089525" y="1773238"/>
          <p14:tracePt t="63207" x="5089525" y="1766888"/>
          <p14:tracePt t="63214" x="5089525" y="1762125"/>
          <p14:tracePt t="63221" x="5089525" y="1755775"/>
          <p14:tracePt t="63228" x="5089525" y="1749425"/>
          <p14:tracePt t="63258" x="5089525" y="1744663"/>
          <p14:tracePt t="63262" x="5089525" y="1738313"/>
          <p14:tracePt t="63267" x="5089525" y="1733550"/>
          <p14:tracePt t="63277" x="5078413" y="1720850"/>
          <p14:tracePt t="63283" x="5073650" y="1716088"/>
          <p14:tracePt t="63543" x="5073650" y="1720850"/>
          <p14:tracePt t="63545" x="5078413" y="1720850"/>
          <p14:tracePt t="63548" x="5078413" y="1727200"/>
          <p14:tracePt t="63549" x="5084763" y="1727200"/>
          <p14:tracePt t="63554" x="5089525" y="1733550"/>
          <p14:tracePt t="63561" x="5100638" y="1744663"/>
          <p14:tracePt t="63568" x="5118100" y="1749425"/>
          <p14:tracePt t="63575" x="5141913" y="1755775"/>
          <p14:tracePt t="63582" x="5157788" y="1766888"/>
          <p14:tracePt t="63589" x="5181600" y="1773238"/>
          <p14:tracePt t="63596" x="5199063" y="1778000"/>
          <p14:tracePt t="63603" x="5214938" y="1778000"/>
          <p14:tracePt t="63604" x="5221288" y="1784350"/>
          <p14:tracePt t="63605" x="5226050" y="1784350"/>
          <p14:tracePt t="63609" x="5232400" y="1784350"/>
          <p14:tracePt t="63617" x="5249863" y="1790700"/>
          <p14:tracePt t="63624" x="5260975" y="1790700"/>
          <p14:tracePt t="63624" x="5267325" y="1790700"/>
          <p14:tracePt t="63630" x="5278438" y="1790700"/>
          <p14:tracePt t="63637" x="5289550" y="1790700"/>
          <p14:tracePt t="63644" x="5300663" y="1790700"/>
          <p14:tracePt t="63651" x="5318125" y="1790700"/>
          <p14:tracePt t="63658" x="5335588" y="1790700"/>
          <p14:tracePt t="63665" x="5346700" y="1790700"/>
          <p14:tracePt t="63672" x="5357813" y="1790700"/>
          <p14:tracePt t="63679" x="5364163" y="1790700"/>
          <p14:tracePt t="63686" x="5375275" y="1790700"/>
          <p14:tracePt t="63693" x="5386388" y="1790700"/>
          <p14:tracePt t="63700" x="5403850" y="1784350"/>
          <p14:tracePt t="63707" x="5414963" y="1784350"/>
          <p14:tracePt t="63714" x="5437188" y="1784350"/>
          <p14:tracePt t="63721" x="5465763" y="1784350"/>
          <p14:tracePt t="63728" x="5489575" y="1784350"/>
          <p14:tracePt t="63729" x="5500688" y="1784350"/>
          <p14:tracePt t="63734" x="5518150" y="1784350"/>
          <p14:tracePt t="63742" x="5551488" y="1778000"/>
          <p14:tracePt t="63748" x="5597525" y="1778000"/>
          <p14:tracePt t="63756" x="5643563" y="1778000"/>
          <p14:tracePt t="63756" x="5648325" y="1778000"/>
          <p14:tracePt t="63757" x="5654675" y="1778000"/>
          <p14:tracePt t="63758" x="5665788" y="1778000"/>
          <p14:tracePt t="63762" x="5694363" y="1773238"/>
          <p14:tracePt t="63769" x="5740400" y="1766888"/>
          <p14:tracePt t="63776" x="5802313" y="1766888"/>
          <p14:tracePt t="63783" x="5859463" y="1766888"/>
          <p14:tracePt t="63790" x="5927725" y="1766888"/>
          <p14:tracePt t="63797" x="5984875" y="1778000"/>
          <p14:tracePt t="63804" x="6035675" y="1784350"/>
          <p14:tracePt t="63805" x="6046788" y="1790700"/>
          <p14:tracePt t="63811" x="6075363" y="1795463"/>
          <p14:tracePt t="63818" x="6127750" y="1801813"/>
          <p14:tracePt t="63825" x="6161088" y="1806575"/>
          <p14:tracePt t="63832" x="6196013" y="1806575"/>
          <p14:tracePt t="63839" x="6229350" y="1812925"/>
          <p14:tracePt t="63846" x="6270625" y="1812925"/>
          <p14:tracePt t="63853" x="6310313" y="1812925"/>
          <p14:tracePt t="63860" x="6354763" y="1812925"/>
          <p14:tracePt t="63867" x="6418263" y="1812925"/>
          <p14:tracePt t="63874" x="6475413" y="1806575"/>
          <p14:tracePt t="63881" x="6554788" y="1801813"/>
          <p14:tracePt t="63888" x="6640513" y="1795463"/>
          <p14:tracePt t="63895" x="6731000" y="1795463"/>
          <p14:tracePt t="63902" x="6811963" y="1795463"/>
          <p14:tracePt t="63909" x="6919913" y="1795463"/>
          <p14:tracePt t="63916" x="7010400" y="1795463"/>
          <p14:tracePt t="63922" x="7091363" y="1801813"/>
          <p14:tracePt t="63929" x="7175500" y="1812925"/>
          <p14:tracePt t="63937" x="7243763" y="1819275"/>
          <p14:tracePt t="63943" x="7313613" y="1830388"/>
          <p14:tracePt t="63951" x="7364413" y="1830388"/>
          <p14:tracePt t="63957" x="7415213" y="1835150"/>
          <p14:tracePt t="63964" x="7450138" y="1835150"/>
          <p14:tracePt t="63971" x="7483475" y="1835150"/>
          <p14:tracePt t="63978" x="7512050" y="1830388"/>
          <p14:tracePt t="63985" x="7546975" y="1824038"/>
          <p14:tracePt t="63992" x="7575550" y="1824038"/>
          <p14:tracePt t="63999" x="7604125" y="1819275"/>
          <p14:tracePt t="64006" x="7648575" y="1812925"/>
          <p14:tracePt t="64013" x="7683500" y="1812925"/>
          <p14:tracePt t="64019" x="7751763" y="1812925"/>
          <p14:tracePt t="64027" x="7815263" y="1812925"/>
          <p14:tracePt t="64033" x="7870825" y="1812925"/>
          <p14:tracePt t="64041" x="7934325" y="1812925"/>
          <p14:tracePt t="64047" x="7996238" y="1812925"/>
          <p14:tracePt t="64054" x="8037513" y="1812925"/>
          <p14:tracePt t="64061" x="8099425" y="1819275"/>
          <p14:tracePt t="64068" x="8150225" y="1824038"/>
          <p14:tracePt t="64075" x="8196263" y="1824038"/>
          <p14:tracePt t="64082" x="8231188" y="1830388"/>
          <p14:tracePt t="64089" x="8264525" y="1830388"/>
          <p14:tracePt t="64096" x="8288338" y="1830388"/>
          <p14:tracePt t="64103" x="8304213" y="1830388"/>
          <p14:tracePt t="64110" x="8310563" y="1835150"/>
          <p14:tracePt t="64117" x="8315325" y="1841500"/>
          <p14:tracePt t="64124" x="8321675" y="1841500"/>
          <p14:tracePt t="64191" x="8328025" y="1841500"/>
          <p14:tracePt t="64196" x="8332788" y="1846263"/>
          <p14:tracePt t="64206" x="8332788" y="1852613"/>
          <p14:tracePt t="64220" x="8339138" y="1858963"/>
          <p14:tracePt t="64223" x="8339138" y="1863725"/>
          <p14:tracePt t="64229" x="8343900" y="1863725"/>
          <p14:tracePt t="64235" x="8343900" y="1870075"/>
          <p14:tracePt t="64242" x="8343900" y="1874838"/>
          <p14:tracePt t="64249" x="8343900" y="1887538"/>
          <p14:tracePt t="64255" x="8356600" y="1892300"/>
          <p14:tracePt t="64262" x="8356600" y="1898650"/>
          <p14:tracePt t="64269" x="8356600" y="1909763"/>
          <p14:tracePt t="64276" x="8356600" y="1920875"/>
          <p14:tracePt t="64283" x="8356600" y="1927225"/>
          <p14:tracePt t="64290" x="8356600" y="1944688"/>
          <p14:tracePt t="64297" x="8356600" y="1949450"/>
          <p14:tracePt t="64304" x="8356600" y="1955800"/>
          <p14:tracePt t="64311" x="8356600" y="1966913"/>
          <p14:tracePt t="64326" x="8356600" y="1971675"/>
          <p14:tracePt t="64340" x="8356600" y="1978025"/>
          <p14:tracePt t="64342" x="8350250" y="1984375"/>
          <p14:tracePt t="64350" x="8350250" y="1989138"/>
          <p14:tracePt t="64353" x="8343900" y="1989138"/>
          <p14:tracePt t="64360" x="8339138" y="1995488"/>
          <p14:tracePt t="64360" x="8339138" y="2000250"/>
          <p14:tracePt t="64367" x="8328025" y="2006600"/>
          <p14:tracePt t="64373" x="8321675" y="2017713"/>
          <p14:tracePt t="64381" x="8315325" y="2028825"/>
          <p14:tracePt t="64381" x="8310563" y="2035175"/>
          <p14:tracePt t="64387" x="8299450" y="2041525"/>
          <p14:tracePt t="64394" x="8288338" y="2057400"/>
          <p14:tracePt t="64401" x="8270875" y="2070100"/>
          <p14:tracePt t="64408" x="8247063" y="2081213"/>
          <p14:tracePt t="64417" x="8224838" y="2097088"/>
          <p14:tracePt t="64423" x="8207375" y="2109788"/>
          <p14:tracePt t="64436" x="8150225" y="2132013"/>
          <p14:tracePt t="64437" x="8145463" y="2138363"/>
          <p14:tracePt t="64443" x="8121650" y="2143125"/>
          <p14:tracePt t="64450" x="8081963" y="2154238"/>
          <p14:tracePt t="64457" x="8031163" y="2166938"/>
          <p14:tracePt t="64464" x="7991475" y="2178050"/>
          <p14:tracePt t="64471" x="7951788" y="2182813"/>
          <p14:tracePt t="64478" x="7912100" y="2189163"/>
          <p14:tracePt t="64479" x="7899400" y="2189163"/>
          <p14:tracePt t="64479" x="7894638" y="2195513"/>
          <p14:tracePt t="64485" x="7866063" y="2195513"/>
          <p14:tracePt t="64492" x="7826375" y="2200275"/>
          <p14:tracePt t="64499" x="7773988" y="2206625"/>
          <p14:tracePt t="64506" x="7723188" y="2206625"/>
          <p14:tracePt t="64507" x="7705725" y="2206625"/>
          <p14:tracePt t="64507" x="7700963" y="2206625"/>
          <p14:tracePt t="64513" x="7666038" y="2211388"/>
          <p14:tracePt t="64520" x="7604125" y="2217738"/>
          <p14:tracePt t="64526" x="7540625" y="2217738"/>
          <p14:tracePt t="64534" x="7483475" y="2217738"/>
          <p14:tracePt t="64540" x="7432675" y="2217738"/>
          <p14:tracePt t="64548" x="7381875" y="2217738"/>
          <p14:tracePt t="64555" x="7342188" y="2217738"/>
          <p14:tracePt t="64562" x="7296150" y="2217738"/>
          <p14:tracePt t="64568" x="7256463" y="2217738"/>
          <p14:tracePt t="64575" x="7216775" y="2211388"/>
          <p14:tracePt t="64582" x="7181850" y="2211388"/>
          <p14:tracePt t="64589" x="7146925" y="2206625"/>
          <p14:tracePt t="64590" x="7142163" y="2206625"/>
          <p14:tracePt t="64591" x="7135813" y="2206625"/>
          <p14:tracePt t="64592" x="7131050" y="2206625"/>
          <p14:tracePt t="64596" x="7113588" y="2206625"/>
          <p14:tracePt t="64603" x="7078663" y="2206625"/>
          <p14:tracePt t="64604" x="7067550" y="2206625"/>
          <p14:tracePt t="64605" x="7062788" y="2206625"/>
          <p14:tracePt t="64610" x="7045325" y="2200275"/>
          <p14:tracePt t="64617" x="7005638" y="2200275"/>
          <p14:tracePt t="64624" x="6977063" y="2200275"/>
          <p14:tracePt t="64631" x="6931025" y="2200275"/>
          <p14:tracePt t="64632" x="6919913" y="2200275"/>
          <p14:tracePt t="64633" x="6913563" y="2200275"/>
          <p14:tracePt t="64637" x="6896100" y="2200275"/>
          <p14:tracePt t="64645" x="6862763" y="2200275"/>
          <p14:tracePt t="64651" x="6823075" y="2200275"/>
          <p14:tracePt t="64658" x="6788150" y="2200275"/>
          <p14:tracePt t="64666" x="6754813" y="2200275"/>
          <p14:tracePt t="64673" x="6715125" y="2200275"/>
          <p14:tracePt t="64674" x="6708775" y="2200275"/>
          <p14:tracePt t="64679" x="6697663" y="2200275"/>
          <p14:tracePt t="64686" x="6662738" y="2200275"/>
          <p14:tracePt t="64693" x="6640513" y="2200275"/>
          <p14:tracePt t="64700" x="6611938" y="2200275"/>
          <p14:tracePt t="64707" x="6589713" y="2200275"/>
          <p14:tracePt t="64714" x="6561138" y="2200275"/>
          <p14:tracePt t="64721" x="6526213" y="2206625"/>
          <p14:tracePt t="64728" x="6497638" y="2206625"/>
          <p14:tracePt t="64729" x="6486525" y="2206625"/>
          <p14:tracePt t="64735" x="6469063" y="2206625"/>
          <p14:tracePt t="64742" x="6440488" y="2206625"/>
          <p14:tracePt t="64749" x="6418263" y="2206625"/>
          <p14:tracePt t="64756" x="6394450" y="2211388"/>
          <p14:tracePt t="64763" x="6372225" y="2211388"/>
          <p14:tracePt t="64769" x="6343650" y="2211388"/>
          <p14:tracePt t="64776" x="6321425" y="2211388"/>
          <p14:tracePt t="64783" x="6286500" y="2211388"/>
          <p14:tracePt t="64791" x="6270625" y="2211388"/>
          <p14:tracePt t="64791" x="6264275" y="2211388"/>
          <p14:tracePt t="64797" x="6246813" y="2211388"/>
          <p14:tracePt t="64804" x="6229350" y="2211388"/>
          <p14:tracePt t="64805" x="6224588" y="2211388"/>
          <p14:tracePt t="64806" x="6218238" y="2211388"/>
          <p14:tracePt t="64811" x="6207125" y="2211388"/>
          <p14:tracePt t="64818" x="6189663" y="2211388"/>
          <p14:tracePt t="64819" x="6184900" y="2211388"/>
          <p14:tracePt t="64820" x="6178550" y="2211388"/>
          <p14:tracePt t="64825" x="6167438" y="2211388"/>
          <p14:tracePt t="64832" x="6156325" y="2211388"/>
          <p14:tracePt t="64839" x="6145213" y="2211388"/>
          <p14:tracePt t="64846" x="6138863" y="2211388"/>
          <p14:tracePt t="64853" x="6132513" y="2211388"/>
          <p14:tracePt t="64860" x="6127750" y="2211388"/>
          <p14:tracePt t="64867" x="6121400" y="2211388"/>
          <p14:tracePt t="64867" x="6116638" y="2211388"/>
          <p14:tracePt t="64875" x="6110288" y="2211388"/>
          <p14:tracePt t="64884" x="6103938" y="2211388"/>
          <p14:tracePt t="64888" x="6103938" y="2206625"/>
          <p14:tracePt t="64889" x="6099175" y="2206625"/>
          <p14:tracePt t="64894" x="6092825" y="2206625"/>
          <p14:tracePt t="64901" x="6081713" y="2200275"/>
          <p14:tracePt t="64908" x="6064250" y="2200275"/>
          <p14:tracePt t="64915" x="6042025" y="2200275"/>
          <p14:tracePt t="64922" x="6019800" y="2200275"/>
          <p14:tracePt t="64929" x="5995988" y="2195513"/>
          <p14:tracePt t="64930" x="5984875" y="2195513"/>
          <p14:tracePt t="64931" x="5978525" y="2195513"/>
          <p14:tracePt t="64936" x="5962650" y="2195513"/>
          <p14:tracePt t="64943" x="5927725" y="2195513"/>
          <p14:tracePt t="64950" x="5899150" y="2195513"/>
          <p14:tracePt t="64957" x="5859463" y="2195513"/>
          <p14:tracePt t="64964" x="5830888" y="2195513"/>
          <p14:tracePt t="64965" x="5808663" y="2195513"/>
          <p14:tracePt t="64966" x="5802313" y="2195513"/>
          <p14:tracePt t="64971" x="5780088" y="2195513"/>
          <p14:tracePt t="64972" x="5768975" y="2195513"/>
          <p14:tracePt t="64972" x="5762625" y="2195513"/>
          <p14:tracePt t="64978" x="5745163" y="2195513"/>
          <p14:tracePt t="64979" x="5734050" y="2195513"/>
          <p14:tracePt t="64985" x="5699125" y="2195513"/>
          <p14:tracePt t="64992" x="5654675" y="2182813"/>
          <p14:tracePt t="64992" x="5648325" y="2182813"/>
          <p14:tracePt t="64993" x="5648325" y="2178050"/>
          <p14:tracePt t="64999" x="5619750" y="2171700"/>
          <p14:tracePt t="65006" x="5586413" y="2160588"/>
          <p14:tracePt t="65006" x="5580063" y="2160588"/>
          <p14:tracePt t="65007" x="5573713" y="2154238"/>
          <p14:tracePt t="65012" x="5551488" y="2143125"/>
          <p14:tracePt t="65019" x="5518150" y="2132013"/>
          <p14:tracePt t="65026" x="5483225" y="2120900"/>
          <p14:tracePt t="65027" x="5476875" y="2120900"/>
          <p14:tracePt t="65028" x="5472113" y="2114550"/>
          <p14:tracePt t="65033" x="5448300" y="2109788"/>
          <p14:tracePt t="65040" x="5421313" y="2103438"/>
          <p14:tracePt t="65047" x="5386388" y="2092325"/>
          <p14:tracePt t="65054" x="5364163" y="2085975"/>
          <p14:tracePt t="65061" x="5335588" y="2081213"/>
          <p14:tracePt t="65068" x="5311775" y="2074863"/>
          <p14:tracePt t="65075" x="5289550" y="2070100"/>
          <p14:tracePt t="65082" x="5267325" y="2063750"/>
          <p14:tracePt t="65083" x="5260975" y="2063750"/>
          <p14:tracePt t="65089" x="5243513" y="2057400"/>
          <p14:tracePt t="65090" x="5238750" y="2057400"/>
          <p14:tracePt t="65096" x="5226050" y="2057400"/>
          <p14:tracePt t="65103" x="5203825" y="2057400"/>
          <p14:tracePt t="65104" x="5199063" y="2052638"/>
          <p14:tracePt t="65110" x="5186363" y="2052638"/>
          <p14:tracePt t="65116" x="5175250" y="2046288"/>
          <p14:tracePt t="65123" x="5157788" y="2046288"/>
          <p14:tracePt t="65131" x="5153025" y="2041525"/>
          <p14:tracePt t="65131" x="5146675" y="2041525"/>
          <p14:tracePt t="65137" x="5146675" y="2035175"/>
          <p14:tracePt t="65144" x="5135563" y="2028825"/>
          <p14:tracePt t="65151" x="5124450" y="2028825"/>
          <p14:tracePt t="65158" x="5118100" y="2024063"/>
          <p14:tracePt t="65165" x="5106988" y="2024063"/>
          <p14:tracePt t="65166" x="5106988" y="2017713"/>
          <p14:tracePt t="65172" x="5100638" y="2017713"/>
          <p14:tracePt t="65179" x="5095875" y="2012950"/>
          <p14:tracePt t="65186" x="5089525" y="2006600"/>
          <p14:tracePt t="65193" x="5084763" y="2006600"/>
          <p14:tracePt t="65200" x="5078413" y="2000250"/>
          <p14:tracePt t="65207" x="5073650" y="1995488"/>
          <p14:tracePt t="65214" x="5067300" y="1989138"/>
          <p14:tracePt t="65221" x="5060950" y="1984375"/>
          <p14:tracePt t="65228" x="5056188" y="1978025"/>
          <p14:tracePt t="65235" x="5056188" y="1966913"/>
          <p14:tracePt t="65242" x="5045075" y="1966913"/>
          <p14:tracePt t="65249" x="5038725" y="1960563"/>
          <p14:tracePt t="65263" x="5038725" y="1955800"/>
          <p14:tracePt t="65270" x="5038725" y="1949450"/>
          <p14:tracePt t="65277" x="5032375" y="1944688"/>
          <p14:tracePt t="65303" x="5027613" y="1944688"/>
          <p14:tracePt t="65370" x="5027613" y="1938338"/>
          <p14:tracePt t="65376" x="5021263" y="1938338"/>
          <p14:tracePt t="65378" x="5021263" y="1931988"/>
          <p14:tracePt t="65382" x="5016500" y="1931988"/>
          <p14:tracePt t="65387" x="5016500" y="1927225"/>
          <p14:tracePt t="65395" x="5010150" y="1920875"/>
          <p14:tracePt t="65395" x="5010150" y="1916113"/>
          <p14:tracePt t="65411" x="5010150" y="1909763"/>
          <p14:tracePt t="65415" x="5003800" y="1909763"/>
          <p14:tracePt t="65488" x="5003800" y="1903413"/>
          <p14:tracePt t="65500" x="5003800" y="1898650"/>
          <p14:tracePt t="65513" x="5003800" y="1892300"/>
          <p14:tracePt t="65543" x="5003800" y="1887538"/>
          <p14:tracePt t="65612" x="5003800" y="1881188"/>
          <p14:tracePt t="65619" x="5003800" y="1874838"/>
          <p14:tracePt t="65621" x="5010150" y="1874838"/>
          <p14:tracePt t="65624" x="5010150" y="1870075"/>
          <p14:tracePt t="65631" x="5016500" y="1863725"/>
          <p14:tracePt t="65631" x="5021263" y="1863725"/>
          <p14:tracePt t="65637" x="5032375" y="1858963"/>
          <p14:tracePt t="65644" x="5049838" y="1846263"/>
          <p14:tracePt t="65652" x="5060950" y="1841500"/>
          <p14:tracePt t="65652" x="5067300" y="1841500"/>
          <p14:tracePt t="65653" x="5073650" y="1841500"/>
          <p14:tracePt t="65654" x="5078413" y="1835150"/>
          <p14:tracePt t="65658" x="5095875" y="1835150"/>
          <p14:tracePt t="65665" x="5129213" y="1824038"/>
          <p14:tracePt t="65673" x="5192713" y="1806575"/>
          <p14:tracePt t="65674" x="5199063" y="1801813"/>
          <p14:tracePt t="65675" x="5203825" y="1801813"/>
          <p14:tracePt t="65679" x="5221288" y="1801813"/>
          <p14:tracePt t="65686" x="5278438" y="1790700"/>
          <p14:tracePt t="65693" x="5335588" y="1784350"/>
          <p14:tracePt t="65694" x="5351463" y="1778000"/>
          <p14:tracePt t="65694" x="5364163" y="1778000"/>
          <p14:tracePt t="65700" x="5397500" y="1773238"/>
          <p14:tracePt t="65707" x="5465763" y="1766888"/>
          <p14:tracePt t="65714" x="5529263" y="1762125"/>
          <p14:tracePt t="65721" x="5602288" y="1749425"/>
          <p14:tracePt t="65722" x="5626100" y="1749425"/>
          <p14:tracePt t="65723" x="5637213" y="1744663"/>
          <p14:tracePt t="65728" x="5672138" y="1744663"/>
          <p14:tracePt t="65735" x="5756275" y="1733550"/>
          <p14:tracePt t="65736" x="5773738" y="1727200"/>
          <p14:tracePt t="65737" x="5802313" y="1727200"/>
          <p14:tracePt t="65742" x="5853113" y="1720850"/>
          <p14:tracePt t="65749" x="5967413" y="1716088"/>
          <p14:tracePt t="65750" x="6002338" y="1709738"/>
          <p14:tracePt t="65751" x="6019800" y="1709738"/>
          <p14:tracePt t="65755" x="6092825" y="1704975"/>
          <p14:tracePt t="65762" x="6242050" y="1704975"/>
          <p14:tracePt t="65769" x="6378575" y="1704975"/>
          <p14:tracePt t="65776" x="6543675" y="1704975"/>
          <p14:tracePt t="65783" x="6715125" y="1704975"/>
          <p14:tracePt t="65790" x="6948488" y="1716088"/>
          <p14:tracePt t="65797" x="7153275" y="1727200"/>
          <p14:tracePt t="65804" x="7342188" y="1738313"/>
          <p14:tracePt t="65811" x="7558088" y="1755775"/>
          <p14:tracePt t="65818" x="7734300" y="1766888"/>
          <p14:tracePt t="65825" x="7940675" y="1778000"/>
          <p14:tracePt t="65832" x="8105775" y="1778000"/>
          <p14:tracePt t="65839" x="8242300" y="1784350"/>
          <p14:tracePt t="65846" x="8350250" y="1784350"/>
          <p14:tracePt t="65853" x="8447088" y="1784350"/>
          <p14:tracePt t="65861" x="8510588" y="1784350"/>
          <p14:tracePt t="65867" x="8539163" y="1784350"/>
          <p14:tracePt t="65874" x="8555038" y="1784350"/>
          <p14:tracePt t="65883" x="8561388" y="1784350"/>
          <p14:tracePt t="66038" x="8561388" y="1790700"/>
          <p14:tracePt t="66042" x="8561388" y="1795463"/>
          <p14:tracePt t="66047" x="8555038" y="1806575"/>
          <p14:tracePt t="66054" x="8543925" y="1830388"/>
          <p14:tracePt t="66061" x="8521700" y="1852613"/>
          <p14:tracePt t="66068" x="8497888" y="1881188"/>
          <p14:tracePt t="66069" x="8486775" y="1892300"/>
          <p14:tracePt t="66075" x="8469313" y="1916113"/>
          <p14:tracePt t="66076" x="8464550" y="1920875"/>
          <p14:tracePt t="66082" x="8440738" y="1944688"/>
          <p14:tracePt t="66089" x="8418513" y="1966913"/>
          <p14:tracePt t="66096" x="8389938" y="1984375"/>
          <p14:tracePt t="66103" x="8361363" y="2006600"/>
          <p14:tracePt t="66110" x="8339138" y="2024063"/>
          <p14:tracePt t="66117" x="8310563" y="2035175"/>
          <p14:tracePt t="66124" x="8299450" y="2046288"/>
          <p14:tracePt t="66131" x="8270875" y="2057400"/>
          <p14:tracePt t="66138" x="8253413" y="2063750"/>
          <p14:tracePt t="66145" x="8235950" y="2081213"/>
          <p14:tracePt t="66152" x="8213725" y="2085975"/>
          <p14:tracePt t="66153" x="8207375" y="2092325"/>
          <p14:tracePt t="66154" x="8202613" y="2092325"/>
          <p14:tracePt t="66158" x="8185150" y="2103438"/>
          <p14:tracePt t="66165" x="8156575" y="2114550"/>
          <p14:tracePt t="66172" x="8128000" y="2125663"/>
          <p14:tracePt t="66179" x="8105775" y="2132013"/>
          <p14:tracePt t="66186" x="8077200" y="2143125"/>
          <p14:tracePt t="66193" x="8053388" y="2149475"/>
          <p14:tracePt t="66194" x="8048625" y="2149475"/>
          <p14:tracePt t="66200" x="8024813" y="2149475"/>
          <p14:tracePt t="66207" x="8002588" y="2154238"/>
          <p14:tracePt t="66214" x="7980363" y="2154238"/>
          <p14:tracePt t="66221" x="7956550" y="2160588"/>
          <p14:tracePt t="66221" x="7945438" y="2160588"/>
          <p14:tracePt t="66228" x="7927975" y="2160588"/>
          <p14:tracePt t="66235" x="7912100" y="2160588"/>
          <p14:tracePt t="66236" x="7905750" y="2160588"/>
          <p14:tracePt t="66242" x="7883525" y="2160588"/>
          <p14:tracePt t="66249" x="7859713" y="2160588"/>
          <p14:tracePt t="66249" x="7854950" y="2160588"/>
          <p14:tracePt t="66250" x="7848600" y="2160588"/>
          <p14:tracePt t="66256" x="7826375" y="2160588"/>
          <p14:tracePt t="66257" x="7820025" y="2160588"/>
          <p14:tracePt t="66262" x="7808913" y="2160588"/>
          <p14:tracePt t="66269" x="7769225" y="2160588"/>
          <p14:tracePt t="66276" x="7734300" y="2160588"/>
          <p14:tracePt t="66283" x="7689850" y="2160588"/>
          <p14:tracePt t="66290" x="7637463" y="2160588"/>
          <p14:tracePt t="66297" x="7575550" y="2154238"/>
          <p14:tracePt t="66304" x="7518400" y="2154238"/>
          <p14:tracePt t="66305" x="7500938" y="2154238"/>
          <p14:tracePt t="66305" x="7494588" y="2154238"/>
          <p14:tracePt t="66311" x="7454900" y="2154238"/>
          <p14:tracePt t="66318" x="7386638" y="2149475"/>
          <p14:tracePt t="66325" x="7318375" y="2143125"/>
          <p14:tracePt t="66332" x="7243763" y="2138363"/>
          <p14:tracePt t="66339" x="7175500" y="2125663"/>
          <p14:tracePt t="66346" x="7113588" y="2125663"/>
          <p14:tracePt t="66347" x="7096125" y="2120900"/>
          <p14:tracePt t="66348" x="7078663" y="2120900"/>
          <p14:tracePt t="66353" x="7038975" y="2114550"/>
          <p14:tracePt t="66354" x="7016750" y="2114550"/>
          <p14:tracePt t="66360" x="6977063" y="2109788"/>
          <p14:tracePt t="66367" x="6908800" y="2097088"/>
          <p14:tracePt t="66374" x="6845300" y="2092325"/>
          <p14:tracePt t="66375" x="6816725" y="2092325"/>
          <p14:tracePt t="66376" x="6805613" y="2092325"/>
          <p14:tracePt t="66381" x="6765925" y="2092325"/>
          <p14:tracePt t="66387" x="6702425" y="2085975"/>
          <p14:tracePt t="66394" x="6623050" y="2085975"/>
          <p14:tracePt t="66395" x="6611938" y="2085975"/>
          <p14:tracePt t="66396" x="6600825" y="2085975"/>
          <p14:tracePt t="66401" x="6537325" y="2085975"/>
          <p14:tracePt t="66408" x="6451600" y="2097088"/>
          <p14:tracePt t="66415" x="6367463" y="2103438"/>
          <p14:tracePt t="66422" x="6297613" y="2114550"/>
          <p14:tracePt t="66429" x="6229350" y="2120900"/>
          <p14:tracePt t="66436" x="6149975" y="2125663"/>
          <p14:tracePt t="66443" x="6088063" y="2125663"/>
          <p14:tracePt t="66450" x="6035675" y="2125663"/>
          <p14:tracePt t="66457" x="5995988" y="2125663"/>
          <p14:tracePt t="66464" x="5962650" y="2125663"/>
          <p14:tracePt t="66471" x="5938838" y="2125663"/>
          <p14:tracePt t="66478" x="5910263" y="2125663"/>
          <p14:tracePt t="66485" x="5899150" y="2125663"/>
          <p14:tracePt t="66492" x="5888038" y="2125663"/>
          <p14:tracePt t="66499" x="5881688" y="2125663"/>
          <p14:tracePt t="66506" x="5876925" y="2125663"/>
          <p14:tracePt t="66513" x="5865813" y="2125663"/>
          <p14:tracePt t="66520" x="5859463" y="2125663"/>
          <p14:tracePt t="66527" x="5848350" y="2125663"/>
          <p14:tracePt t="66533" x="5837238" y="2125663"/>
          <p14:tracePt t="66541" x="5830888" y="2125663"/>
          <p14:tracePt t="66547" x="5819775" y="2125663"/>
          <p14:tracePt t="66554" x="5813425" y="2125663"/>
          <p14:tracePt t="66561" x="5808663" y="2125663"/>
          <p14:tracePt t="66568" x="5802313" y="2125663"/>
          <p14:tracePt t="66576" x="5791200" y="2125663"/>
          <p14:tracePt t="66582" x="5768975" y="2125663"/>
          <p14:tracePt t="66589" x="5745163" y="2125663"/>
          <p14:tracePt t="66596" x="5711825" y="2125663"/>
          <p14:tracePt t="66603" x="5676900" y="2120900"/>
          <p14:tracePt t="66604" x="5665788" y="2120900"/>
          <p14:tracePt t="66605" x="5659438" y="2120900"/>
          <p14:tracePt t="66610" x="5643563" y="2120900"/>
          <p14:tracePt t="66617" x="5608638" y="2120900"/>
          <p14:tracePt t="66624" x="5573713" y="2114550"/>
          <p14:tracePt t="66631" x="5540375" y="2114550"/>
          <p14:tracePt t="66638" x="5511800" y="2114550"/>
          <p14:tracePt t="66639" x="5505450" y="2114550"/>
          <p14:tracePt t="66644" x="5494338" y="2109788"/>
          <p14:tracePt t="66651" x="5476875" y="2109788"/>
          <p14:tracePt t="66658" x="5461000" y="2103438"/>
          <p14:tracePt t="66666" x="5454650" y="2103438"/>
          <p14:tracePt t="66666" x="5448300" y="2103438"/>
          <p14:tracePt t="66672" x="5443538" y="2103438"/>
          <p14:tracePt t="66680" x="5437188" y="2103438"/>
          <p14:tracePt t="66686" x="5432425" y="2103438"/>
          <p14:tracePt t="66687" x="5432425" y="2097088"/>
          <p14:tracePt t="66743" x="5426075" y="2097088"/>
          <p14:tracePt t="66751" x="5426075" y="2092325"/>
          <p14:tracePt t="66754" x="5421313" y="2092325"/>
          <p14:tracePt t="66757" x="5414963" y="2092325"/>
          <p14:tracePt t="66763" x="5414963" y="2085975"/>
          <p14:tracePt t="66769" x="5403850" y="2081213"/>
          <p14:tracePt t="66777" x="5392738" y="2081213"/>
          <p14:tracePt t="66783" x="5380038" y="2081213"/>
          <p14:tracePt t="66790" x="5364163" y="2081213"/>
          <p14:tracePt t="66798" x="5346700" y="2074863"/>
          <p14:tracePt t="66805" x="5335588" y="2074863"/>
          <p14:tracePt t="66805" x="5322888" y="2074863"/>
          <p14:tracePt t="66811" x="5318125" y="2074863"/>
          <p14:tracePt t="66818" x="5300663" y="2070100"/>
          <p14:tracePt t="66825" x="5278438" y="2070100"/>
          <p14:tracePt t="66832" x="5260975" y="2063750"/>
          <p14:tracePt t="66839" x="5243513" y="2057400"/>
          <p14:tracePt t="66846" x="5221288" y="2052638"/>
          <p14:tracePt t="66853" x="5203825" y="2052638"/>
          <p14:tracePt t="66860" x="5186363" y="2046288"/>
          <p14:tracePt t="66861" x="5181600" y="2046288"/>
          <p14:tracePt t="66867" x="5170488" y="2041525"/>
          <p14:tracePt t="66874" x="5157788" y="2035175"/>
          <p14:tracePt t="66881" x="5141913" y="2035175"/>
          <p14:tracePt t="66887" x="5129213" y="2028825"/>
          <p14:tracePt t="66894" x="5113338" y="2028825"/>
          <p14:tracePt t="66901" x="5100638" y="2024063"/>
          <p14:tracePt t="66908" x="5089525" y="2024063"/>
          <p14:tracePt t="66915" x="5073650" y="2017713"/>
          <p14:tracePt t="66922" x="5060950" y="2017713"/>
          <p14:tracePt t="66929" x="5045075" y="2017713"/>
          <p14:tracePt t="66936" x="5032375" y="2012950"/>
          <p14:tracePt t="66943" x="5021263" y="2012950"/>
          <p14:tracePt t="66944" x="5016500" y="2012950"/>
          <p14:tracePt t="66950" x="5003800" y="2006600"/>
          <p14:tracePt t="66957" x="4999038" y="2000250"/>
          <p14:tracePt t="66964" x="4992688" y="2000250"/>
          <p14:tracePt t="66971" x="4981575" y="1989138"/>
          <p14:tracePt t="66978" x="4975225" y="1984375"/>
          <p14:tracePt t="66987" x="4970463" y="1984375"/>
          <p14:tracePt t="66992" x="4970463" y="1978025"/>
          <p14:tracePt t="66998" x="4964113" y="1971675"/>
          <p14:tracePt t="67005" x="4959350" y="1966913"/>
          <p14:tracePt t="67030" x="4959350" y="1960563"/>
          <p14:tracePt t="67041" x="4959350" y="1955800"/>
          <p14:tracePt t="67051" x="4959350" y="1949450"/>
          <p14:tracePt t="67053" x="4959350" y="1944688"/>
          <p14:tracePt t="67056" x="4959350" y="1938338"/>
          <p14:tracePt t="67061" x="4959350" y="1931988"/>
          <p14:tracePt t="67068" x="4959350" y="1927225"/>
          <p14:tracePt t="67075" x="4959350" y="1916113"/>
          <p14:tracePt t="67082" x="4959350" y="1909763"/>
          <p14:tracePt t="67089" x="4959350" y="1898650"/>
          <p14:tracePt t="67096" x="4959350" y="1887538"/>
          <p14:tracePt t="67103" x="4953000" y="1870075"/>
          <p14:tracePt t="67110" x="4953000" y="1852613"/>
          <p14:tracePt t="67117" x="4953000" y="1835150"/>
          <p14:tracePt t="67123" x="4953000" y="1819275"/>
          <p14:tracePt t="67131" x="4953000" y="1806575"/>
          <p14:tracePt t="67138" x="4953000" y="1801813"/>
          <p14:tracePt t="67189" x="4953000" y="1795463"/>
          <p14:tracePt t="67203" x="4959350" y="1790700"/>
          <p14:tracePt t="67207" x="4964113" y="1790700"/>
          <p14:tracePt t="67209" x="4970463" y="1784350"/>
          <p14:tracePt t="67214" x="4981575" y="1778000"/>
          <p14:tracePt t="67221" x="5010150" y="1773238"/>
          <p14:tracePt t="67228" x="5056188" y="1762125"/>
          <p14:tracePt t="67235" x="5124450" y="1755775"/>
          <p14:tracePt t="67242" x="5199063" y="1749425"/>
          <p14:tracePt t="67249" x="5260975" y="1738313"/>
          <p14:tracePt t="67256" x="5340350" y="1733550"/>
          <p14:tracePt t="67257" x="5357813" y="1733550"/>
          <p14:tracePt t="67263" x="5437188" y="1720850"/>
          <p14:tracePt t="67269" x="5540375" y="1716088"/>
          <p14:tracePt t="67276" x="5643563" y="1709738"/>
          <p14:tracePt t="67284" x="5756275" y="1704975"/>
          <p14:tracePt t="67290" x="5894388" y="1698625"/>
          <p14:tracePt t="67297" x="6002338" y="1693863"/>
          <p14:tracePt t="67304" x="6092825" y="1693863"/>
          <p14:tracePt t="67311" x="6196013" y="1681163"/>
          <p14:tracePt t="67318" x="6310313" y="1681163"/>
          <p14:tracePt t="67319" x="6361113" y="1676400"/>
          <p14:tracePt t="67320" x="6378575" y="1676400"/>
          <p14:tracePt t="67325" x="6451600" y="1670050"/>
          <p14:tracePt t="67332" x="6577013" y="1670050"/>
          <p14:tracePt t="67339" x="6715125" y="1670050"/>
          <p14:tracePt t="67346" x="6845300" y="1670050"/>
          <p14:tracePt t="67353" x="6965950" y="1670050"/>
          <p14:tracePt t="67360" x="7078663" y="1670050"/>
          <p14:tracePt t="67367" x="7227888" y="1670050"/>
          <p14:tracePt t="67374" x="7364413" y="1681163"/>
          <p14:tracePt t="67381" x="7483475" y="1687513"/>
          <p14:tracePt t="67388" x="7580313" y="1693863"/>
          <p14:tracePt t="67389" x="7604125" y="1698625"/>
          <p14:tracePt t="67390" x="7615238" y="1698625"/>
          <p14:tracePt t="67394" x="7661275" y="1698625"/>
          <p14:tracePt t="67402" x="7712075" y="1704975"/>
          <p14:tracePt t="67408" x="7762875" y="1709738"/>
          <p14:tracePt t="67417" x="7791450" y="1709738"/>
          <p14:tracePt t="67422" x="7808913" y="1709738"/>
          <p14:tracePt t="67436" x="7815263" y="1709738"/>
          <p14:tracePt t="67485" x="7820025" y="1709738"/>
          <p14:tracePt t="67502" x="7826375" y="1716088"/>
          <p14:tracePt t="67507" x="7831138" y="1716088"/>
          <p14:tracePt t="67512" x="7831138" y="1720850"/>
          <p14:tracePt t="67514" x="7837488" y="1720850"/>
          <p14:tracePt t="67519" x="7842250" y="1720850"/>
          <p14:tracePt t="67527" x="7854950" y="1733550"/>
          <p14:tracePt t="67533" x="7870825" y="1744663"/>
          <p14:tracePt t="67540" x="7894638" y="1749425"/>
          <p14:tracePt t="67547" x="7916863" y="1755775"/>
          <p14:tracePt t="67554" x="7940675" y="1762125"/>
          <p14:tracePt t="67561" x="7962900" y="1766888"/>
          <p14:tracePt t="67562" x="7974013" y="1766888"/>
          <p14:tracePt t="67563" x="7980363" y="1766888"/>
          <p14:tracePt t="67568" x="7991475" y="1773238"/>
          <p14:tracePt t="67575" x="8020050" y="1784350"/>
          <p14:tracePt t="67582" x="8048625" y="1795463"/>
          <p14:tracePt t="67583" x="8053388" y="1795463"/>
          <p14:tracePt t="67589" x="8070850" y="1801813"/>
          <p14:tracePt t="67596" x="8093075" y="1806575"/>
          <p14:tracePt t="67603" x="8105775" y="1819275"/>
          <p14:tracePt t="67604" x="8110538" y="1824038"/>
          <p14:tracePt t="67610" x="8121650" y="1824038"/>
          <p14:tracePt t="67617" x="8134350" y="1835150"/>
          <p14:tracePt t="67623" x="8139113" y="1846263"/>
          <p14:tracePt t="67631" x="8145463" y="1852613"/>
          <p14:tracePt t="67637" x="8145463" y="1858963"/>
          <p14:tracePt t="67644" x="8156575" y="1863725"/>
          <p14:tracePt t="67651" x="8156575" y="1870075"/>
          <p14:tracePt t="67658" x="8156575" y="1874838"/>
          <p14:tracePt t="67665" x="8162925" y="1881188"/>
          <p14:tracePt t="67672" x="8162925" y="1887538"/>
          <p14:tracePt t="67679" x="8162925" y="1892300"/>
          <p14:tracePt t="67695" x="8162925" y="1898650"/>
          <p14:tracePt t="67705" x="8162925" y="1903413"/>
          <p14:tracePt t="67713" x="8162925" y="1909763"/>
          <p14:tracePt t="67723" x="8162925" y="1916113"/>
          <p14:tracePt t="67728" x="8167688" y="1916113"/>
          <p14:tracePt t="67735" x="8167688" y="1920875"/>
          <p14:tracePt t="67736" x="8167688" y="1931988"/>
          <p14:tracePt t="67744" x="8167688" y="1938338"/>
          <p14:tracePt t="67749" x="8167688" y="1944688"/>
          <p14:tracePt t="67756" x="8167688" y="1949450"/>
          <p14:tracePt t="67763" x="8167688" y="1960563"/>
          <p14:tracePt t="67770" x="8167688" y="1966913"/>
          <p14:tracePt t="67777" x="8167688" y="1971675"/>
          <p14:tracePt t="67791" x="8167688" y="1989138"/>
          <p14:tracePt t="67805" x="8167688" y="2006600"/>
          <p14:tracePt t="67812" x="8174038" y="2012950"/>
          <p14:tracePt t="67823" x="8174038" y="2017713"/>
          <p14:tracePt t="67835" x="8174038" y="2024063"/>
          <p14:tracePt t="67842" x="8174038" y="2028825"/>
          <p14:tracePt t="67855" x="8174038" y="2035175"/>
          <p14:tracePt t="67862" x="8174038" y="2041525"/>
          <p14:tracePt t="67867" x="8167688" y="2041525"/>
          <p14:tracePt t="67874" x="8162925" y="2046288"/>
          <p14:tracePt t="67881" x="8156575" y="2057400"/>
          <p14:tracePt t="67882" x="8150225" y="2057400"/>
          <p14:tracePt t="67887" x="8145463" y="2057400"/>
          <p14:tracePt t="67895" x="8139113" y="2063750"/>
          <p14:tracePt t="67896" x="8128000" y="2063750"/>
          <p14:tracePt t="67901" x="8121650" y="2063750"/>
          <p14:tracePt t="67908" x="8110538" y="2070100"/>
          <p14:tracePt t="67915" x="8093075" y="2070100"/>
          <p14:tracePt t="67922" x="8070850" y="2074863"/>
          <p14:tracePt t="67929" x="8042275" y="2074863"/>
          <p14:tracePt t="67936" x="8002588" y="2074863"/>
          <p14:tracePt t="67943" x="7956550" y="2074863"/>
          <p14:tracePt t="67950" x="7894638" y="2074863"/>
          <p14:tracePt t="67957" x="7837488" y="2074863"/>
          <p14:tracePt t="67964" x="7740650" y="2081213"/>
          <p14:tracePt t="67971" x="7654925" y="2085975"/>
          <p14:tracePt t="67978" x="7575550" y="2092325"/>
          <p14:tracePt t="67985" x="7450138" y="2103438"/>
          <p14:tracePt t="67992" x="7346950" y="2114550"/>
          <p14:tracePt t="67993" x="7307263" y="2114550"/>
          <p14:tracePt t="67994" x="7289800" y="2114550"/>
          <p14:tracePt t="67998" x="7221538" y="2120900"/>
          <p14:tracePt t="68006" x="7091363" y="2138363"/>
          <p14:tracePt t="68007" x="7056438" y="2143125"/>
          <p14:tracePt t="68008" x="7038975" y="2143125"/>
          <p14:tracePt t="68013" x="6970713" y="2149475"/>
          <p14:tracePt t="68020" x="6856413" y="2160588"/>
          <p14:tracePt t="68020" x="6845300" y="2160588"/>
          <p14:tracePt t="68021" x="6827838" y="2160588"/>
          <p14:tracePt t="68022" x="6816725" y="2160588"/>
          <p14:tracePt t="68026" x="6748463" y="2166938"/>
          <p14:tracePt t="68033" x="6645275" y="2171700"/>
          <p14:tracePt t="68040" x="6532563" y="2178050"/>
          <p14:tracePt t="68041" x="6519863" y="2178050"/>
          <p14:tracePt t="68042" x="6503988" y="2178050"/>
          <p14:tracePt t="68042" x="6486525" y="2178050"/>
          <p14:tracePt t="68047" x="6446838" y="2182813"/>
          <p14:tracePt t="68054" x="6350000" y="2189163"/>
          <p14:tracePt t="68061" x="6246813" y="2195513"/>
          <p14:tracePt t="68062" x="6224588" y="2195513"/>
          <p14:tracePt t="68063" x="6207125" y="2195513"/>
          <p14:tracePt t="68064" x="6196013" y="2195513"/>
          <p14:tracePt t="68068" x="6172200" y="2195513"/>
          <p14:tracePt t="68075" x="6099175" y="2195513"/>
          <p14:tracePt t="68082" x="6042025" y="2195513"/>
          <p14:tracePt t="68089" x="5991225" y="2189163"/>
          <p14:tracePt t="68096" x="5949950" y="2178050"/>
          <p14:tracePt t="68097" x="5945188" y="2178050"/>
          <p14:tracePt t="68103" x="5921375" y="2171700"/>
          <p14:tracePt t="68103" x="5910263" y="2171700"/>
          <p14:tracePt t="68110" x="5894388" y="2171700"/>
          <p14:tracePt t="68117" x="5876925" y="2166938"/>
          <p14:tracePt t="68123" x="5865813" y="2154238"/>
          <p14:tracePt t="68131" x="5848350" y="2149475"/>
          <p14:tracePt t="68137" x="5842000" y="2143125"/>
          <p14:tracePt t="68144" x="5830888" y="2132013"/>
          <p14:tracePt t="68145" x="5824538" y="2132013"/>
          <p14:tracePt t="68151" x="5819775" y="2125663"/>
          <p14:tracePt t="68158" x="5808663" y="2120900"/>
          <p14:tracePt t="68165" x="5797550" y="2109788"/>
          <p14:tracePt t="68172" x="5784850" y="2103438"/>
          <p14:tracePt t="68179" x="5773738" y="2103438"/>
          <p14:tracePt t="68186" x="5768975" y="2097088"/>
          <p14:tracePt t="68193" x="5762625" y="2097088"/>
          <p14:tracePt t="68200" x="5751513" y="2092325"/>
          <p14:tracePt t="68208" x="5745163" y="2085975"/>
          <p14:tracePt t="68214" x="5740400" y="2085975"/>
          <p14:tracePt t="68221" x="5734050" y="2085975"/>
          <p14:tracePt t="68228" x="5722938" y="2081213"/>
          <p14:tracePt t="68234" x="5711825" y="2074863"/>
          <p14:tracePt t="68242" x="5699125" y="2074863"/>
          <p14:tracePt t="68249" x="5683250" y="2074863"/>
          <p14:tracePt t="68256" x="5672138" y="2070100"/>
          <p14:tracePt t="68256" x="5659438" y="2070100"/>
          <p14:tracePt t="68262" x="5643563" y="2070100"/>
          <p14:tracePt t="68270" x="5614988" y="2070100"/>
          <p14:tracePt t="68270" x="5608638" y="2070100"/>
          <p14:tracePt t="68271" x="5602288" y="2063750"/>
          <p14:tracePt t="68276" x="5586413" y="2063750"/>
          <p14:tracePt t="68283" x="5551488" y="2057400"/>
          <p14:tracePt t="68290" x="5522913" y="2057400"/>
          <p14:tracePt t="68291" x="5518150" y="2057400"/>
          <p14:tracePt t="68292" x="5511800" y="2057400"/>
          <p14:tracePt t="68297" x="5494338" y="2057400"/>
          <p14:tracePt t="68304" x="5472113" y="2057400"/>
          <p14:tracePt t="68311" x="5448300" y="2057400"/>
          <p14:tracePt t="68318" x="5432425" y="2057400"/>
          <p14:tracePt t="68325" x="5414963" y="2057400"/>
          <p14:tracePt t="68332" x="5403850" y="2057400"/>
          <p14:tracePt t="68346" x="5380038" y="2052638"/>
          <p14:tracePt t="68353" x="5364163" y="2046288"/>
          <p14:tracePt t="68360" x="5346700" y="2041525"/>
          <p14:tracePt t="68367" x="5335588" y="2035175"/>
          <p14:tracePt t="68374" x="5322888" y="2028825"/>
          <p14:tracePt t="68375" x="5318125" y="2024063"/>
          <p14:tracePt t="68381" x="5300663" y="2024063"/>
          <p14:tracePt t="68388" x="5289550" y="2012950"/>
          <p14:tracePt t="68395" x="5272088" y="2006600"/>
          <p14:tracePt t="68402" x="5254625" y="1995488"/>
          <p14:tracePt t="68409" x="5238750" y="1989138"/>
          <p14:tracePt t="68416" x="5226050" y="1984375"/>
          <p14:tracePt t="68423" x="5221288" y="1984375"/>
          <p14:tracePt t="68429" x="5210175" y="1978025"/>
          <p14:tracePt t="68437" x="5203825" y="1978025"/>
          <p14:tracePt t="68444" x="5192713" y="1971675"/>
          <p14:tracePt t="68450" x="5181600" y="1971675"/>
          <p14:tracePt t="68457" x="5170488" y="1966913"/>
          <p14:tracePt t="68464" x="5157788" y="1966913"/>
          <p14:tracePt t="68472" x="5146675" y="1960563"/>
          <p14:tracePt t="68472" x="5141913" y="1955800"/>
          <p14:tracePt t="68478" x="5129213" y="1949450"/>
          <p14:tracePt t="68486" x="5118100" y="1949450"/>
          <p14:tracePt t="68492" x="5100638" y="1944688"/>
          <p14:tracePt t="68499" x="5089525" y="1938338"/>
          <p14:tracePt t="68506" x="5078413" y="1931988"/>
          <p14:tracePt t="68506" x="5073650" y="1931988"/>
          <p14:tracePt t="68512" x="5067300" y="1927225"/>
          <p14:tracePt t="68523" x="5060950" y="1927225"/>
          <p14:tracePt t="68542" x="5060950" y="1920875"/>
          <p14:tracePt t="68569" x="5056188" y="1920875"/>
          <p14:tracePt t="68577" x="5049838" y="1920875"/>
          <p14:tracePt t="68580" x="5049838" y="1916113"/>
          <p14:tracePt t="68585" x="5045075" y="1916113"/>
          <p14:tracePt t="68589" x="5045075" y="1909763"/>
          <p14:tracePt t="68596" x="5021263" y="1898650"/>
          <p14:tracePt t="68603" x="4992688" y="1881188"/>
          <p14:tracePt t="68604" x="4981575" y="1874838"/>
          <p14:tracePt t="68605" x="4975225" y="1874838"/>
          <p14:tracePt t="68610" x="4953000" y="1863725"/>
          <p14:tracePt t="68617" x="4919663" y="1841500"/>
          <p14:tracePt t="68624" x="4878388" y="1824038"/>
          <p14:tracePt t="68631" x="4856163" y="1806575"/>
          <p14:tracePt t="68632" x="4849813" y="1801813"/>
          <p14:tracePt t="68638" x="4827588" y="1795463"/>
          <p14:tracePt t="68645" x="4822825" y="1784350"/>
          <p14:tracePt t="68645" x="4816475" y="1778000"/>
          <p14:tracePt t="68655" x="4816475" y="1773238"/>
          <p14:tracePt t="68730" x="4816475" y="1766888"/>
          <p14:tracePt t="68736" x="4816475" y="1762125"/>
          <p14:tracePt t="68741" x="4816475" y="1755775"/>
          <p14:tracePt t="68746" x="4816475" y="1749425"/>
          <p14:tracePt t="68748" x="4822825" y="1749425"/>
          <p14:tracePt t="68756" x="4833938" y="1733550"/>
          <p14:tracePt t="68756" x="4838700" y="1727200"/>
          <p14:tracePt t="68762" x="4845050" y="1716088"/>
          <p14:tracePt t="68769" x="4862513" y="1704975"/>
          <p14:tracePt t="68776" x="4878388" y="1693863"/>
          <p14:tracePt t="68783" x="4884738" y="1687513"/>
          <p14:tracePt t="68790" x="4895850" y="1681163"/>
          <p14:tracePt t="68797" x="4902200" y="1676400"/>
          <p14:tracePt t="68804" x="4906963" y="1670050"/>
          <p14:tracePt t="68811" x="4919663" y="1670050"/>
          <p14:tracePt t="68818" x="4930775" y="1665288"/>
          <p14:tracePt t="68825" x="4948238" y="1658938"/>
          <p14:tracePt t="68832" x="4970463" y="1652588"/>
          <p14:tracePt t="68839" x="5003800" y="1652588"/>
          <p14:tracePt t="68846" x="5038725" y="1647825"/>
          <p14:tracePt t="68853" x="5073650" y="1647825"/>
          <p14:tracePt t="68854" x="5084763" y="1647825"/>
          <p14:tracePt t="68855" x="5089525" y="1647825"/>
          <p14:tracePt t="68860" x="5118100" y="1647825"/>
          <p14:tracePt t="68860" x="5129213" y="1647825"/>
          <p14:tracePt t="68861" x="5135563" y="1647825"/>
          <p14:tracePt t="68862" x="5146675" y="1647825"/>
          <p14:tracePt t="68867" x="5175250" y="1647825"/>
          <p14:tracePt t="68874" x="5243513" y="1647825"/>
          <p14:tracePt t="68875" x="5267325" y="1647825"/>
          <p14:tracePt t="68876" x="5272088" y="1647825"/>
          <p14:tracePt t="68881" x="5322888" y="1647825"/>
          <p14:tracePt t="68887" x="5408613" y="1647825"/>
          <p14:tracePt t="68894" x="5500688" y="1652588"/>
          <p14:tracePt t="68901" x="5597525" y="1652588"/>
          <p14:tracePt t="68908" x="5694363" y="1652588"/>
          <p14:tracePt t="68915" x="5819775" y="1652588"/>
          <p14:tracePt t="68922" x="5949950" y="1652588"/>
          <p14:tracePt t="68929" x="6053138" y="1652588"/>
          <p14:tracePt t="68936" x="6178550" y="1652588"/>
          <p14:tracePt t="68943" x="6315075" y="1652588"/>
          <p14:tracePt t="68944" x="6350000" y="1652588"/>
          <p14:tracePt t="68945" x="6367463" y="1652588"/>
          <p14:tracePt t="68950" x="6435725" y="1652588"/>
          <p14:tracePt t="68957" x="6543675" y="1658938"/>
          <p14:tracePt t="68958" x="6577013" y="1658938"/>
          <p14:tracePt t="68959" x="6589713" y="1658938"/>
          <p14:tracePt t="68964" x="6651625" y="1658938"/>
          <p14:tracePt t="68971" x="6748463" y="1658938"/>
          <p14:tracePt t="68972" x="6777038" y="1658938"/>
          <p14:tracePt t="68973" x="6794500" y="1658938"/>
          <p14:tracePt t="68974" x="6805613" y="1658938"/>
          <p14:tracePt t="68978" x="6845300" y="1658938"/>
          <p14:tracePt t="68985" x="6953250" y="1658938"/>
          <p14:tracePt t="68992" x="7073900" y="1658938"/>
          <p14:tracePt t="68993" x="7102475" y="1658938"/>
          <p14:tracePt t="68994" x="7118350" y="1658938"/>
          <p14:tracePt t="68999" x="7188200" y="1658938"/>
          <p14:tracePt t="69006" x="7300913" y="1652588"/>
          <p14:tracePt t="69013" x="7410450" y="1652588"/>
          <p14:tracePt t="69020" x="7546975" y="1647825"/>
          <p14:tracePt t="69020" x="7569200" y="1647825"/>
          <p14:tracePt t="69021" x="7586663" y="1647825"/>
          <p14:tracePt t="69022" x="7604125" y="1647825"/>
          <p14:tracePt t="69026" x="7666038" y="1647825"/>
          <p14:tracePt t="69033" x="7773988" y="1647825"/>
          <p14:tracePt t="69040" x="7888288" y="1647825"/>
          <p14:tracePt t="69047" x="7980363" y="1647825"/>
          <p14:tracePt t="69054" x="8081963" y="1647825"/>
          <p14:tracePt t="69055" x="8105775" y="1647825"/>
          <p14:tracePt t="69062" x="8174038" y="1647825"/>
          <p14:tracePt t="69069" x="8253413" y="1647825"/>
          <p14:tracePt t="69076" x="8332788" y="1647825"/>
          <p14:tracePt t="69089" x="8447088" y="1652588"/>
          <p14:tracePt t="69096" x="8475663" y="1658938"/>
          <p14:tracePt t="69103" x="8497888" y="1665288"/>
          <p14:tracePt t="69104" x="8504238" y="1670050"/>
          <p14:tracePt t="69110" x="8510588" y="1670050"/>
          <p14:tracePt t="69117" x="8515350" y="1670050"/>
          <p14:tracePt t="69130" x="8515350" y="1676400"/>
          <p14:tracePt t="69141" x="8515350" y="1681163"/>
          <p14:tracePt t="69145" x="8515350" y="1687513"/>
          <p14:tracePt t="69149" x="8515350" y="1693863"/>
          <p14:tracePt t="69152" x="8515350" y="1698625"/>
          <p14:tracePt t="69158" x="8515350" y="1709738"/>
          <p14:tracePt t="69165" x="8515350" y="1733550"/>
          <p14:tracePt t="69172" x="8515350" y="1744663"/>
          <p14:tracePt t="69173" x="8515350" y="1749425"/>
          <p14:tracePt t="69174" x="8515350" y="1755775"/>
          <p14:tracePt t="69179" x="8515350" y="1766888"/>
          <p14:tracePt t="69186" x="8510588" y="1784350"/>
          <p14:tracePt t="69193" x="8510588" y="1795463"/>
          <p14:tracePt t="69194" x="8510588" y="1806575"/>
          <p14:tracePt t="69195" x="8504238" y="1806575"/>
          <p14:tracePt t="69200" x="8504238" y="1812925"/>
          <p14:tracePt t="69207" x="8497888" y="1830388"/>
          <p14:tracePt t="69214" x="8497888" y="1835150"/>
          <p14:tracePt t="69221" x="8493125" y="1852613"/>
          <p14:tracePt t="69228" x="8486775" y="1858963"/>
          <p14:tracePt t="69235" x="8482013" y="1863725"/>
          <p14:tracePt t="69242" x="8475663" y="1874838"/>
          <p14:tracePt t="69243" x="8469313" y="1881188"/>
          <p14:tracePt t="69249" x="8469313" y="1887538"/>
          <p14:tracePt t="69256" x="8458200" y="1898650"/>
          <p14:tracePt t="69257" x="8453438" y="1903413"/>
          <p14:tracePt t="69262" x="8447088" y="1909763"/>
          <p14:tracePt t="69270" x="8429625" y="1927225"/>
          <p14:tracePt t="69276" x="8413750" y="1944688"/>
          <p14:tracePt t="69283" x="8396288" y="1955800"/>
          <p14:tracePt t="69290" x="8378825" y="1978025"/>
          <p14:tracePt t="69297" x="8367713" y="1989138"/>
          <p14:tracePt t="69304" x="8350250" y="1995488"/>
          <p14:tracePt t="69311" x="8339138" y="2000250"/>
          <p14:tracePt t="69318" x="8328025" y="2012950"/>
          <p14:tracePt t="69325" x="8310563" y="2017713"/>
          <p14:tracePt t="69332" x="8299450" y="2024063"/>
          <p14:tracePt t="69339" x="8288338" y="2024063"/>
          <p14:tracePt t="69346" x="8275638" y="2028825"/>
          <p14:tracePt t="69347" x="8270875" y="2035175"/>
          <p14:tracePt t="69348" x="8264525" y="2035175"/>
          <p14:tracePt t="69353" x="8259763" y="2035175"/>
          <p14:tracePt t="69360" x="8242300" y="2041525"/>
          <p14:tracePt t="69367" x="8224838" y="2041525"/>
          <p14:tracePt t="69367" x="8224838" y="2046288"/>
          <p14:tracePt t="69368" x="8218488" y="2046288"/>
          <p14:tracePt t="69369" x="8213725" y="2046288"/>
          <p14:tracePt t="69373" x="8196263" y="2046288"/>
          <p14:tracePt t="69381" x="8174038" y="2057400"/>
          <p14:tracePt t="69381" x="8162925" y="2057400"/>
          <p14:tracePt t="69387" x="8134350" y="2063750"/>
          <p14:tracePt t="69394" x="8088313" y="2070100"/>
          <p14:tracePt t="69401" x="8024813" y="2081213"/>
          <p14:tracePt t="69409" x="7956550" y="2092325"/>
          <p14:tracePt t="69415" x="7866063" y="2103438"/>
          <p14:tracePt t="69422" x="7762875" y="2109788"/>
          <p14:tracePt t="69429" x="7677150" y="2120900"/>
          <p14:tracePt t="69436" x="7564438" y="2132013"/>
          <p14:tracePt t="69443" x="7426325" y="2138363"/>
          <p14:tracePt t="69450" x="7307263" y="2149475"/>
          <p14:tracePt t="69457" x="7188200" y="2149475"/>
          <p14:tracePt t="69464" x="7034213" y="2154238"/>
          <p14:tracePt t="69465" x="6992938" y="2154238"/>
          <p14:tracePt t="69466" x="6977063" y="2154238"/>
          <p14:tracePt t="69471" x="6908800" y="2160588"/>
          <p14:tracePt t="69478" x="6759575" y="2160588"/>
          <p14:tracePt t="69479" x="6726238" y="2160588"/>
          <p14:tracePt t="69480" x="6702425" y="2160588"/>
          <p14:tracePt t="69485" x="6629400" y="2160588"/>
          <p14:tracePt t="69492" x="6503988" y="2166938"/>
          <p14:tracePt t="69492" x="6486525" y="2166938"/>
          <p14:tracePt t="69493" x="6469063" y="2166938"/>
          <p14:tracePt t="69494" x="6451600" y="2166938"/>
          <p14:tracePt t="69498" x="6378575" y="2166938"/>
          <p14:tracePt t="69506" x="6253163" y="2166938"/>
          <p14:tracePt t="69506" x="6235700" y="2166938"/>
          <p14:tracePt t="69512" x="6116638" y="2160588"/>
          <p14:tracePt t="69519" x="5973763" y="2154238"/>
          <p14:tracePt t="69526" x="5848350" y="2149475"/>
          <p14:tracePt t="69533" x="5716588" y="2138363"/>
          <p14:tracePt t="69540" x="5586413" y="2120900"/>
          <p14:tracePt t="69547" x="5472113" y="2103438"/>
          <p14:tracePt t="69554" x="5397500" y="2085975"/>
          <p14:tracePt t="69555" x="5375275" y="2081213"/>
          <p14:tracePt t="69556" x="5357813" y="2074863"/>
          <p14:tracePt t="69561" x="5311775" y="2063750"/>
          <p14:tracePt t="69568" x="5221288" y="2041525"/>
          <p14:tracePt t="69569" x="5199063" y="2028825"/>
          <p14:tracePt t="69570" x="5192713" y="2028825"/>
          <p14:tracePt t="69575" x="5170488" y="2017713"/>
          <p14:tracePt t="69582" x="5124450" y="1995488"/>
          <p14:tracePt t="69589" x="5089525" y="1971675"/>
          <p14:tracePt t="69590" x="5078413" y="1966913"/>
          <p14:tracePt t="69591" x="5073650" y="1966913"/>
          <p14:tracePt t="69596" x="5060950" y="1955800"/>
          <p14:tracePt t="69603" x="5038725" y="1938338"/>
          <p14:tracePt t="69603" x="5038725" y="1931988"/>
          <p14:tracePt t="69610" x="5032375" y="1927225"/>
          <p14:tracePt t="69617" x="5027613" y="1916113"/>
          <p14:tracePt t="69617" x="5021263" y="1916113"/>
          <p14:tracePt t="69630" x="5016500" y="1916113"/>
          <p14:tracePt t="69716" x="5016500" y="1909763"/>
          <p14:tracePt t="69736" x="5016500" y="1903413"/>
          <p14:tracePt t="69751" x="5016500" y="1898650"/>
          <p14:tracePt t="69758" x="5016500" y="1892300"/>
          <p14:tracePt t="69771" x="5021263" y="1892300"/>
          <p14:tracePt t="69773" x="5021263" y="1887538"/>
          <p14:tracePt t="69779" x="5027613" y="1887538"/>
          <p14:tracePt t="69787" x="5032375" y="1881188"/>
          <p14:tracePt t="69794" x="5038725" y="1881188"/>
          <p14:tracePt t="69797" x="5038725" y="1874838"/>
          <p14:tracePt t="69804" x="5038725" y="1870075"/>
          <p14:tracePt t="69811" x="5045075" y="1870075"/>
          <p14:tracePt t="69818" x="5049838" y="1870075"/>
          <p14:tracePt t="69825" x="5056188" y="1863725"/>
          <p14:tracePt t="69833" x="5060950" y="1863725"/>
          <p14:tracePt t="69839" x="5067300" y="1858963"/>
          <p14:tracePt t="69846" x="5078413" y="1846263"/>
          <p14:tracePt t="69853" x="5095875" y="1841500"/>
          <p14:tracePt t="69860" x="5118100" y="1830388"/>
          <p14:tracePt t="69867" x="5146675" y="1819275"/>
          <p14:tracePt t="69874" x="5186363" y="1801813"/>
          <p14:tracePt t="69881" x="5226050" y="1790700"/>
          <p14:tracePt t="69882" x="5238750" y="1784350"/>
          <p14:tracePt t="69888" x="5272088" y="1778000"/>
          <p14:tracePt t="69895" x="5318125" y="1762125"/>
          <p14:tracePt t="69895" x="5322888" y="1762125"/>
          <p14:tracePt t="69896" x="5329238" y="1762125"/>
          <p14:tracePt t="69897" x="5340350" y="1762125"/>
          <p14:tracePt t="69901" x="5368925" y="1749425"/>
          <p14:tracePt t="69908" x="5421313" y="1744663"/>
          <p14:tracePt t="69915" x="5472113" y="1733550"/>
          <p14:tracePt t="69922" x="5511800" y="1727200"/>
          <p14:tracePt t="69929" x="5546725" y="1720850"/>
          <p14:tracePt t="69936" x="5580063" y="1716088"/>
          <p14:tracePt t="69943" x="5608638" y="1709738"/>
          <p14:tracePt t="69944" x="5619750" y="1709738"/>
          <p14:tracePt t="69945" x="5626100" y="1709738"/>
          <p14:tracePt t="69950" x="5643563" y="1704975"/>
          <p14:tracePt t="69957" x="5676900" y="1698625"/>
          <p14:tracePt t="69964" x="5716588" y="1693863"/>
          <p14:tracePt t="69971" x="5762625" y="1687513"/>
          <p14:tracePt t="69978" x="5819775" y="1676400"/>
          <p14:tracePt t="69985" x="5894388" y="1670050"/>
          <p14:tracePt t="69992" x="5984875" y="1658938"/>
          <p14:tracePt t="69993" x="6007100" y="1652588"/>
          <p14:tracePt t="69994" x="6024563" y="1652588"/>
          <p14:tracePt t="70006" x="6200775" y="1641475"/>
          <p14:tracePt t="70007" x="6224588" y="1641475"/>
          <p14:tracePt t="70012" x="6310313" y="1636713"/>
          <p14:tracePt t="70019" x="6418263" y="1636713"/>
          <p14:tracePt t="70026" x="6572250" y="1624013"/>
          <p14:tracePt t="70033" x="6702425" y="1624013"/>
          <p14:tracePt t="70040" x="6845300" y="1619250"/>
          <p14:tracePt t="70047" x="6988175" y="1619250"/>
          <p14:tracePt t="70054" x="7124700" y="1619250"/>
          <p14:tracePt t="70061" x="7256463" y="1624013"/>
          <p14:tracePt t="70062" x="7289800" y="1624013"/>
          <p14:tracePt t="70063" x="7307263" y="1624013"/>
          <p14:tracePt t="70068" x="7381875" y="1630363"/>
          <p14:tracePt t="70075" x="7489825" y="1630363"/>
          <p14:tracePt t="70082" x="7586663" y="1630363"/>
          <p14:tracePt t="70083" x="7608888" y="1630363"/>
          <p14:tracePt t="70084" x="7615238" y="1630363"/>
          <p14:tracePt t="70089" x="7666038" y="1630363"/>
          <p14:tracePt t="70096" x="7729538" y="1630363"/>
          <p14:tracePt t="70103" x="7780338" y="1630363"/>
          <p14:tracePt t="70104" x="7791450" y="1630363"/>
          <p14:tracePt t="70110" x="7820025" y="1630363"/>
          <p14:tracePt t="70117" x="7848600" y="1636713"/>
          <p14:tracePt t="70118" x="7854950" y="1636713"/>
          <p14:tracePt t="70123" x="7870825" y="1636713"/>
          <p14:tracePt t="70131" x="7888288" y="1636713"/>
          <p14:tracePt t="70137" x="7899400" y="1641475"/>
          <p14:tracePt t="70144" x="7916863" y="1647825"/>
          <p14:tracePt t="70151" x="7934325" y="1652588"/>
          <p14:tracePt t="70158" x="7956550" y="1658938"/>
          <p14:tracePt t="70165" x="7980363" y="1665288"/>
          <p14:tracePt t="70172" x="8008938" y="1676400"/>
          <p14:tracePt t="70179" x="8031163" y="1676400"/>
          <p14:tracePt t="70186" x="8053388" y="1687513"/>
          <p14:tracePt t="70193" x="8088313" y="1698625"/>
          <p14:tracePt t="70194" x="8093075" y="1704975"/>
          <p14:tracePt t="70195" x="8099425" y="1704975"/>
          <p14:tracePt t="70200" x="8116888" y="1709738"/>
          <p14:tracePt t="70207" x="8134350" y="1720850"/>
          <p14:tracePt t="70214" x="8150225" y="1727200"/>
          <p14:tracePt t="70215" x="8156575" y="1727200"/>
          <p14:tracePt t="70221" x="8174038" y="1738313"/>
          <p14:tracePt t="70228" x="8178800" y="1744663"/>
          <p14:tracePt t="70235" x="8185150" y="1744663"/>
          <p14:tracePt t="70273" x="8185150" y="1749425"/>
          <p14:tracePt t="70279" x="8185150" y="1755775"/>
          <p14:tracePt t="70283" x="8189913" y="1762125"/>
          <p14:tracePt t="70291" x="8189913" y="1784350"/>
          <p14:tracePt t="70297" x="8189913" y="1806575"/>
          <p14:tracePt t="70304" x="8189913" y="1824038"/>
          <p14:tracePt t="70311" x="8196263" y="1852613"/>
          <p14:tracePt t="70319" x="8196263" y="1858963"/>
          <p14:tracePt t="70325" x="8202613" y="1870075"/>
          <p14:tracePt t="70332" x="8202613" y="1874838"/>
          <p14:tracePt t="70339" x="8202613" y="1887538"/>
          <p14:tracePt t="70346" x="8207375" y="1892300"/>
          <p14:tracePt t="70354" x="8207375" y="1898650"/>
          <p14:tracePt t="70360" x="8207375" y="1903413"/>
          <p14:tracePt t="70367" x="8213725" y="1903413"/>
          <p14:tracePt t="70389" x="8213725" y="1909763"/>
          <p14:tracePt t="70416" x="8213725" y="1916113"/>
          <p14:tracePt t="70420" x="8213725" y="1920875"/>
          <p14:tracePt t="70428" x="8213725" y="1927225"/>
          <p14:tracePt t="70434" x="8213725" y="1931988"/>
          <p14:tracePt t="70443" x="8213725" y="1938338"/>
          <p14:tracePt t="70450" x="8207375" y="1944688"/>
          <p14:tracePt t="70457" x="8202613" y="1949450"/>
          <p14:tracePt t="70464" x="8189913" y="1960563"/>
          <p14:tracePt t="70471" x="8178800" y="1971675"/>
          <p14:tracePt t="70478" x="8156575" y="1978025"/>
          <p14:tracePt t="70485" x="8128000" y="1995488"/>
          <p14:tracePt t="70486" x="8116888" y="1995488"/>
          <p14:tracePt t="70487" x="8116888" y="2000250"/>
          <p14:tracePt t="70492" x="8081963" y="2006600"/>
          <p14:tracePt t="70499" x="8037513" y="2024063"/>
          <p14:tracePt t="70500" x="8020050" y="2028825"/>
          <p14:tracePt t="70506" x="7974013" y="2041525"/>
          <p14:tracePt t="70513" x="7916863" y="2046288"/>
          <p14:tracePt t="70514" x="7888288" y="2052638"/>
          <p14:tracePt t="70515" x="7877175" y="2052638"/>
          <p14:tracePt t="70520" x="7842250" y="2063750"/>
          <p14:tracePt t="70527" x="7769225" y="2070100"/>
          <p14:tracePt t="70528" x="7740650" y="2074863"/>
          <p14:tracePt t="70529" x="7734300" y="2074863"/>
          <p14:tracePt t="70533" x="7683500" y="2081213"/>
          <p14:tracePt t="70541" x="7604125" y="2085975"/>
          <p14:tracePt t="70542" x="7591425" y="2085975"/>
          <p14:tracePt t="70542" x="7580313" y="2092325"/>
          <p14:tracePt t="70543" x="7569200" y="2092325"/>
          <p14:tracePt t="70544" x="7564438" y="2092325"/>
          <p14:tracePt t="70547" x="7529513" y="2092325"/>
          <p14:tracePt t="70554" x="7439025" y="2097088"/>
          <p14:tracePt t="70561" x="7335838" y="2109788"/>
          <p14:tracePt t="70568" x="7250113" y="2109788"/>
          <p14:tracePt t="70575" x="7159625" y="2120900"/>
          <p14:tracePt t="70582" x="7073900" y="2125663"/>
          <p14:tracePt t="70589" x="6992938" y="2132013"/>
          <p14:tracePt t="70596" x="6919913" y="2138363"/>
          <p14:tracePt t="70603" x="6840538" y="2143125"/>
          <p14:tracePt t="70610" x="6759575" y="2154238"/>
          <p14:tracePt t="70617" x="6673850" y="2160588"/>
          <p14:tracePt t="70618" x="6645275" y="2160588"/>
          <p14:tracePt t="70624" x="6589713" y="2166938"/>
          <p14:tracePt t="70631" x="6486525" y="2166938"/>
          <p14:tracePt t="70632" x="6469063" y="2166938"/>
          <p14:tracePt t="70638" x="6411913" y="2166938"/>
          <p14:tracePt t="70645" x="6321425" y="2166938"/>
          <p14:tracePt t="70651" x="6218238" y="2160588"/>
          <p14:tracePt t="70658" x="6138863" y="2149475"/>
          <p14:tracePt t="70665" x="6059488" y="2132013"/>
          <p14:tracePt t="70672" x="5991225" y="2109788"/>
          <p14:tracePt t="70679" x="5938838" y="2092325"/>
          <p14:tracePt t="70686" x="5876925" y="2074863"/>
          <p14:tracePt t="70693" x="5813425" y="2052638"/>
          <p14:tracePt t="70700" x="5756275" y="2028825"/>
          <p14:tracePt t="70707" x="5705475" y="2017713"/>
          <p14:tracePt t="70714" x="5659438" y="2000250"/>
          <p14:tracePt t="70721" x="5602288" y="1989138"/>
          <p14:tracePt t="70722" x="5591175" y="1989138"/>
          <p14:tracePt t="70723" x="5586413" y="1984375"/>
          <p14:tracePt t="70728" x="5551488" y="1978025"/>
          <p14:tracePt t="70735" x="5500688" y="1971675"/>
          <p14:tracePt t="70742" x="5443538" y="1960563"/>
          <p14:tracePt t="70743" x="5421313" y="1960563"/>
          <p14:tracePt t="70749" x="5375275" y="1960563"/>
          <p14:tracePt t="70755" x="5318125" y="1955800"/>
          <p14:tracePt t="70762" x="5267325" y="1955800"/>
          <p14:tracePt t="70769" x="5199063" y="1949450"/>
          <p14:tracePt t="70770" x="5192713" y="1949450"/>
          <p14:tracePt t="70771" x="5181600" y="1949450"/>
          <p14:tracePt t="70776" x="5141913" y="1949450"/>
          <p14:tracePt t="70783" x="5084763" y="1938338"/>
          <p14:tracePt t="70790" x="5032375" y="1931988"/>
          <p14:tracePt t="70797" x="4987925" y="1927225"/>
          <p14:tracePt t="70804" x="4953000" y="1920875"/>
          <p14:tracePt t="70811" x="4919663" y="1920875"/>
          <p14:tracePt t="70818" x="4895850" y="1909763"/>
          <p14:tracePt t="70819" x="4891088" y="1909763"/>
          <p14:tracePt t="70825" x="4873625" y="1903413"/>
          <p14:tracePt t="70832" x="4845050" y="1898650"/>
          <p14:tracePt t="70839" x="4822825" y="1892300"/>
          <p14:tracePt t="70840" x="4816475" y="1892300"/>
          <p14:tracePt t="70846" x="4799013" y="1887538"/>
          <p14:tracePt t="70853" x="4776788" y="1881188"/>
          <p14:tracePt t="70860" x="4752975" y="1874838"/>
          <p14:tracePt t="70867" x="4737100" y="1874838"/>
          <p14:tracePt t="70867" x="4730750" y="1874838"/>
          <p14:tracePt t="70873" x="4713288" y="1870075"/>
          <p14:tracePt t="70880" x="4697413" y="1863725"/>
          <p14:tracePt t="70887" x="4679950" y="1858963"/>
          <p14:tracePt t="70894" x="4662488" y="1852613"/>
          <p14:tracePt t="70901" x="4651375" y="1846263"/>
          <p14:tracePt t="70908" x="4640263" y="1841500"/>
          <p14:tracePt t="70915" x="4627563" y="1835150"/>
          <p14:tracePt t="70922" x="4622800" y="1835150"/>
          <p14:tracePt t="70929" x="4616450" y="1835150"/>
          <p14:tracePt t="70936" x="4616450" y="1830388"/>
          <p14:tracePt t="70943" x="4611688" y="1830388"/>
          <p14:tracePt t="70968" x="4611688" y="1824038"/>
          <p14:tracePt t="70972" x="4611688" y="1819275"/>
          <p14:tracePt t="70979" x="4611688" y="1812925"/>
          <p14:tracePt t="70985" x="4611688" y="1806575"/>
          <p14:tracePt t="70992" x="4611688" y="1801813"/>
          <p14:tracePt t="70993" x="4611688" y="1795463"/>
          <p14:tracePt t="70999" x="4611688" y="1790700"/>
          <p14:tracePt t="71014" x="4611688" y="1784350"/>
          <p14:tracePt t="71018" x="4616450" y="1784350"/>
          <p14:tracePt t="71038" x="4622800" y="1784350"/>
          <p14:tracePt t="71041" x="4622800" y="1778000"/>
          <p14:tracePt t="71045" x="4622800" y="1773238"/>
          <p14:tracePt t="71054" x="4627563" y="1766888"/>
          <p14:tracePt t="71062" x="4633913" y="1762125"/>
          <p14:tracePt t="71068" x="4645025" y="1755775"/>
          <p14:tracePt t="71075" x="4656138" y="1749425"/>
          <p14:tracePt t="71082" x="4662488" y="1744663"/>
          <p14:tracePt t="71089" x="4673600" y="1738313"/>
          <p14:tracePt t="71097" x="4679950" y="1738313"/>
          <p14:tracePt t="71103" x="4691063" y="1738313"/>
          <p14:tracePt t="71117" x="4708525" y="1733550"/>
          <p14:tracePt t="71124" x="4719638" y="1733550"/>
          <p14:tracePt t="71131" x="4737100" y="1733550"/>
          <p14:tracePt t="71132" x="4741863" y="1733550"/>
          <p14:tracePt t="71137" x="4759325" y="1733550"/>
          <p14:tracePt t="71145" x="4787900" y="1733550"/>
          <p14:tracePt t="71151" x="4822825" y="1733550"/>
          <p14:tracePt t="71158" x="4856163" y="1733550"/>
          <p14:tracePt t="71165" x="4891088" y="1733550"/>
          <p14:tracePt t="71172" x="4941888" y="1727200"/>
          <p14:tracePt t="71179" x="4992688" y="1720850"/>
          <p14:tracePt t="71186" x="5067300" y="1716088"/>
          <p14:tracePt t="71193" x="5146675" y="1716088"/>
          <p14:tracePt t="71200" x="5210175" y="1716088"/>
          <p14:tracePt t="71207" x="5272088" y="1716088"/>
          <p14:tracePt t="71214" x="5322888" y="1716088"/>
          <p14:tracePt t="71221" x="5375275" y="1716088"/>
          <p14:tracePt t="71228" x="5421313" y="1716088"/>
          <p14:tracePt t="71235" x="5461000" y="1716088"/>
          <p14:tracePt t="71242" x="5494338" y="1716088"/>
          <p14:tracePt t="71243" x="5505450" y="1716088"/>
          <p14:tracePt t="71249" x="5522913" y="1716088"/>
          <p14:tracePt t="71256" x="5551488" y="1716088"/>
          <p14:tracePt t="71256" x="5562600" y="1716088"/>
          <p14:tracePt t="71262" x="5591175" y="1716088"/>
          <p14:tracePt t="71270" x="5626100" y="1716088"/>
          <p14:tracePt t="71277" x="5665788" y="1716088"/>
          <p14:tracePt t="71283" x="5711825" y="1716088"/>
          <p14:tracePt t="71291" x="5751513" y="1716088"/>
          <p14:tracePt t="71297" x="5797550" y="1716088"/>
          <p14:tracePt t="71304" x="5842000" y="1709738"/>
          <p14:tracePt t="71311" x="5888038" y="1709738"/>
          <p14:tracePt t="71318" x="5945188" y="1709738"/>
          <p14:tracePt t="71325" x="6007100" y="1709738"/>
          <p14:tracePt t="71332" x="6088063" y="1709738"/>
          <p14:tracePt t="71339" x="6167438" y="1709738"/>
          <p14:tracePt t="71346" x="6242050" y="1709738"/>
          <p14:tracePt t="71353" x="6310313" y="1709738"/>
          <p14:tracePt t="71354" x="6338888" y="1709738"/>
          <p14:tracePt t="71360" x="6389688" y="1709738"/>
          <p14:tracePt t="71367" x="6497638" y="1709738"/>
          <p14:tracePt t="71374" x="6605588" y="1716088"/>
          <p14:tracePt t="71374" x="6623050" y="1716088"/>
          <p14:tracePt t="71375" x="6640513" y="1720850"/>
          <p14:tracePt t="71376" x="6657975" y="1720850"/>
          <p14:tracePt t="71381" x="6719888" y="1720850"/>
          <p14:tracePt t="71387" x="6816725" y="1720850"/>
          <p14:tracePt t="71394" x="6931025" y="1720850"/>
          <p14:tracePt t="71401" x="7038975" y="1720850"/>
          <p14:tracePt t="71408" x="7146925" y="1720850"/>
          <p14:tracePt t="71415" x="7243763" y="1720850"/>
          <p14:tracePt t="71422" x="7335838" y="1716088"/>
          <p14:tracePt t="71429" x="7397750" y="1709738"/>
          <p14:tracePt t="71430" x="7432675" y="1709738"/>
          <p14:tracePt t="71436" x="7483475" y="1709738"/>
          <p14:tracePt t="71443" x="7540625" y="1709738"/>
          <p14:tracePt t="71450" x="7586663" y="1709738"/>
          <p14:tracePt t="71457" x="7608888" y="1709738"/>
          <p14:tracePt t="71464" x="7626350" y="1709738"/>
          <p14:tracePt t="71471" x="7632700" y="1716088"/>
          <p14:tracePt t="71472" x="7637463" y="1716088"/>
          <p14:tracePt t="71513" x="7643813" y="1716088"/>
          <p14:tracePt t="71521" x="7643813" y="1720850"/>
          <p14:tracePt t="71524" x="7648575" y="1720850"/>
          <p14:tracePt t="71526" x="7648575" y="1727200"/>
          <p14:tracePt t="71533" x="7654925" y="1727200"/>
          <p14:tracePt t="71540" x="7661275" y="1733550"/>
          <p14:tracePt t="71547" x="7677150" y="1738313"/>
          <p14:tracePt t="71554" x="7689850" y="1738313"/>
          <p14:tracePt t="71555" x="7694613" y="1744663"/>
          <p14:tracePt t="71556" x="7700963" y="1744663"/>
          <p14:tracePt t="71561" x="7705725" y="1749425"/>
          <p14:tracePt t="71568" x="7729538" y="1762125"/>
          <p14:tracePt t="71575" x="7758113" y="1766888"/>
          <p14:tracePt t="71582" x="7769225" y="1778000"/>
          <p14:tracePt t="71583" x="7773988" y="1778000"/>
          <p14:tracePt t="71589" x="7786688" y="1778000"/>
          <p14:tracePt t="71596" x="7791450" y="1784350"/>
          <p14:tracePt t="71603" x="7797800" y="1790700"/>
          <p14:tracePt t="71610" x="7802563" y="1790700"/>
          <p14:tracePt t="71617" x="7808913" y="1790700"/>
          <p14:tracePt t="71624" x="7820025" y="1795463"/>
          <p14:tracePt t="71631" x="7826375" y="1801813"/>
          <p14:tracePt t="71637" x="7831138" y="1801813"/>
          <p14:tracePt t="71645" x="7837488" y="1806575"/>
          <p14:tracePt t="71697" x="7837488" y="1812925"/>
          <p14:tracePt t="71702" x="7842250" y="1812925"/>
          <p14:tracePt t="71705" x="7842250" y="1819275"/>
          <p14:tracePt t="71714" x="7854950" y="1830388"/>
          <p14:tracePt t="71715" x="7854950" y="1835150"/>
          <p14:tracePt t="71721" x="7859713" y="1841500"/>
          <p14:tracePt t="71729" x="7870825" y="1858963"/>
          <p14:tracePt t="71736" x="7877175" y="1863725"/>
          <p14:tracePt t="71742" x="7883525" y="1874838"/>
          <p14:tracePt t="71749" x="7888288" y="1874838"/>
          <p14:tracePt t="71812" x="7888288" y="1881188"/>
          <p14:tracePt t="71817" x="7883525" y="1881188"/>
          <p14:tracePt t="71821" x="7870825" y="1881188"/>
          <p14:tracePt t="71826" x="7866063" y="1881188"/>
          <p14:tracePt t="71833" x="7859713" y="1881188"/>
          <p14:tracePt t="71839" x="7842250" y="1887538"/>
          <p14:tracePt t="71846" x="7831138" y="1887538"/>
          <p14:tracePt t="71853" x="7820025" y="1887538"/>
          <p14:tracePt t="71860" x="7815263" y="1887538"/>
          <p14:tracePt t="71867" x="7808913" y="1887538"/>
          <p14:tracePt t="71874" x="7802563" y="1887538"/>
          <p14:tracePt t="72367" x="7797800" y="1887538"/>
          <p14:tracePt t="72371" x="7791450" y="1892300"/>
          <p14:tracePt t="72375" x="7786688" y="1892300"/>
          <p14:tracePt t="72381" x="7773988" y="1898650"/>
          <p14:tracePt t="72388" x="7758113" y="1898650"/>
          <p14:tracePt t="72395" x="7740650" y="1903413"/>
          <p14:tracePt t="72395" x="7734300" y="1903413"/>
          <p14:tracePt t="72401" x="7723188" y="1903413"/>
          <p14:tracePt t="72409" x="7705725" y="1909763"/>
          <p14:tracePt t="72416" x="7683500" y="1909763"/>
          <p14:tracePt t="72423" x="7661275" y="1916113"/>
          <p14:tracePt t="72429" x="7643813" y="1920875"/>
          <p14:tracePt t="72436" x="7615238" y="1927225"/>
          <p14:tracePt t="72443" x="7586663" y="1927225"/>
          <p14:tracePt t="72450" x="7540625" y="1938338"/>
          <p14:tracePt t="72457" x="7494588" y="1949450"/>
          <p14:tracePt t="72458" x="7478713" y="1949450"/>
          <p14:tracePt t="72464" x="7439025" y="1955800"/>
          <p14:tracePt t="72471" x="7369175" y="1966913"/>
          <p14:tracePt t="72478" x="7300913" y="1978025"/>
          <p14:tracePt t="72485" x="7243763" y="1984375"/>
          <p14:tracePt t="72492" x="7192963" y="1995488"/>
          <p14:tracePt t="72499" x="7146925" y="2000250"/>
          <p14:tracePt t="72506" x="7102475" y="2012950"/>
          <p14:tracePt t="72513" x="7062788" y="2017713"/>
          <p14:tracePt t="72520" x="7027863" y="2028825"/>
          <p14:tracePt t="72521" x="7021513" y="2028825"/>
          <p14:tracePt t="72533" x="6977063" y="2041525"/>
          <p14:tracePt t="72541" x="6959600" y="2041525"/>
          <p14:tracePt t="72547" x="6942138" y="2046288"/>
          <p14:tracePt t="72554" x="6924675" y="2052638"/>
          <p14:tracePt t="72561" x="6913563" y="2057400"/>
          <p14:tracePt t="72568" x="6896100" y="2057400"/>
          <p14:tracePt t="72575" x="6884988" y="2063750"/>
          <p14:tracePt t="72582" x="6873875" y="2063750"/>
          <p14:tracePt t="72589" x="6869113" y="2063750"/>
          <p14:tracePt t="72596" x="6862763" y="2063750"/>
          <p14:tracePt t="72613" x="6856413" y="2063750"/>
          <p14:tracePt t="72618" x="6851650" y="2063750"/>
          <p14:tracePt t="72623" x="6845300" y="2057400"/>
          <p14:tracePt t="72624" x="6840538" y="2057400"/>
          <p14:tracePt t="72630" x="6834188" y="2052638"/>
          <p14:tracePt t="72637" x="6816725" y="2041525"/>
          <p14:tracePt t="72645" x="6805613" y="2035175"/>
          <p14:tracePt t="72651" x="6794500" y="2028825"/>
          <p14:tracePt t="72658" x="6783388" y="2017713"/>
          <p14:tracePt t="72665" x="6765925" y="2012950"/>
          <p14:tracePt t="72672" x="6748463" y="2006600"/>
          <p14:tracePt t="72679" x="6731000" y="2000250"/>
          <p14:tracePt t="72686" x="6719888" y="1995488"/>
          <p14:tracePt t="72693" x="6702425" y="1989138"/>
          <p14:tracePt t="72700" x="6697663" y="1989138"/>
          <p14:tracePt t="72707" x="6691313" y="1984375"/>
          <p14:tracePt t="72714" x="6673850" y="1984375"/>
          <p14:tracePt t="72721" x="6662738" y="1978025"/>
          <p14:tracePt t="72722" x="6657975" y="1978025"/>
          <p14:tracePt t="72728" x="6651625" y="1978025"/>
          <p14:tracePt t="72735" x="6629400" y="1978025"/>
          <p14:tracePt t="72742" x="6611938" y="1971675"/>
          <p14:tracePt t="72742" x="6605588" y="1971675"/>
          <p14:tracePt t="72743" x="6600825" y="1971675"/>
          <p14:tracePt t="72748" x="6583363" y="1971675"/>
          <p14:tracePt t="72755" x="6554788" y="1966913"/>
          <p14:tracePt t="72762" x="6526213" y="1966913"/>
          <p14:tracePt t="72769" x="6497638" y="1966913"/>
          <p14:tracePt t="72770" x="6492875" y="1966913"/>
          <p14:tracePt t="72776" x="6469063" y="1966913"/>
          <p14:tracePt t="72783" x="6435725" y="1966913"/>
          <p14:tracePt t="72790" x="6407150" y="1966913"/>
          <p14:tracePt t="72797" x="6378575" y="1966913"/>
          <p14:tracePt t="72804" x="6343650" y="1966913"/>
          <p14:tracePt t="72811" x="6297613" y="1971675"/>
          <p14:tracePt t="72818" x="6229350" y="1971675"/>
          <p14:tracePt t="72825" x="6156325" y="1978025"/>
          <p14:tracePt t="72832" x="6099175" y="1978025"/>
          <p14:tracePt t="72839" x="6030913" y="1978025"/>
          <p14:tracePt t="72846" x="5978525" y="1978025"/>
          <p14:tracePt t="72853" x="5934075" y="1978025"/>
          <p14:tracePt t="72860" x="5899150" y="1978025"/>
          <p14:tracePt t="72861" x="5894388" y="1978025"/>
          <p14:tracePt t="72867" x="5876925" y="1978025"/>
          <p14:tracePt t="72874" x="5865813" y="1978025"/>
          <p14:tracePt t="72881" x="5859463" y="1978025"/>
          <p14:tracePt t="72911" x="5859463" y="1971675"/>
          <p14:tracePt t="72937" x="5859463" y="1966913"/>
          <p14:tracePt t="72947" x="5865813" y="1966913"/>
          <p14:tracePt t="72952" x="5865813" y="1960563"/>
          <p14:tracePt t="72955" x="5870575" y="1960563"/>
          <p14:tracePt t="72958" x="5876925" y="1960563"/>
          <p14:tracePt t="72964" x="5881688" y="1955800"/>
          <p14:tracePt t="72971" x="5899150" y="1949450"/>
          <p14:tracePt t="72978" x="5916613" y="1944688"/>
          <p14:tracePt t="72985" x="5945188" y="1938338"/>
          <p14:tracePt t="72992" x="5984875" y="1931988"/>
          <p14:tracePt t="72993" x="5995988" y="1931988"/>
          <p14:tracePt t="72999" x="6030913" y="1927225"/>
          <p14:tracePt t="73007" x="6070600" y="1927225"/>
          <p14:tracePt t="73013" x="6110288" y="1920875"/>
          <p14:tracePt t="73027" x="6172200" y="1920875"/>
          <p14:tracePt t="73028" x="6184900" y="1920875"/>
          <p14:tracePt t="73033" x="6200775" y="1920875"/>
          <p14:tracePt t="73041" x="6224588" y="1927225"/>
          <p14:tracePt t="73047" x="6246813" y="1927225"/>
          <p14:tracePt t="73054" x="6270625" y="1938338"/>
          <p14:tracePt t="73055" x="6281738" y="1938338"/>
          <p14:tracePt t="73061" x="6303963" y="1944688"/>
          <p14:tracePt t="73068" x="6350000" y="1955800"/>
          <p14:tracePt t="73075" x="6400800" y="1960563"/>
          <p14:tracePt t="73082" x="6446838" y="1966913"/>
          <p14:tracePt t="73083" x="6464300" y="1966913"/>
          <p14:tracePt t="73084" x="6475413" y="1966913"/>
          <p14:tracePt t="73089" x="6508750" y="1966913"/>
          <p14:tracePt t="73096" x="6561138" y="1966913"/>
          <p14:tracePt t="73103" x="6629400" y="1966913"/>
          <p14:tracePt t="73110" x="6680200" y="1966913"/>
          <p14:tracePt t="73111" x="6702425" y="1966913"/>
          <p14:tracePt t="73112" x="6715125" y="1966913"/>
          <p14:tracePt t="73113" x="6719888" y="1966913"/>
          <p14:tracePt t="73117" x="6743700" y="1960563"/>
          <p14:tracePt t="73124" x="6805613" y="1960563"/>
          <p14:tracePt t="73131" x="6851650" y="1955800"/>
          <p14:tracePt t="73138" x="6880225" y="1949450"/>
          <p14:tracePt t="73145" x="6896100" y="1944688"/>
          <p14:tracePt t="73146" x="6902450" y="1944688"/>
          <p14:tracePt t="73151" x="6908800" y="1944688"/>
          <p14:tracePt t="73159" x="6913563" y="1944688"/>
          <p14:tracePt t="73211" x="6919913" y="1944688"/>
          <p14:tracePt t="73216" x="6924675" y="1938338"/>
          <p14:tracePt t="73222" x="6931025" y="1938338"/>
          <p14:tracePt t="73223" x="6937375" y="1938338"/>
          <p14:tracePt t="73229" x="6942138" y="1938338"/>
          <p14:tracePt t="73232" x="6948488" y="1938338"/>
          <p14:tracePt t="73236" x="6959600" y="1938338"/>
          <p14:tracePt t="73242" x="6965950" y="1938338"/>
          <p14:tracePt t="73249" x="6981825" y="1938338"/>
          <p14:tracePt t="73256" x="6992938" y="1938338"/>
          <p14:tracePt t="73262" x="7005638" y="1938338"/>
          <p14:tracePt t="73269" x="7016750" y="1938338"/>
          <p14:tracePt t="73276" x="7027863" y="1938338"/>
          <p14:tracePt t="73283" x="7034213" y="1938338"/>
          <p14:tracePt t="73290" x="7045325" y="1938338"/>
          <p14:tracePt t="73297" x="7050088" y="1938338"/>
          <p14:tracePt t="73304" x="7056438" y="1938338"/>
          <p14:tracePt t="73311" x="7062788" y="1944688"/>
          <p14:tracePt t="73318" x="7067550" y="1944688"/>
          <p14:tracePt t="73325" x="7073900" y="1944688"/>
          <p14:tracePt t="73332" x="7078663" y="1944688"/>
          <p14:tracePt t="73344" x="7085013" y="1944688"/>
          <p14:tracePt t="73354" x="7091363" y="1944688"/>
          <p14:tracePt t="73358" x="7096125" y="1944688"/>
          <p14:tracePt t="73362" x="7102475" y="1944688"/>
          <p14:tracePt t="73368" x="7107238" y="1944688"/>
          <p14:tracePt t="73374" x="7118350" y="1944688"/>
          <p14:tracePt t="73380" x="7135813" y="1944688"/>
          <p14:tracePt t="73387" x="7153275" y="1944688"/>
          <p14:tracePt t="73394" x="7170738" y="1944688"/>
          <p14:tracePt t="73395" x="7175500" y="1944688"/>
          <p14:tracePt t="73396" x="7181850" y="1944688"/>
          <p14:tracePt t="73402" x="7199313" y="1944688"/>
          <p14:tracePt t="73409" x="7227888" y="1944688"/>
          <p14:tracePt t="73415" x="7256463" y="1944688"/>
          <p14:tracePt t="73422" x="7289800" y="1949450"/>
          <p14:tracePt t="73429" x="7313613" y="1949450"/>
          <p14:tracePt t="73430" x="7324725" y="1949450"/>
          <p14:tracePt t="73436" x="7346950" y="1949450"/>
          <p14:tracePt t="73443" x="7381875" y="1949450"/>
          <p14:tracePt t="73450" x="7410450" y="1949450"/>
          <p14:tracePt t="73457" x="7439025" y="1955800"/>
          <p14:tracePt t="73458" x="7450138" y="1955800"/>
          <p14:tracePt t="73464" x="7472363" y="1955800"/>
          <p14:tracePt t="73471" x="7507288" y="1955800"/>
          <p14:tracePt t="73472" x="7512050" y="1960563"/>
          <p14:tracePt t="73473" x="7518400" y="1960563"/>
          <p14:tracePt t="73478" x="7529513" y="1960563"/>
          <p14:tracePt t="73485" x="7551738" y="1966913"/>
          <p14:tracePt t="73486" x="7558088" y="1966913"/>
          <p14:tracePt t="73492" x="7575550" y="1966913"/>
          <p14:tracePt t="73499" x="7586663" y="1966913"/>
          <p14:tracePt t="73506" x="7608888" y="1971675"/>
          <p14:tracePt t="73506" x="7615238" y="1971675"/>
          <p14:tracePt t="73512" x="7620000" y="1971675"/>
          <p14:tracePt t="73519" x="7637463" y="1971675"/>
          <p14:tracePt t="73527" x="7643813" y="1971675"/>
          <p14:tracePt t="73534" x="7648575" y="1978025"/>
          <p14:tracePt t="73574" x="7654925" y="1978025"/>
          <p14:tracePt t="73581" x="7661275" y="1978025"/>
          <p14:tracePt t="73591" x="7666038" y="1978025"/>
          <p14:tracePt t="75025" x="7661275" y="1978025"/>
          <p14:tracePt t="75028" x="7654925" y="1978025"/>
          <p14:tracePt t="75033" x="7637463" y="1989138"/>
          <p14:tracePt t="75041" x="7604125" y="2006600"/>
          <p14:tracePt t="75047" x="7569200" y="2028825"/>
          <p14:tracePt t="75054" x="7546975" y="2046288"/>
          <p14:tracePt t="75061" x="7518400" y="2063750"/>
          <p14:tracePt t="75068" x="7494588" y="2074863"/>
          <p14:tracePt t="75069" x="7483475" y="2081213"/>
          <p14:tracePt t="75075" x="7472363" y="2085975"/>
          <p14:tracePt t="75082" x="7454900" y="2097088"/>
          <p14:tracePt t="75083" x="7450138" y="2103438"/>
          <p14:tracePt t="75089" x="7439025" y="2109788"/>
          <p14:tracePt t="75096" x="7426325" y="2120900"/>
          <p14:tracePt t="75103" x="7410450" y="2125663"/>
          <p14:tracePt t="75110" x="7404100" y="2125663"/>
          <p14:tracePt t="75117" x="7392988" y="2132013"/>
          <p14:tracePt t="75124" x="7386638" y="2138363"/>
          <p14:tracePt t="75177" x="7381875" y="2138363"/>
          <p14:tracePt t="75761" x="7375525" y="2138363"/>
          <p14:tracePt t="75764" x="7369175" y="2138363"/>
          <p14:tracePt t="75769" x="7369175" y="2143125"/>
          <p14:tracePt t="75776" x="7364413" y="2149475"/>
          <p14:tracePt t="75783" x="7353300" y="2154238"/>
          <p14:tracePt t="75790" x="7335838" y="2171700"/>
          <p14:tracePt t="75797" x="7324725" y="2182813"/>
          <p14:tracePt t="75804" x="7307263" y="2195513"/>
          <p14:tracePt t="75805" x="7300913" y="2200275"/>
          <p14:tracePt t="75806" x="7289800" y="2206625"/>
          <p14:tracePt t="75811" x="7278688" y="2211388"/>
          <p14:tracePt t="75818" x="7250113" y="2235200"/>
          <p14:tracePt t="75825" x="7216775" y="2257425"/>
          <p14:tracePt t="75832" x="7188200" y="2292350"/>
          <p14:tracePt t="75839" x="7146925" y="2332038"/>
          <p14:tracePt t="75846" x="7107238" y="2376488"/>
          <p14:tracePt t="75847" x="7096125" y="2393950"/>
          <p14:tracePt t="75848" x="7085013" y="2400300"/>
          <p14:tracePt t="75853" x="7056438" y="2428875"/>
          <p14:tracePt t="75860" x="7010400" y="2468563"/>
          <p14:tracePt t="75867" x="6959600" y="2514600"/>
          <p14:tracePt t="75868" x="6948488" y="2519363"/>
          <p14:tracePt t="75873" x="6919913" y="2543175"/>
          <p14:tracePt t="75881" x="6873875" y="2565400"/>
          <p14:tracePt t="75882" x="6862763" y="2571750"/>
          <p14:tracePt t="75882" x="6856413" y="2576513"/>
          <p14:tracePt t="75883" x="6851650" y="2576513"/>
          <p14:tracePt t="75887" x="6816725" y="2587625"/>
          <p14:tracePt t="75895" x="6765925" y="2611438"/>
          <p14:tracePt t="75896" x="6748463" y="2622550"/>
          <p14:tracePt t="75901" x="6708775" y="2640013"/>
          <p14:tracePt t="75908" x="6629400" y="2668588"/>
          <p14:tracePt t="75915" x="6565900" y="2697163"/>
          <p14:tracePt t="75922" x="6497638" y="2725738"/>
          <p14:tracePt t="75930" x="6429375" y="2752725"/>
          <p14:tracePt t="75930" x="6407150" y="2765425"/>
          <p14:tracePt t="75931" x="6389688" y="2765425"/>
          <p14:tracePt t="75936" x="6350000" y="2781300"/>
          <p14:tracePt t="75943" x="6275388" y="2805113"/>
          <p14:tracePt t="75950" x="6207125" y="2822575"/>
          <p14:tracePt t="75957" x="6145213" y="2833688"/>
          <p14:tracePt t="75958" x="6127750" y="2833688"/>
          <p14:tracePt t="75959" x="6121400" y="2833688"/>
          <p14:tracePt t="75964" x="6088063" y="2833688"/>
          <p14:tracePt t="75971" x="6035675" y="2833688"/>
          <p14:tracePt t="75978" x="5995988" y="2833688"/>
          <p14:tracePt t="75979" x="5984875" y="2833688"/>
          <p14:tracePt t="75980" x="5978525" y="2833688"/>
          <p14:tracePt t="75985" x="5962650" y="2833688"/>
          <p14:tracePt t="75992" x="5921375" y="2833688"/>
          <p14:tracePt t="75993" x="5916613" y="2833688"/>
          <p14:tracePt t="75998" x="5894388" y="2822575"/>
          <p14:tracePt t="76005" x="5870575" y="2816225"/>
          <p14:tracePt t="76012" x="5853113" y="2809875"/>
          <p14:tracePt t="76020" x="5830888" y="2805113"/>
          <p14:tracePt t="76021" x="5824538" y="2805113"/>
          <p14:tracePt t="76027" x="5808663" y="2794000"/>
          <p14:tracePt t="76034" x="5791200" y="2787650"/>
          <p14:tracePt t="76040" x="5773738" y="2776538"/>
          <p14:tracePt t="76047" x="5762625" y="2770188"/>
          <p14:tracePt t="76054" x="5751513" y="2752725"/>
          <p14:tracePt t="76061" x="5740400" y="2741613"/>
          <p14:tracePt t="76068" x="5722938" y="2719388"/>
          <p14:tracePt t="76076" x="5705475" y="2697163"/>
          <p14:tracePt t="76083" x="5688013" y="2668588"/>
          <p14:tracePt t="76096" x="5659438" y="2616200"/>
          <p14:tracePt t="76103" x="5648325" y="2600325"/>
          <p14:tracePt t="76117" x="5637213" y="2559050"/>
          <p14:tracePt t="76124" x="5630863" y="2547938"/>
          <p14:tracePt t="76131" x="5626100" y="2530475"/>
          <p14:tracePt t="76138" x="5626100" y="2525713"/>
          <p14:tracePt t="76145" x="5626100" y="2519363"/>
          <p14:tracePt t="76152" x="5619750" y="2508250"/>
          <p14:tracePt t="76159" x="5619750" y="2501900"/>
          <p14:tracePt t="76173" x="5614988" y="2486025"/>
          <p14:tracePt t="76179" x="5608638" y="2479675"/>
          <p14:tracePt t="76186" x="5597525" y="2474913"/>
          <p14:tracePt t="76193" x="5591175" y="2462213"/>
          <p14:tracePt t="76200" x="5580063" y="2451100"/>
          <p14:tracePt t="76207" x="5568950" y="2446338"/>
          <p14:tracePt t="76214" x="5557838" y="2433638"/>
          <p14:tracePt t="76221" x="5546725" y="2428875"/>
          <p14:tracePt t="76222" x="5540375" y="2428875"/>
          <p14:tracePt t="76228" x="5529263" y="2422525"/>
          <p14:tracePt t="76235" x="5518150" y="2422525"/>
          <p14:tracePt t="76242" x="5500688" y="2417763"/>
          <p14:tracePt t="76243" x="5494338" y="2411413"/>
          <p14:tracePt t="76249" x="5489575" y="2411413"/>
          <p14:tracePt t="76256" x="5476875" y="2411413"/>
          <p14:tracePt t="76263" x="5472113" y="2405063"/>
          <p14:tracePt t="76270" x="5465763" y="2405063"/>
          <p14:tracePt t="76276" x="5454650" y="2405063"/>
          <p14:tracePt t="76283" x="5448300" y="2405063"/>
          <p14:tracePt t="76291" x="5443538" y="2405063"/>
          <p14:tracePt t="76297" x="5437188" y="2405063"/>
          <p14:tracePt t="76315" x="5432425" y="2405063"/>
          <p14:tracePt t="76321" x="5432425" y="2400300"/>
          <p14:tracePt t="76324" x="5426075" y="2400300"/>
          <p14:tracePt t="76331" x="5421313" y="2400300"/>
          <p14:tracePt t="76337" x="5414963" y="2400300"/>
          <p14:tracePt t="76339" x="5408613" y="2400300"/>
          <p14:tracePt t="76346" x="5397500" y="2400300"/>
          <p14:tracePt t="76353" x="5380038" y="2400300"/>
          <p14:tracePt t="76360" x="5364163" y="2400300"/>
          <p14:tracePt t="76367" x="5340350" y="2400300"/>
          <p14:tracePt t="76374" x="5318125" y="2400300"/>
          <p14:tracePt t="76381" x="5300663" y="2400300"/>
          <p14:tracePt t="76388" x="5278438" y="2400300"/>
          <p14:tracePt t="76395" x="5267325" y="2400300"/>
          <p14:tracePt t="76402" x="5260975" y="2400300"/>
          <p14:tracePt t="76408" x="5254625" y="2393950"/>
          <p14:tracePt t="76416" x="5254625" y="2389188"/>
          <p14:tracePt t="76423" x="5249863" y="2389188"/>
          <p14:tracePt t="76429" x="5249863" y="2382838"/>
          <p14:tracePt t="76436" x="5249863" y="2376488"/>
          <p14:tracePt t="76443" x="5243513" y="2365375"/>
          <p14:tracePt t="76450" x="5243513" y="2360613"/>
          <p14:tracePt t="76457" x="5238750" y="2354263"/>
          <p14:tracePt t="76465" x="5238750" y="2349500"/>
          <p14:tracePt t="76576" x="5238750" y="2343150"/>
          <p14:tracePt t="76581" x="5238750" y="2336800"/>
          <p14:tracePt t="76583" x="5243513" y="2336800"/>
          <p14:tracePt t="76589" x="5249863" y="2332038"/>
          <p14:tracePt t="76596" x="5260975" y="2325688"/>
          <p14:tracePt t="76603" x="5267325" y="2320925"/>
          <p14:tracePt t="76610" x="5272088" y="2314575"/>
          <p14:tracePt t="76610" x="5278438" y="2314575"/>
          <p14:tracePt t="76611" x="5283200" y="2314575"/>
          <p14:tracePt t="76617" x="5289550" y="2314575"/>
          <p14:tracePt t="76624" x="5295900" y="2308225"/>
          <p14:tracePt t="76625" x="5307013" y="2308225"/>
          <p14:tracePt t="76631" x="5311775" y="2308225"/>
          <p14:tracePt t="76638" x="5335588" y="2303463"/>
          <p14:tracePt t="76645" x="5351463" y="2297113"/>
          <p14:tracePt t="76651" x="5375275" y="2297113"/>
          <p14:tracePt t="76658" x="5397500" y="2292350"/>
          <p14:tracePt t="76665" x="5414963" y="2292350"/>
          <p14:tracePt t="76672" x="5432425" y="2292350"/>
          <p14:tracePt t="76680" x="5448300" y="2286000"/>
          <p14:tracePt t="76680" x="5454650" y="2286000"/>
          <p14:tracePt t="76686" x="5465763" y="2286000"/>
          <p14:tracePt t="76693" x="5476875" y="2286000"/>
          <p14:tracePt t="76700" x="5483225" y="2279650"/>
          <p14:tracePt t="76707" x="5489575" y="2279650"/>
          <p14:tracePt t="76714" x="5494338" y="2279650"/>
          <p14:tracePt t="76845" x="5494338" y="2274888"/>
          <p14:tracePt t="77247" x="5494338" y="2279650"/>
          <p14:tracePt t="77250" x="5494338" y="2286000"/>
          <p14:tracePt t="77256" x="5494338" y="2297113"/>
          <p14:tracePt t="77263" x="5494338" y="2314575"/>
          <p14:tracePt t="77270" x="5500688" y="2336800"/>
          <p14:tracePt t="77276" x="5505450" y="2354263"/>
          <p14:tracePt t="77283" x="5518150" y="2371725"/>
          <p14:tracePt t="77290" x="5522913" y="2393950"/>
          <p14:tracePt t="77297" x="5529263" y="2405063"/>
          <p14:tracePt t="77305" x="5540375" y="2422525"/>
          <p14:tracePt t="77311" x="5540375" y="2433638"/>
          <p14:tracePt t="77318" x="5546725" y="2446338"/>
          <p14:tracePt t="77325" x="5551488" y="2457450"/>
          <p14:tracePt t="77332" x="5551488" y="2468563"/>
          <p14:tracePt t="77339" x="5562600" y="2486025"/>
          <p14:tracePt t="77346" x="5568950" y="2508250"/>
          <p14:tracePt t="77353" x="5573713" y="2525713"/>
          <p14:tracePt t="77360" x="5580063" y="2547938"/>
          <p14:tracePt t="77368" x="5586413" y="2571750"/>
          <p14:tracePt t="77374" x="5591175" y="2593975"/>
          <p14:tracePt t="77388" x="5591175" y="2616200"/>
          <p14:tracePt t="77389" x="5591175" y="2622550"/>
          <p14:tracePt t="77397" x="5591175" y="2627313"/>
          <p14:tracePt t="77455" x="5591175" y="2633663"/>
          <p14:tracePt t="77459" x="5586413" y="2633663"/>
          <p14:tracePt t="77464" x="5580063" y="2640013"/>
          <p14:tracePt t="77471" x="5562600" y="2644775"/>
          <p14:tracePt t="77478" x="5546725" y="2655888"/>
          <p14:tracePt t="77479" x="5534025" y="2655888"/>
          <p14:tracePt t="77485" x="5518150" y="2662238"/>
          <p14:tracePt t="77492" x="5494338" y="2673350"/>
          <p14:tracePt t="77493" x="5489575" y="2679700"/>
          <p14:tracePt t="77494" x="5476875" y="2679700"/>
          <p14:tracePt t="77499" x="5465763" y="2684463"/>
          <p14:tracePt t="77506" x="5437188" y="2697163"/>
          <p14:tracePt t="77507" x="5432425" y="2697163"/>
          <p14:tracePt t="77513" x="5414963" y="2708275"/>
          <p14:tracePt t="77520" x="5392738" y="2713038"/>
          <p14:tracePt t="77527" x="5380038" y="2713038"/>
          <p14:tracePt t="77534" x="5364163" y="2725738"/>
          <p14:tracePt t="77541" x="5357813" y="2725738"/>
          <p14:tracePt t="77548" x="5351463" y="2730500"/>
          <p14:tracePt t="77555" x="5340350" y="2730500"/>
          <p14:tracePt t="77680" x="5340350" y="2725738"/>
          <p14:tracePt t="77683" x="5335588" y="2719388"/>
          <p14:tracePt t="77688" x="5329238" y="2713038"/>
          <p14:tracePt t="77693" x="5329238" y="2708275"/>
          <p14:tracePt t="77700" x="5318125" y="2697163"/>
          <p14:tracePt t="77701" x="5318125" y="2690813"/>
          <p14:tracePt t="77707" x="5307013" y="2673350"/>
          <p14:tracePt t="77714" x="5295900" y="2651125"/>
          <p14:tracePt t="77715" x="5295900" y="2644775"/>
          <p14:tracePt t="77721" x="5289550" y="2622550"/>
          <p14:tracePt t="77728" x="5278438" y="2593975"/>
          <p14:tracePt t="77729" x="5272088" y="2587625"/>
          <p14:tracePt t="77730" x="5272088" y="2582863"/>
          <p14:tracePt t="77735" x="5267325" y="2565400"/>
          <p14:tracePt t="77742" x="5254625" y="2543175"/>
          <p14:tracePt t="77743" x="5254625" y="2536825"/>
          <p14:tracePt t="77749" x="5238750" y="2514600"/>
          <p14:tracePt t="77756" x="5214938" y="2474913"/>
          <p14:tracePt t="77763" x="5192713" y="2446338"/>
          <p14:tracePt t="77770" x="5181600" y="2433638"/>
          <p14:tracePt t="77771" x="5175250" y="2433638"/>
          <p14:tracePt t="77776" x="5170488" y="2428875"/>
          <p14:tracePt t="77783" x="5170488" y="2422525"/>
          <p14:tracePt t="78139" x="5175250" y="2422525"/>
          <p14:tracePt t="78143" x="5181600" y="2422525"/>
          <p14:tracePt t="78146" x="5186363" y="2422525"/>
          <p14:tracePt t="78151" x="5203825" y="2422525"/>
          <p14:tracePt t="78159" x="5238750" y="2422525"/>
          <p14:tracePt t="78165" x="5278438" y="2417763"/>
          <p14:tracePt t="78172" x="5322888" y="2405063"/>
          <p14:tracePt t="78180" x="5364163" y="2400300"/>
          <p14:tracePt t="78186" x="5408613" y="2400300"/>
          <p14:tracePt t="78193" x="5465763" y="2389188"/>
          <p14:tracePt t="78200" x="5534025" y="2389188"/>
          <p14:tracePt t="78207" x="5608638" y="2389188"/>
          <p14:tracePt t="78214" x="5688013" y="2389188"/>
          <p14:tracePt t="78221" x="5791200" y="2389188"/>
          <p14:tracePt t="78228" x="5859463" y="2389188"/>
          <p14:tracePt t="78235" x="5956300" y="2389188"/>
          <p14:tracePt t="78242" x="6024563" y="2389188"/>
          <p14:tracePt t="78243" x="6042025" y="2393950"/>
          <p14:tracePt t="78244" x="6046788" y="2393950"/>
          <p14:tracePt t="78250" x="6103938" y="2400300"/>
          <p14:tracePt t="78251" x="6110288" y="2400300"/>
          <p14:tracePt t="78256" x="6145213" y="2400300"/>
          <p14:tracePt t="78257" x="6161088" y="2400300"/>
          <p14:tracePt t="78262" x="6196013" y="2405063"/>
          <p14:tracePt t="78270" x="6242050" y="2411413"/>
          <p14:tracePt t="78277" x="6275388" y="2417763"/>
          <p14:tracePt t="78284" x="6303963" y="2422525"/>
          <p14:tracePt t="78291" x="6326188" y="2422525"/>
          <p14:tracePt t="78298" x="6350000" y="2433638"/>
          <p14:tracePt t="78298" x="6354763" y="2433638"/>
          <p14:tracePt t="78304" x="6367463" y="2433638"/>
          <p14:tracePt t="78311" x="6394450" y="2439988"/>
          <p14:tracePt t="78318" x="6418263" y="2446338"/>
          <p14:tracePt t="78325" x="6446838" y="2446338"/>
          <p14:tracePt t="78332" x="6475413" y="2451100"/>
          <p14:tracePt t="78339" x="6508750" y="2457450"/>
          <p14:tracePt t="78346" x="6543675" y="2457450"/>
          <p14:tracePt t="78353" x="6594475" y="2462213"/>
          <p14:tracePt t="78360" x="6662738" y="2468563"/>
          <p14:tracePt t="78367" x="6726238" y="2474913"/>
          <p14:tracePt t="78374" x="6783388" y="2479675"/>
          <p14:tracePt t="78381" x="6840538" y="2486025"/>
          <p14:tracePt t="78387" x="6884988" y="2497138"/>
          <p14:tracePt t="78395" x="6931025" y="2501900"/>
          <p14:tracePt t="78395" x="6937375" y="2501900"/>
          <p14:tracePt t="78396" x="6942138" y="2501900"/>
          <p14:tracePt t="78397" x="6948488" y="2508250"/>
          <p14:tracePt t="78401" x="6970713" y="2514600"/>
          <p14:tracePt t="78408" x="6999288" y="2519363"/>
          <p14:tracePt t="78418" x="7034213" y="2530475"/>
          <p14:tracePt t="78423" x="7045325" y="2530475"/>
          <p14:tracePt t="78448" x="7085013" y="2559050"/>
          <p14:tracePt t="78450" x="7091363" y="2559050"/>
          <p14:tracePt t="78464" x="7124700" y="2593975"/>
          <p14:tracePt t="78471" x="7153275" y="2622550"/>
          <p14:tracePt t="78478" x="7175500" y="2651125"/>
          <p14:tracePt t="78479" x="7181850" y="2655888"/>
          <p14:tracePt t="78485" x="7204075" y="2679700"/>
          <p14:tracePt t="78492" x="7232650" y="2719388"/>
          <p14:tracePt t="78499" x="7261225" y="2752725"/>
          <p14:tracePt t="78506" x="7289800" y="2794000"/>
          <p14:tracePt t="78513" x="7313613" y="2822575"/>
          <p14:tracePt t="78519" x="7335838" y="2851150"/>
          <p14:tracePt t="78526" x="7358063" y="2867025"/>
          <p14:tracePt t="78527" x="7358063" y="2873375"/>
          <p14:tracePt t="78533" x="7369175" y="2878138"/>
          <p14:tracePt t="78540" x="7375525" y="2890838"/>
          <p14:tracePt t="78547" x="7386638" y="2895600"/>
          <p14:tracePt t="78555" x="7386638" y="2901950"/>
          <p14:tracePt t="78618" x="7386638" y="2906713"/>
          <p14:tracePt t="78622" x="7386638" y="2913063"/>
          <p14:tracePt t="78625" x="7386638" y="2919413"/>
          <p14:tracePt t="78631" x="7386638" y="2930525"/>
          <p14:tracePt t="78638" x="7386638" y="2947988"/>
          <p14:tracePt t="78645" x="7386638" y="2963863"/>
          <p14:tracePt t="78646" x="7386638" y="2970213"/>
          <p14:tracePt t="78652" x="7386638" y="2981325"/>
          <p14:tracePt t="78659" x="7392988" y="2992438"/>
          <p14:tracePt t="78666" x="7392988" y="3009900"/>
          <p14:tracePt t="78673" x="7392988" y="3016250"/>
          <p14:tracePt t="78680" x="7392988" y="3027363"/>
          <p14:tracePt t="78687" x="7392988" y="3038475"/>
          <p14:tracePt t="78694" x="7392988" y="3044825"/>
          <p14:tracePt t="78701" x="7392988" y="3060700"/>
          <p14:tracePt t="78708" x="7392988" y="3073400"/>
          <p14:tracePt t="78714" x="7392988" y="3095625"/>
          <p14:tracePt t="78721" x="7392988" y="3117850"/>
          <p14:tracePt t="78728" x="7392988" y="3141663"/>
          <p14:tracePt t="78735" x="7392988" y="3170238"/>
          <p14:tracePt t="78743" x="7381875" y="3203575"/>
          <p14:tracePt t="78749" x="7375525" y="3243263"/>
          <p14:tracePt t="78756" x="7364413" y="3278188"/>
          <p14:tracePt t="78763" x="7353300" y="3311525"/>
          <p14:tracePt t="78770" x="7346950" y="3346450"/>
          <p14:tracePt t="78777" x="7335838" y="3368675"/>
          <p14:tracePt t="78784" x="7324725" y="3392488"/>
          <p14:tracePt t="78791" x="7324725" y="3408363"/>
          <p14:tracePt t="78798" x="7313613" y="3432175"/>
          <p14:tracePt t="78804" x="7307263" y="3443288"/>
          <p14:tracePt t="78811" x="7300913" y="3454400"/>
          <p14:tracePt t="78818" x="7289800" y="3471863"/>
          <p14:tracePt t="78825" x="7285038" y="3489325"/>
          <p14:tracePt t="78833" x="7278688" y="3500438"/>
          <p14:tracePt t="78839" x="7267575" y="3511550"/>
          <p14:tracePt t="78841" x="7261225" y="3517900"/>
          <p14:tracePt t="78846" x="7256463" y="3529013"/>
          <p14:tracePt t="78853" x="7239000" y="3540125"/>
          <p14:tracePt t="78860" x="7221538" y="3557588"/>
          <p14:tracePt t="78867" x="7204075" y="3575050"/>
          <p14:tracePt t="78874" x="7188200" y="3597275"/>
          <p14:tracePt t="78881" x="7164388" y="3608388"/>
          <p14:tracePt t="78888" x="7146925" y="3619500"/>
          <p14:tracePt t="78895" x="7124700" y="3636963"/>
          <p14:tracePt t="78896" x="7118350" y="3636963"/>
          <p14:tracePt t="78901" x="7102475" y="3643313"/>
          <p14:tracePt t="78909" x="7078663" y="3654425"/>
          <p14:tracePt t="78916" x="7062788" y="3659188"/>
          <p14:tracePt t="78922" x="7038975" y="3659188"/>
          <p14:tracePt t="78930" x="7016750" y="3665538"/>
          <p14:tracePt t="78937" x="6988175" y="3671888"/>
          <p14:tracePt t="78943" x="6959600" y="3676650"/>
          <p14:tracePt t="78950" x="6931025" y="3676650"/>
          <p14:tracePt t="78958" x="6891338" y="3687763"/>
          <p14:tracePt t="78965" x="6845300" y="3694113"/>
          <p14:tracePt t="78965" x="6834188" y="3694113"/>
          <p14:tracePt t="78971" x="6799263" y="3700463"/>
          <p14:tracePt t="78978" x="6754813" y="3700463"/>
          <p14:tracePt t="78979" x="6737350" y="3705225"/>
          <p14:tracePt t="78980" x="6731000" y="3705225"/>
          <p14:tracePt t="78985" x="6702425" y="3705225"/>
          <p14:tracePt t="78992" x="6651625" y="3716338"/>
          <p14:tracePt t="78993" x="6634163" y="3716338"/>
          <p14:tracePt t="78999" x="6594475" y="3722688"/>
          <p14:tracePt t="79000" x="6583363" y="3722688"/>
          <p14:tracePt t="79006" x="6537325" y="3729038"/>
          <p14:tracePt t="79012" x="6469063" y="3740150"/>
          <p14:tracePt t="79019" x="6411913" y="3744913"/>
          <p14:tracePt t="79026" x="6354763" y="3751263"/>
          <p14:tracePt t="79033" x="6310313" y="3756025"/>
          <p14:tracePt t="79040" x="6264275" y="3762375"/>
          <p14:tracePt t="79047" x="6235700" y="3768725"/>
          <p14:tracePt t="79054" x="6207125" y="3773488"/>
          <p14:tracePt t="79055" x="6200775" y="3773488"/>
          <p14:tracePt t="79061" x="6189663" y="3773488"/>
          <p14:tracePt t="79068" x="6172200" y="3779838"/>
          <p14:tracePt t="79075" x="6161088" y="3779838"/>
          <p14:tracePt t="79082" x="6145213" y="3779838"/>
          <p14:tracePt t="79089" x="6138863" y="3779838"/>
          <p14:tracePt t="79096" x="6132513" y="3779838"/>
          <p14:tracePt t="79103" x="6127750" y="3779838"/>
          <p14:tracePt t="79104" x="6121400" y="3779838"/>
          <p14:tracePt t="79110" x="6116638" y="3779838"/>
          <p14:tracePt t="79117" x="6103938" y="3779838"/>
          <p14:tracePt t="79118" x="6099175" y="3779838"/>
          <p14:tracePt t="79124" x="6088063" y="3779838"/>
          <p14:tracePt t="79131" x="6064250" y="3779838"/>
          <p14:tracePt t="79137" x="6042025" y="3779838"/>
          <p14:tracePt t="79145" x="6013450" y="3779838"/>
          <p14:tracePt t="79152" x="5991225" y="3779838"/>
          <p14:tracePt t="79159" x="5967413" y="3779838"/>
          <p14:tracePt t="79165" x="5938838" y="3773488"/>
          <p14:tracePt t="79172" x="5910263" y="3773488"/>
          <p14:tracePt t="79179" x="5876925" y="3768725"/>
          <p14:tracePt t="79186" x="5848350" y="3768725"/>
          <p14:tracePt t="79193" x="5819775" y="3768725"/>
          <p14:tracePt t="79200" x="5797550" y="3768725"/>
          <p14:tracePt t="79207" x="5780088" y="3768725"/>
          <p14:tracePt t="79214" x="5756275" y="3768725"/>
          <p14:tracePt t="79221" x="5745163" y="3768725"/>
          <p14:tracePt t="79228" x="5727700" y="3762375"/>
          <p14:tracePt t="79235" x="5711825" y="3762375"/>
          <p14:tracePt t="79242" x="5699125" y="3762375"/>
          <p14:tracePt t="79249" x="5683250" y="3762375"/>
          <p14:tracePt t="79256" x="5672138" y="3762375"/>
          <p14:tracePt t="79263" x="5659438" y="3762375"/>
          <p14:tracePt t="79270" x="5654675" y="3762375"/>
          <p14:tracePt t="79276" x="5643563" y="3762375"/>
          <p14:tracePt t="79284" x="5630863" y="3762375"/>
          <p14:tracePt t="79290" x="5626100" y="3762375"/>
          <p14:tracePt t="79298" x="5614988" y="3762375"/>
          <p14:tracePt t="79305" x="5602288" y="3762375"/>
          <p14:tracePt t="79311" x="5573713" y="3762375"/>
          <p14:tracePt t="79319" x="5557838" y="3762375"/>
          <p14:tracePt t="79326" x="5529263" y="3762375"/>
          <p14:tracePt t="79340" x="5461000" y="3756025"/>
          <p14:tracePt t="79346" x="5414963" y="3751263"/>
          <p14:tracePt t="79354" x="5375275" y="3740150"/>
          <p14:tracePt t="79361" x="5335588" y="3733800"/>
          <p14:tracePt t="79367" x="5295900" y="3729038"/>
          <p14:tracePt t="79374" x="5254625" y="3716338"/>
          <p14:tracePt t="79381" x="5221288" y="3705225"/>
          <p14:tracePt t="79381" x="5214938" y="3705225"/>
          <p14:tracePt t="79388" x="5186363" y="3700463"/>
          <p14:tracePt t="79396" x="5164138" y="3687763"/>
          <p14:tracePt t="79403" x="5141913" y="3671888"/>
          <p14:tracePt t="79416" x="5100638" y="3643313"/>
          <p14:tracePt t="79423" x="5084763" y="3625850"/>
          <p14:tracePt t="79430" x="5073650" y="3614738"/>
          <p14:tracePt t="79430" x="5067300" y="3608388"/>
          <p14:tracePt t="79436" x="5060950" y="3597275"/>
          <p14:tracePt t="79443" x="5045075" y="3579813"/>
          <p14:tracePt t="79450" x="5032375" y="3557588"/>
          <p14:tracePt t="79457" x="5021263" y="3540125"/>
          <p14:tracePt t="79464" x="5010150" y="3511550"/>
          <p14:tracePt t="79471" x="4992688" y="3482975"/>
          <p14:tracePt t="79478" x="4981575" y="3443288"/>
          <p14:tracePt t="79485" x="4959350" y="3403600"/>
          <p14:tracePt t="79492" x="4948238" y="3352800"/>
          <p14:tracePt t="79493" x="4935538" y="3335338"/>
          <p14:tracePt t="79494" x="4935538" y="3328988"/>
          <p14:tracePt t="79495" x="4935538" y="3324225"/>
          <p14:tracePt t="79499" x="4924425" y="3300413"/>
          <p14:tracePt t="79500" x="4924425" y="3282950"/>
          <p14:tracePt t="79501" x="4919663" y="3278188"/>
          <p14:tracePt t="79506" x="4913313" y="3249613"/>
          <p14:tracePt t="79513" x="4891088" y="3186113"/>
          <p14:tracePt t="79520" x="4867275" y="3128963"/>
          <p14:tracePt t="79521" x="4849813" y="3113088"/>
          <p14:tracePt t="79526" x="4827588" y="3060700"/>
          <p14:tracePt t="79534" x="4787900" y="2987675"/>
          <p14:tracePt t="79540" x="4741863" y="2913063"/>
          <p14:tracePt t="79547" x="4708525" y="2838450"/>
          <p14:tracePt t="79555" x="4679950" y="2787650"/>
          <p14:tracePt t="79562" x="4656138" y="2736850"/>
          <p14:tracePt t="79569" x="4640263" y="2701925"/>
          <p14:tracePt t="79575" x="4627563" y="2668588"/>
          <p14:tracePt t="79582" x="4622800" y="2633663"/>
          <p14:tracePt t="79589" x="4616450" y="2593975"/>
          <p14:tracePt t="79596" x="4616450" y="2554288"/>
          <p14:tracePt t="79603" x="4611688" y="2525713"/>
          <p14:tracePt t="79604" x="4611688" y="2514600"/>
          <p14:tracePt t="79605" x="4611688" y="2508250"/>
          <p14:tracePt t="79610" x="4611688" y="2490788"/>
          <p14:tracePt t="79617" x="4616450" y="2468563"/>
          <p14:tracePt t="79618" x="4616450" y="2462213"/>
          <p14:tracePt t="79619" x="4616450" y="2457450"/>
          <p14:tracePt t="79624" x="4622800" y="2446338"/>
          <p14:tracePt t="79631" x="4627563" y="2428875"/>
          <p14:tracePt t="79632" x="4627563" y="2422525"/>
          <p14:tracePt t="79638" x="4633913" y="2405063"/>
          <p14:tracePt t="79644" x="4633913" y="2400300"/>
          <p14:tracePt t="79651" x="4640263" y="2389188"/>
          <p14:tracePt t="79659" x="4640263" y="2382838"/>
          <p14:tracePt t="79665" x="4645025" y="2376488"/>
          <p14:tracePt t="79678" x="4645025" y="2371725"/>
          <p14:tracePt t="79683" x="4651375" y="2371725"/>
          <p14:tracePt t="79695" x="4656138" y="2371725"/>
          <p14:tracePt t="79697" x="4656138" y="2365375"/>
          <p14:tracePt t="79701" x="4656138" y="2360613"/>
          <p14:tracePt t="79707" x="4662488" y="2360613"/>
          <p14:tracePt t="79714" x="4668838" y="2349500"/>
          <p14:tracePt t="79721" x="4691063" y="2336800"/>
          <p14:tracePt t="79728" x="4708525" y="2325688"/>
          <p14:tracePt t="79735" x="4730750" y="2314575"/>
          <p14:tracePt t="79742" x="4759325" y="2303463"/>
          <p14:tracePt t="79743" x="4770438" y="2297113"/>
          <p14:tracePt t="79749" x="4787900" y="2292350"/>
          <p14:tracePt t="79756" x="4822825" y="2274888"/>
          <p14:tracePt t="79763" x="4856163" y="2268538"/>
          <p14:tracePt t="79770" x="4895850" y="2257425"/>
          <p14:tracePt t="79776" x="4930775" y="2257425"/>
          <p14:tracePt t="79783" x="4970463" y="2246313"/>
          <p14:tracePt t="79790" x="5010150" y="2246313"/>
          <p14:tracePt t="79797" x="5049838" y="2239963"/>
          <p14:tracePt t="79804" x="5100638" y="2239963"/>
          <p14:tracePt t="79805" x="5113338" y="2239963"/>
          <p14:tracePt t="79806" x="5118100" y="2239963"/>
          <p14:tracePt t="79811" x="5141913" y="2239963"/>
          <p14:tracePt t="79818" x="5192713" y="2228850"/>
          <p14:tracePt t="79819" x="5203825" y="2228850"/>
          <p14:tracePt t="79820" x="5214938" y="2228850"/>
          <p14:tracePt t="79825" x="5238750" y="2222500"/>
          <p14:tracePt t="79832" x="5289550" y="2222500"/>
          <p14:tracePt t="79833" x="5307013" y="2222500"/>
          <p14:tracePt t="79834" x="5311775" y="2222500"/>
          <p14:tracePt t="79839" x="5340350" y="2222500"/>
          <p14:tracePt t="79846" x="5386388" y="2217738"/>
          <p14:tracePt t="79853" x="5437188" y="2217738"/>
          <p14:tracePt t="79854" x="5443538" y="2217738"/>
          <p14:tracePt t="79854" x="5448300" y="2217738"/>
          <p14:tracePt t="79855" x="5461000" y="2217738"/>
          <p14:tracePt t="79856" x="5465763" y="2217738"/>
          <p14:tracePt t="79860" x="5494338" y="2217738"/>
          <p14:tracePt t="79867" x="5562600" y="2217738"/>
          <p14:tracePt t="79874" x="5643563" y="2222500"/>
          <p14:tracePt t="79881" x="5734050" y="2235200"/>
          <p14:tracePt t="79881" x="5751513" y="2239963"/>
          <p14:tracePt t="79882" x="5768975" y="2239963"/>
          <p14:tracePt t="79883" x="5780088" y="2239963"/>
          <p14:tracePt t="79887" x="5837238" y="2246313"/>
          <p14:tracePt t="79895" x="5956300" y="2263775"/>
          <p14:tracePt t="79895" x="5973763" y="2268538"/>
          <p14:tracePt t="79896" x="5995988" y="2268538"/>
          <p14:tracePt t="79901" x="6075363" y="2279650"/>
          <p14:tracePt t="79909" x="6200775" y="2297113"/>
          <p14:tracePt t="79915" x="6326188" y="2308225"/>
          <p14:tracePt t="79922" x="6435725" y="2325688"/>
          <p14:tracePt t="79929" x="6515100" y="2332038"/>
          <p14:tracePt t="79936" x="6594475" y="2343150"/>
          <p14:tracePt t="79943" x="6673850" y="2349500"/>
          <p14:tracePt t="79950" x="6731000" y="2354263"/>
          <p14:tracePt t="79957" x="6770688" y="2365375"/>
          <p14:tracePt t="79964" x="6788150" y="2365375"/>
          <p14:tracePt t="79972" x="6794500" y="2365375"/>
          <p14:tracePt t="80013" x="6794500" y="2371725"/>
          <p14:tracePt t="80017" x="6799263" y="2371725"/>
          <p14:tracePt t="80020" x="6799263" y="2376488"/>
          <p14:tracePt t="80027" x="6811963" y="2382838"/>
          <p14:tracePt t="80034" x="6827838" y="2393950"/>
          <p14:tracePt t="80042" x="6845300" y="2411413"/>
          <p14:tracePt t="80048" x="6873875" y="2422525"/>
          <p14:tracePt t="80048" x="6880225" y="2422525"/>
          <p14:tracePt t="80049" x="6880225" y="2428875"/>
          <p14:tracePt t="80054" x="6902450" y="2439988"/>
          <p14:tracePt t="80061" x="6937375" y="2457450"/>
          <p14:tracePt t="80068" x="6970713" y="2468563"/>
          <p14:tracePt t="80075" x="7005638" y="2486025"/>
          <p14:tracePt t="80082" x="7045325" y="2501900"/>
          <p14:tracePt t="80083" x="7056438" y="2508250"/>
          <p14:tracePt t="80084" x="7062788" y="2514600"/>
          <p14:tracePt t="80089" x="7091363" y="2525713"/>
          <p14:tracePt t="80096" x="7131050" y="2543175"/>
          <p14:tracePt t="80103" x="7181850" y="2565400"/>
          <p14:tracePt t="80110" x="7232650" y="2587625"/>
          <p14:tracePt t="80117" x="7272338" y="2605088"/>
          <p14:tracePt t="80118" x="7278688" y="2605088"/>
          <p14:tracePt t="80124" x="7307263" y="2616200"/>
          <p14:tracePt t="80131" x="7329488" y="2627313"/>
          <p14:tracePt t="80132" x="7335838" y="2633663"/>
          <p14:tracePt t="80138" x="7353300" y="2640013"/>
          <p14:tracePt t="80145" x="7369175" y="2655888"/>
          <p14:tracePt t="80152" x="7375525" y="2673350"/>
          <p14:tracePt t="80159" x="7381875" y="2679700"/>
          <p14:tracePt t="80166" x="7386638" y="2697163"/>
          <p14:tracePt t="80172" x="7392988" y="2713038"/>
          <p14:tracePt t="80180" x="7397750" y="2730500"/>
          <p14:tracePt t="80186" x="7397750" y="2747963"/>
          <p14:tracePt t="80193" x="7404100" y="2765425"/>
          <p14:tracePt t="80200" x="7410450" y="2781300"/>
          <p14:tracePt t="80207" x="7415213" y="2798763"/>
          <p14:tracePt t="80214" x="7421563" y="2809875"/>
          <p14:tracePt t="80221" x="7421563" y="2827338"/>
          <p14:tracePt t="80228" x="7426325" y="2838450"/>
          <p14:tracePt t="80235" x="7426325" y="2851150"/>
          <p14:tracePt t="80242" x="7432675" y="2862263"/>
          <p14:tracePt t="80249" x="7432675" y="2873375"/>
          <p14:tracePt t="80250" x="7432675" y="2878138"/>
          <p14:tracePt t="80256" x="7432675" y="2890838"/>
          <p14:tracePt t="80263" x="7439025" y="2906713"/>
          <p14:tracePt t="80264" x="7439025" y="2913063"/>
          <p14:tracePt t="80270" x="7443788" y="2930525"/>
          <p14:tracePt t="80271" x="7443788" y="2941638"/>
          <p14:tracePt t="80276" x="7443788" y="2963863"/>
          <p14:tracePt t="80283" x="7443788" y="2998788"/>
          <p14:tracePt t="80290" x="7443788" y="3044825"/>
          <p14:tracePt t="80291" x="7443788" y="3049588"/>
          <p14:tracePt t="80292" x="7443788" y="3055938"/>
          <p14:tracePt t="80297" x="7439025" y="3106738"/>
          <p14:tracePt t="80304" x="7439025" y="3152775"/>
          <p14:tracePt t="80311" x="7421563" y="3232150"/>
          <p14:tracePt t="80318" x="7410450" y="3295650"/>
          <p14:tracePt t="80325" x="7397750" y="3346450"/>
          <p14:tracePt t="80332" x="7386638" y="3403600"/>
          <p14:tracePt t="80339" x="7375525" y="3443288"/>
          <p14:tracePt t="80346" x="7358063" y="3478213"/>
          <p14:tracePt t="80353" x="7346950" y="3505200"/>
          <p14:tracePt t="80360" x="7342188" y="3522663"/>
          <p14:tracePt t="80367" x="7329488" y="3540125"/>
          <p14:tracePt t="80374" x="7318375" y="3557588"/>
          <p14:tracePt t="80381" x="7313613" y="3568700"/>
          <p14:tracePt t="80388" x="7296150" y="3586163"/>
          <p14:tracePt t="80395" x="7278688" y="3597275"/>
          <p14:tracePt t="80395" x="7272338" y="3603625"/>
          <p14:tracePt t="80401" x="7267575" y="3608388"/>
          <p14:tracePt t="80408" x="7243763" y="3619500"/>
          <p14:tracePt t="80416" x="7232650" y="3625850"/>
          <p14:tracePt t="80423" x="7210425" y="3630613"/>
          <p14:tracePt t="80429" x="7199313" y="3643313"/>
          <p14:tracePt t="80436" x="7170738" y="3648075"/>
          <p14:tracePt t="80443" x="7131050" y="3654425"/>
          <p14:tracePt t="80450" x="7096125" y="3659188"/>
          <p14:tracePt t="80457" x="7038975" y="3665538"/>
          <p14:tracePt t="80464" x="6981825" y="3676650"/>
          <p14:tracePt t="80471" x="6937375" y="3676650"/>
          <p14:tracePt t="80478" x="6862763" y="3687763"/>
          <p14:tracePt t="80485" x="6783388" y="3694113"/>
          <p14:tracePt t="80492" x="6673850" y="3694113"/>
          <p14:tracePt t="80499" x="6583363" y="3694113"/>
          <p14:tracePt t="80506" x="6486525" y="3694113"/>
          <p14:tracePt t="80512" x="6394450" y="3694113"/>
          <p14:tracePt t="80520" x="6310313" y="3694113"/>
          <p14:tracePt t="80527" x="6213475" y="3694113"/>
          <p14:tracePt t="80533" x="6127750" y="3694113"/>
          <p14:tracePt t="80540" x="6046788" y="3687763"/>
          <p14:tracePt t="80547" x="5978525" y="3687763"/>
          <p14:tracePt t="80555" x="5905500" y="3683000"/>
          <p14:tracePt t="80555" x="5894388" y="3683000"/>
          <p14:tracePt t="80556" x="5881688" y="3683000"/>
          <p14:tracePt t="80561" x="5842000" y="3683000"/>
          <p14:tracePt t="80568" x="5784850" y="3676650"/>
          <p14:tracePt t="80575" x="5722938" y="3671888"/>
          <p14:tracePt t="80582" x="5672138" y="3671888"/>
          <p14:tracePt t="80583" x="5659438" y="3671888"/>
          <p14:tracePt t="80584" x="5648325" y="3671888"/>
          <p14:tracePt t="80589" x="5619750" y="3671888"/>
          <p14:tracePt t="80596" x="5573713" y="3671888"/>
          <p14:tracePt t="80603" x="5540375" y="3671888"/>
          <p14:tracePt t="80610" x="5500688" y="3671888"/>
          <p14:tracePt t="80618" x="5472113" y="3671888"/>
          <p14:tracePt t="80631" x="5421313" y="3683000"/>
          <p14:tracePt t="80638" x="5403850" y="3683000"/>
          <p14:tracePt t="80645" x="5392738" y="3687763"/>
          <p14:tracePt t="80652" x="5386388" y="3687763"/>
          <p14:tracePt t="80659" x="5380038" y="3687763"/>
          <p14:tracePt t="81082" x="5380038" y="3694113"/>
          <p14:tracePt t="81113" x="5380038" y="3700463"/>
          <p14:tracePt t="81115" x="5380038" y="3705225"/>
          <p14:tracePt t="81118" x="5380038" y="3711575"/>
          <p14:tracePt t="81124" x="5380038" y="3716338"/>
          <p14:tracePt t="81131" x="5380038" y="3733800"/>
          <p14:tracePt t="81137" x="5380038" y="3744913"/>
          <p14:tracePt t="81145" x="5380038" y="3756025"/>
          <p14:tracePt t="81152" x="5380038" y="3762375"/>
          <p14:tracePt t="81159" x="5380038" y="3773488"/>
          <p14:tracePt t="81166" x="5380038" y="3784600"/>
          <p14:tracePt t="81172" x="5380038" y="3790950"/>
          <p14:tracePt t="81179" x="5380038" y="3802063"/>
          <p14:tracePt t="81186" x="5380038" y="3808413"/>
          <p14:tracePt t="81193" x="5380038" y="3819525"/>
          <p14:tracePt t="81194" x="5380038" y="3830638"/>
          <p14:tracePt t="81200" x="5380038" y="3836988"/>
          <p14:tracePt t="81207" x="5380038" y="3848100"/>
          <p14:tracePt t="81214" x="5380038" y="3865563"/>
          <p14:tracePt t="81221" x="5380038" y="3876675"/>
          <p14:tracePt t="81228" x="5380038" y="3894138"/>
          <p14:tracePt t="81235" x="5380038" y="3910013"/>
          <p14:tracePt t="81242" x="5380038" y="3927475"/>
          <p14:tracePt t="81243" x="5380038" y="3933825"/>
          <p14:tracePt t="81249" x="5380038" y="3938588"/>
          <p14:tracePt t="81256" x="5375275" y="3956050"/>
          <p14:tracePt t="81263" x="5375275" y="3967163"/>
          <p14:tracePt t="81270" x="5375275" y="3979863"/>
          <p14:tracePt t="81284" x="5368925" y="3995738"/>
          <p14:tracePt t="81291" x="5368925" y="4002088"/>
          <p14:tracePt t="81298" x="5364163" y="4006850"/>
          <p14:tracePt t="81305" x="5357813" y="4013200"/>
          <p14:tracePt t="81311" x="5357813" y="4019550"/>
          <p14:tracePt t="81318" x="5351463" y="4024313"/>
          <p14:tracePt t="81342" x="5346700" y="4024313"/>
          <p14:tracePt t="81363" x="5340350" y="4024313"/>
          <p14:tracePt t="81368" x="5335588" y="4024313"/>
          <p14:tracePt t="81373" x="5335588" y="4030663"/>
          <p14:tracePt t="81381" x="5329238" y="4030663"/>
          <p14:tracePt t="81388" x="5322888" y="4030663"/>
          <p14:tracePt t="81395" x="5311775" y="4030663"/>
          <p14:tracePt t="81407" x="5307013" y="4030663"/>
          <p14:tracePt t="81608" x="5311775" y="4030663"/>
          <p14:tracePt t="81611" x="5318125" y="4030663"/>
          <p14:tracePt t="81617" x="5329238" y="4030663"/>
          <p14:tracePt t="81624" x="5357813" y="4030663"/>
          <p14:tracePt t="81631" x="5403850" y="4030663"/>
          <p14:tracePt t="81631" x="5408613" y="4030663"/>
          <p14:tracePt t="81632" x="5421313" y="4030663"/>
          <p14:tracePt t="81633" x="5426075" y="4030663"/>
          <p14:tracePt t="81637" x="5454650" y="4030663"/>
          <p14:tracePt t="81645" x="5500688" y="4030663"/>
          <p14:tracePt t="81645" x="5505450" y="4030663"/>
          <p14:tracePt t="81646" x="5518150" y="4030663"/>
          <p14:tracePt t="81647" x="5522913" y="4030663"/>
          <p14:tracePt t="81651" x="5551488" y="4030663"/>
          <p14:tracePt t="81658" x="5614988" y="4019550"/>
          <p14:tracePt t="81665" x="5665788" y="4006850"/>
          <p14:tracePt t="81673" x="5768975" y="3984625"/>
          <p14:tracePt t="81680" x="5853113" y="3973513"/>
          <p14:tracePt t="81680" x="5876925" y="3962400"/>
          <p14:tracePt t="81681" x="5888038" y="3956050"/>
          <p14:tracePt t="81686" x="5945188" y="3944938"/>
          <p14:tracePt t="81693" x="6053138" y="3916363"/>
          <p14:tracePt t="81694" x="6088063" y="3910013"/>
          <p14:tracePt t="81695" x="6099175" y="3905250"/>
          <p14:tracePt t="81700" x="6161088" y="3887788"/>
          <p14:tracePt t="81707" x="6281738" y="3854450"/>
          <p14:tracePt t="81714" x="6389688" y="3825875"/>
          <p14:tracePt t="81715" x="6418263" y="3808413"/>
          <p14:tracePt t="81716" x="6435725" y="3808413"/>
          <p14:tracePt t="81721" x="6503988" y="3784600"/>
          <p14:tracePt t="81728" x="6605588" y="3751263"/>
          <p14:tracePt t="81729" x="6629400" y="3744913"/>
          <p14:tracePt t="81730" x="6640513" y="3740150"/>
          <p14:tracePt t="81735" x="6691313" y="3722688"/>
          <p14:tracePt t="81742" x="6765925" y="3694113"/>
          <p14:tracePt t="81743" x="6783388" y="3687763"/>
          <p14:tracePt t="81744" x="6799263" y="3683000"/>
          <p14:tracePt t="81749" x="6823075" y="3671888"/>
          <p14:tracePt t="81756" x="6862763" y="3648075"/>
          <p14:tracePt t="81756" x="6869113" y="3648075"/>
          <p14:tracePt t="81762" x="6884988" y="3636963"/>
          <p14:tracePt t="81770" x="6891338" y="3625850"/>
          <p14:tracePt t="81861" x="6884988" y="3625850"/>
          <p14:tracePt t="81864" x="6873875" y="3630613"/>
          <p14:tracePt t="81867" x="6869113" y="3630613"/>
          <p14:tracePt t="81874" x="6845300" y="3643313"/>
          <p14:tracePt t="81881" x="6805613" y="3659188"/>
          <p14:tracePt t="81888" x="6748463" y="3683000"/>
          <p14:tracePt t="81895" x="6669088" y="3705225"/>
          <p14:tracePt t="81902" x="6577013" y="3733800"/>
          <p14:tracePt t="81916" x="6303963" y="3790950"/>
          <p14:tracePt t="81916" x="6275388" y="3790950"/>
          <p14:tracePt t="81923" x="6145213" y="3813175"/>
          <p14:tracePt t="81930" x="6019800" y="3836988"/>
          <p14:tracePt t="81937" x="5888038" y="3865563"/>
          <p14:tracePt t="81943" x="5734050" y="3881438"/>
          <p14:tracePt t="81950" x="5602288" y="3898900"/>
          <p14:tracePt t="81957" x="5483225" y="3916363"/>
          <p14:tracePt t="81958" x="5454650" y="3916363"/>
          <p14:tracePt t="81959" x="5421313" y="3916363"/>
          <p14:tracePt t="81964" x="5364163" y="3922713"/>
          <p14:tracePt t="81971" x="5267325" y="3927475"/>
          <p14:tracePt t="81979" x="5181600" y="3927475"/>
          <p14:tracePt t="81985" x="5118100" y="3927475"/>
          <p14:tracePt t="81992" x="5078413" y="3927475"/>
          <p14:tracePt t="81993" x="5067300" y="3927475"/>
          <p14:tracePt t="81994" x="5060950" y="3927475"/>
          <p14:tracePt t="81999" x="5045075" y="3933825"/>
          <p14:tracePt t="82006" x="5016500" y="3933825"/>
          <p14:tracePt t="82013" x="4987925" y="3933825"/>
          <p14:tracePt t="82014" x="4981575" y="3933825"/>
          <p14:tracePt t="82020" x="4959350" y="3933825"/>
          <p14:tracePt t="82027" x="4935538" y="3933825"/>
          <p14:tracePt t="82028" x="4930775" y="3933825"/>
          <p14:tracePt t="82028" x="4919663" y="3933825"/>
          <p14:tracePt t="82034" x="4902200" y="3933825"/>
          <p14:tracePt t="82041" x="4878388" y="3933825"/>
          <p14:tracePt t="82047" x="4862513" y="3933825"/>
          <p14:tracePt t="82055" x="4845050" y="3933825"/>
          <p14:tracePt t="82055" x="4838700" y="3933825"/>
          <p14:tracePt t="82056" x="4833938" y="3933825"/>
          <p14:tracePt t="82061" x="4822825" y="3933825"/>
          <p14:tracePt t="82068" x="4799013" y="3933825"/>
          <p14:tracePt t="82075" x="4765675" y="3933825"/>
          <p14:tracePt t="82083" x="4730750" y="3933825"/>
          <p14:tracePt t="82084" x="4719638" y="3927475"/>
          <p14:tracePt t="82085" x="4713288" y="3927475"/>
          <p14:tracePt t="82096" x="4679950" y="3916363"/>
          <p14:tracePt t="82103" x="4662488" y="3910013"/>
          <p14:tracePt t="82110" x="4656138" y="3898900"/>
          <p14:tracePt t="82117" x="4651375" y="3894138"/>
          <p14:tracePt t="82118" x="4651375" y="3887788"/>
          <p14:tracePt t="82125" x="4651375" y="3881438"/>
          <p14:tracePt t="82131" x="4645025" y="3881438"/>
          <p14:tracePt t="82138" x="4645025" y="3870325"/>
          <p14:tracePt t="82145" x="4640263" y="3859213"/>
          <p14:tracePt t="82152" x="4640263" y="3848100"/>
          <p14:tracePt t="82153" x="4640263" y="3841750"/>
          <p14:tracePt t="82159" x="4640263" y="3830638"/>
          <p14:tracePt t="82165" x="4640263" y="3808413"/>
          <p14:tracePt t="82173" x="4640263" y="3790950"/>
          <p14:tracePt t="82179" x="4640263" y="3773488"/>
          <p14:tracePt t="82186" x="4640263" y="3762375"/>
          <p14:tracePt t="82194" x="4633913" y="3756025"/>
          <p14:tracePt t="82201" x="4633913" y="3751263"/>
          <p14:tracePt t="82247" x="4633913" y="3744913"/>
          <p14:tracePt t="82254" x="4633913" y="3740150"/>
          <p14:tracePt t="82256" x="4640263" y="3740150"/>
          <p14:tracePt t="82257" x="4645025" y="3733800"/>
          <p14:tracePt t="82263" x="4651375" y="3729038"/>
          <p14:tracePt t="82270" x="4673600" y="3716338"/>
          <p14:tracePt t="82276" x="4697413" y="3700463"/>
          <p14:tracePt t="82284" x="4730750" y="3687763"/>
          <p14:tracePt t="82290" x="4770438" y="3683000"/>
          <p14:tracePt t="82297" x="4827588" y="3671888"/>
          <p14:tracePt t="82304" x="4884738" y="3659188"/>
          <p14:tracePt t="82305" x="4902200" y="3659188"/>
          <p14:tracePt t="82306" x="4913313" y="3659188"/>
          <p14:tracePt t="82311" x="4959350" y="3654425"/>
          <p14:tracePt t="82318" x="5049838" y="3654425"/>
          <p14:tracePt t="82325" x="5153025" y="3659188"/>
          <p14:tracePt t="82332" x="5267325" y="3671888"/>
          <p14:tracePt t="82339" x="5426075" y="3694113"/>
          <p14:tracePt t="82346" x="5557838" y="3716338"/>
          <p14:tracePt t="82347" x="5602288" y="3722688"/>
          <p14:tracePt t="82348" x="5626100" y="3722688"/>
          <p14:tracePt t="82353" x="5705475" y="3740150"/>
          <p14:tracePt t="82360" x="5894388" y="3756025"/>
          <p14:tracePt t="82367" x="6046788" y="3779838"/>
          <p14:tracePt t="82368" x="6088063" y="3784600"/>
          <p14:tracePt t="82373" x="6218238" y="3797300"/>
          <p14:tracePt t="82381" x="6350000" y="3813175"/>
          <p14:tracePt t="82382" x="6378575" y="3813175"/>
          <p14:tracePt t="82388" x="6475413" y="3825875"/>
          <p14:tracePt t="82395" x="6594475" y="3836988"/>
          <p14:tracePt t="82395" x="6611938" y="3836988"/>
          <p14:tracePt t="82396" x="6629400" y="3836988"/>
          <p14:tracePt t="82397" x="6645275" y="3841750"/>
          <p14:tracePt t="82401" x="6702425" y="3848100"/>
          <p14:tracePt t="82408" x="6869113" y="3865563"/>
          <p14:tracePt t="82416" x="7034213" y="3887788"/>
          <p14:tracePt t="82423" x="7267575" y="3916363"/>
          <p14:tracePt t="82430" x="7461250" y="3938588"/>
          <p14:tracePt t="82430" x="7535863" y="3944938"/>
          <p14:tracePt t="82443" x="7991475" y="3995738"/>
          <p14:tracePt t="82444" x="8066088" y="4002088"/>
          <p14:tracePt t="82445" x="8093075" y="4002088"/>
          <p14:tracePt t="82450" x="8218488" y="4013200"/>
          <p14:tracePt t="82457" x="8447088" y="4035425"/>
          <p14:tracePt t="82458" x="8526463" y="4041775"/>
          <p14:tracePt t="82459" x="8555038" y="4041775"/>
          <p14:tracePt t="82464" x="8664575" y="4048125"/>
          <p14:tracePt t="82471" x="8801100" y="4059238"/>
          <p14:tracePt t="82478" x="8902700" y="4070350"/>
          <p14:tracePt t="82479" x="8920163" y="4070350"/>
          <p14:tracePt t="82480" x="8931275" y="4070350"/>
          <p14:tracePt t="82485" x="8955088" y="4076700"/>
          <p14:tracePt t="82492" x="8970963" y="4081463"/>
          <p14:tracePt t="82499" x="8970963" y="4087813"/>
          <p14:tracePt t="82516" x="8966200" y="4092575"/>
          <p14:tracePt t="82519" x="8959850" y="4092575"/>
          <p14:tracePt t="82521" x="8942388" y="4098925"/>
          <p14:tracePt t="82527" x="8920163" y="4110038"/>
          <p14:tracePt t="82534" x="8869363" y="4132263"/>
          <p14:tracePt t="82541" x="8801100" y="4156075"/>
          <p14:tracePt t="82548" x="8732838" y="4184650"/>
          <p14:tracePt t="82555" x="8664575" y="4206875"/>
          <p14:tracePt t="82562" x="8601075" y="4235450"/>
          <p14:tracePt t="82569" x="8543925" y="4257675"/>
          <p14:tracePt t="82576" x="8493125" y="4275138"/>
          <p14:tracePt t="82583" x="8440738" y="4286250"/>
          <p14:tracePt t="82589" x="8367713" y="4303713"/>
          <p14:tracePt t="82596" x="8299450" y="4314825"/>
          <p14:tracePt t="82604" x="8207375" y="4321175"/>
          <p14:tracePt t="82605" x="8174038" y="4327525"/>
          <p14:tracePt t="82606" x="8156575" y="4332288"/>
          <p14:tracePt t="82606" x="8145463" y="4332288"/>
          <p14:tracePt t="82611" x="8037513" y="4338638"/>
          <p14:tracePt t="82612" x="8020050" y="4343400"/>
          <p14:tracePt t="82613" x="8002588" y="4343400"/>
          <p14:tracePt t="82617" x="7940675" y="4356100"/>
          <p14:tracePt t="82624" x="7791450" y="4367213"/>
          <p14:tracePt t="82632" x="7620000" y="4383088"/>
          <p14:tracePt t="82645" x="7232650" y="4395788"/>
          <p14:tracePt t="82646" x="7188200" y="4395788"/>
          <p14:tracePt t="82647" x="7153275" y="4395788"/>
          <p14:tracePt t="82651" x="7062788" y="4395788"/>
          <p14:tracePt t="82659" x="6856413" y="4395788"/>
          <p14:tracePt t="82665" x="6691313" y="4383088"/>
          <p14:tracePt t="82672" x="6492875" y="4356100"/>
          <p14:tracePt t="82679" x="6343650" y="4327525"/>
          <p14:tracePt t="82686" x="6207125" y="4303713"/>
          <p14:tracePt t="82693" x="6035675" y="4270375"/>
          <p14:tracePt t="82700" x="5824538" y="4230688"/>
          <p14:tracePt t="82708" x="5676900" y="4195763"/>
          <p14:tracePt t="82714" x="5489575" y="4156075"/>
          <p14:tracePt t="82721" x="5346700" y="4121150"/>
          <p14:tracePt t="82728" x="5214938" y="4087813"/>
          <p14:tracePt t="82735" x="5124450" y="4064000"/>
          <p14:tracePt t="82736" x="5095875" y="4059238"/>
          <p14:tracePt t="82737" x="5084763" y="4052888"/>
          <p14:tracePt t="82738" x="5078413" y="4052888"/>
          <p14:tracePt t="82739" x="5067300" y="4048125"/>
          <p14:tracePt t="82742" x="5038725" y="4041775"/>
          <p14:tracePt t="82749" x="4964113" y="4013200"/>
          <p14:tracePt t="82756" x="4891088" y="3984625"/>
          <p14:tracePt t="82763" x="4827588" y="3956050"/>
          <p14:tracePt t="82770" x="4765675" y="3916363"/>
          <p14:tracePt t="82776" x="4719638" y="3881438"/>
          <p14:tracePt t="82784" x="4673600" y="3848100"/>
          <p14:tracePt t="82791" x="4633913" y="3813175"/>
          <p14:tracePt t="82797" x="4611688" y="3790950"/>
          <p14:tracePt t="82805" x="4594225" y="3779838"/>
          <p14:tracePt t="82811" x="4583113" y="3773488"/>
          <p14:tracePt t="82818" x="4576763" y="3768725"/>
          <p14:tracePt t="82889" x="4583113" y="3762375"/>
          <p14:tracePt t="82892" x="4587875" y="3762375"/>
          <p14:tracePt t="82895" x="4594225" y="3756025"/>
          <p14:tracePt t="82902" x="4611688" y="3751263"/>
          <p14:tracePt t="82909" x="4645025" y="3740150"/>
          <p14:tracePt t="82909" x="4656138" y="3740150"/>
          <p14:tracePt t="82910" x="4662488" y="3733800"/>
          <p14:tracePt t="82911" x="4673600" y="3733800"/>
          <p14:tracePt t="82915" x="4708525" y="3729038"/>
          <p14:tracePt t="82922" x="4776788" y="3722688"/>
          <p14:tracePt t="82929" x="4833938" y="3716338"/>
          <p14:tracePt t="82930" x="4856163" y="3716338"/>
          <p14:tracePt t="82931" x="4867275" y="3716338"/>
          <p14:tracePt t="82936" x="4930775" y="3716338"/>
          <p14:tracePt t="82943" x="5032375" y="3716338"/>
          <p14:tracePt t="82950" x="5164138" y="3716338"/>
          <p14:tracePt t="82957" x="5307013" y="3740150"/>
          <p14:tracePt t="82958" x="5351463" y="3744913"/>
          <p14:tracePt t="82959" x="5375275" y="3744913"/>
          <p14:tracePt t="82964" x="5465763" y="3756025"/>
          <p14:tracePt t="82971" x="5659438" y="3784600"/>
          <p14:tracePt t="82972" x="5711825" y="3797300"/>
          <p14:tracePt t="82973" x="5745163" y="3797300"/>
          <p14:tracePt t="82978" x="5830888" y="3813175"/>
          <p14:tracePt t="82979" x="5881688" y="3819525"/>
          <p14:tracePt t="82985" x="5991225" y="3841750"/>
          <p14:tracePt t="82992" x="6156325" y="3876675"/>
          <p14:tracePt t="82993" x="6189663" y="3876675"/>
          <p14:tracePt t="82994" x="6207125" y="3881438"/>
          <p14:tracePt t="82999" x="6253163" y="3894138"/>
          <p14:tracePt t="83006" x="6338888" y="3910013"/>
          <p14:tracePt t="83007" x="6350000" y="3916363"/>
          <p14:tracePt t="83007" x="6361113" y="3922713"/>
          <p14:tracePt t="83008" x="6372225" y="3922713"/>
          <p14:tracePt t="83013" x="6400800" y="3933825"/>
          <p14:tracePt t="83020" x="6429375" y="3938588"/>
          <p14:tracePt t="83020" x="6435725" y="3938588"/>
          <p14:tracePt t="83026" x="6440488" y="3944938"/>
          <p14:tracePt t="83077" x="6440488" y="3951288"/>
          <p14:tracePt t="83094" x="6440488" y="3956050"/>
          <p14:tracePt t="83100" x="6435725" y="3956050"/>
          <p14:tracePt t="83104" x="6435725" y="3962400"/>
          <p14:tracePt t="83110" x="6423025" y="3967163"/>
          <p14:tracePt t="83117" x="6411913" y="3979863"/>
          <p14:tracePt t="83124" x="6394450" y="3984625"/>
          <p14:tracePt t="83131" x="6372225" y="3990975"/>
          <p14:tracePt t="83132" x="6372225" y="3995738"/>
          <p14:tracePt t="83132" x="6367463" y="3995738"/>
          <p14:tracePt t="83138" x="6350000" y="4002088"/>
          <p14:tracePt t="83145" x="6326188" y="4006850"/>
          <p14:tracePt t="83152" x="6303963" y="4006850"/>
          <p14:tracePt t="83159" x="6286500" y="4006850"/>
          <p14:tracePt t="83166" x="6281738" y="4006850"/>
          <p14:tracePt t="83172" x="6275388" y="4006850"/>
          <p14:tracePt t="83179" x="6270625" y="4006850"/>
          <p14:tracePt t="83221" x="6264275" y="4006850"/>
          <p14:tracePt t="83236" x="6257925" y="4006850"/>
          <p14:tracePt t="83601" x="6264275" y="4006850"/>
          <p14:tracePt t="83604" x="6270625" y="4006850"/>
          <p14:tracePt t="83610" x="6286500" y="4006850"/>
          <p14:tracePt t="83617" x="6315075" y="4006850"/>
          <p14:tracePt t="83624" x="6343650" y="4006850"/>
          <p14:tracePt t="83631" x="6383338" y="4006850"/>
          <p14:tracePt t="83632" x="6394450" y="4006850"/>
          <p14:tracePt t="83633" x="6400800" y="4006850"/>
          <p14:tracePt t="83638" x="6418263" y="4006850"/>
          <p14:tracePt t="83645" x="6457950" y="4006850"/>
          <p14:tracePt t="83646" x="6464300" y="4006850"/>
          <p14:tracePt t="83646" x="6469063" y="4006850"/>
          <p14:tracePt t="83647" x="6475413" y="4006850"/>
          <p14:tracePt t="83652" x="6497638" y="4006850"/>
          <p14:tracePt t="83659" x="6537325" y="4013200"/>
          <p14:tracePt t="83665" x="6572250" y="4019550"/>
          <p14:tracePt t="83672" x="6600825" y="4019550"/>
          <p14:tracePt t="83679" x="6640513" y="4024313"/>
          <p14:tracePt t="83687" x="6669088" y="4024313"/>
          <p14:tracePt t="83687" x="6673850" y="4024313"/>
          <p14:tracePt t="83688" x="6680200" y="4024313"/>
          <p14:tracePt t="83689" x="6686550" y="4024313"/>
          <p14:tracePt t="83693" x="6697663" y="4024313"/>
          <p14:tracePt t="83700" x="6719888" y="4024313"/>
          <p14:tracePt t="83707" x="6737350" y="4024313"/>
          <p14:tracePt t="83714" x="6748463" y="4024313"/>
          <p14:tracePt t="83721" x="6754813" y="4024313"/>
          <p14:tracePt t="83861" x="6748463" y="4024313"/>
          <p14:tracePt t="83865" x="6743700" y="4024313"/>
          <p14:tracePt t="83867" x="6737350" y="4024313"/>
          <p14:tracePt t="83874" x="6708775" y="4019550"/>
          <p14:tracePt t="83881" x="6662738" y="4006850"/>
          <p14:tracePt t="83888" x="6605588" y="4002088"/>
          <p14:tracePt t="83895" x="6543675" y="4002088"/>
          <p14:tracePt t="83902" x="6464300" y="3990975"/>
          <p14:tracePt t="83909" x="6372225" y="3990975"/>
          <p14:tracePt t="83917" x="6281738" y="3979863"/>
          <p14:tracePt t="83923" x="6156325" y="3973513"/>
          <p14:tracePt t="83930" x="6064250" y="3967163"/>
          <p14:tracePt t="83937" x="5962650" y="3967163"/>
          <p14:tracePt t="83937" x="5938838" y="3967163"/>
          <p14:tracePt t="83938" x="5921375" y="3967163"/>
          <p14:tracePt t="83939" x="5910263" y="3967163"/>
          <p14:tracePt t="83943" x="5870575" y="3967163"/>
          <p14:tracePt t="83950" x="5791200" y="3967163"/>
          <p14:tracePt t="83957" x="5734050" y="3962400"/>
          <p14:tracePt t="83958" x="5711825" y="3962400"/>
          <p14:tracePt t="83964" x="5683250" y="3962400"/>
          <p14:tracePt t="83971" x="5637213" y="3962400"/>
          <p14:tracePt t="83972" x="5626100" y="3962400"/>
          <p14:tracePt t="83973" x="5619750" y="3962400"/>
          <p14:tracePt t="83978" x="5597525" y="3962400"/>
          <p14:tracePt t="83985" x="5568950" y="3956050"/>
          <p14:tracePt t="83986" x="5562600" y="3956050"/>
          <p14:tracePt t="83992" x="5546725" y="3956050"/>
          <p14:tracePt t="83999" x="5534025" y="3956050"/>
          <p14:tracePt t="84125" x="5534025" y="3951288"/>
          <p14:tracePt t="84131" x="5534025" y="3944938"/>
          <p14:tracePt t="84136" x="5534025" y="3938588"/>
          <p14:tracePt t="84138" x="5540375" y="3938588"/>
          <p14:tracePt t="84145" x="5557838" y="3927475"/>
          <p14:tracePt t="84151" x="5586413" y="3916363"/>
          <p14:tracePt t="84158" x="5626100" y="3905250"/>
          <p14:tracePt t="84165" x="5665788" y="3894138"/>
          <p14:tracePt t="84172" x="5711825" y="3887788"/>
          <p14:tracePt t="84179" x="5751513" y="3887788"/>
          <p14:tracePt t="84180" x="5762625" y="3887788"/>
          <p14:tracePt t="84181" x="5773738" y="3887788"/>
          <p14:tracePt t="84182" x="5780088" y="3887788"/>
          <p14:tracePt t="84186" x="5797550" y="3881438"/>
          <p14:tracePt t="84193" x="5837238" y="3881438"/>
          <p14:tracePt t="84194" x="5853113" y="3881438"/>
          <p14:tracePt t="84200" x="5881688" y="3881438"/>
          <p14:tracePt t="84207" x="5916613" y="3881438"/>
          <p14:tracePt t="84214" x="5938838" y="3881438"/>
          <p14:tracePt t="84221" x="5962650" y="3881438"/>
          <p14:tracePt t="84228" x="5967413" y="3881438"/>
          <p14:tracePt t="84502" x="5973763" y="3881438"/>
          <p14:tracePt t="84504" x="5978525" y="3881438"/>
          <p14:tracePt t="84507" x="5978525" y="3876675"/>
          <p14:tracePt t="84513" x="5995988" y="3876675"/>
          <p14:tracePt t="84520" x="6024563" y="3870325"/>
          <p14:tracePt t="84527" x="6070600" y="3865563"/>
          <p14:tracePt t="84528" x="6081713" y="3865563"/>
          <p14:tracePt t="84529" x="6092825" y="3865563"/>
          <p14:tracePt t="84534" x="6127750" y="3859213"/>
          <p14:tracePt t="84535" x="6138863" y="3859213"/>
          <p14:tracePt t="84541" x="6184900" y="3854450"/>
          <p14:tracePt t="84548" x="6264275" y="3848100"/>
          <p14:tracePt t="84562" x="6423025" y="3825875"/>
          <p14:tracePt t="84568" x="6508750" y="3819525"/>
          <p14:tracePt t="84575" x="6611938" y="3802063"/>
          <p14:tracePt t="84582" x="6715125" y="3784600"/>
          <p14:tracePt t="84589" x="6834188" y="3768725"/>
          <p14:tracePt t="84590" x="6856413" y="3762375"/>
          <p14:tracePt t="84591" x="6873875" y="3762375"/>
          <p14:tracePt t="84596" x="6931025" y="3756025"/>
          <p14:tracePt t="84603" x="7034213" y="3740150"/>
          <p14:tracePt t="84610" x="7124700" y="3716338"/>
          <p14:tracePt t="84617" x="7243763" y="3694113"/>
          <p14:tracePt t="84618" x="7272338" y="3687763"/>
          <p14:tracePt t="84619" x="7296150" y="3683000"/>
          <p14:tracePt t="84624" x="7358063" y="3665538"/>
          <p14:tracePt t="84631" x="7478713" y="3636963"/>
          <p14:tracePt t="84632" x="7523163" y="3619500"/>
          <p14:tracePt t="84638" x="7648575" y="3579813"/>
          <p14:tracePt t="84645" x="7762875" y="3533775"/>
          <p14:tracePt t="84646" x="7802563" y="3522663"/>
          <p14:tracePt t="84647" x="7820025" y="3511550"/>
          <p14:tracePt t="84652" x="7912100" y="3471863"/>
          <p14:tracePt t="84659" x="8020050" y="3414713"/>
          <p14:tracePt t="84666" x="8145463" y="3346450"/>
          <p14:tracePt t="84672" x="8259763" y="3271838"/>
          <p14:tracePt t="84680" x="8332788" y="3221038"/>
          <p14:tracePt t="84686" x="8389938" y="3175000"/>
          <p14:tracePt t="84694" x="8429625" y="3128963"/>
          <p14:tracePt t="84700" x="8458200" y="3095625"/>
          <p14:tracePt t="84707" x="8475663" y="3073400"/>
          <p14:tracePt t="84714" x="8482013" y="3044825"/>
          <p14:tracePt t="84721" x="8486775" y="3021013"/>
          <p14:tracePt t="84735" x="8486775" y="2976563"/>
          <p14:tracePt t="84736" x="8486775" y="2970213"/>
          <p14:tracePt t="84742" x="8486775" y="2947988"/>
          <p14:tracePt t="84749" x="8493125" y="2913063"/>
          <p14:tracePt t="84756" x="8493125" y="2873375"/>
          <p14:tracePt t="84757" x="8493125" y="2855913"/>
          <p14:tracePt t="84763" x="8497888" y="2822575"/>
          <p14:tracePt t="84764" x="8504238" y="2809875"/>
          <p14:tracePt t="84765" x="8504238" y="2805113"/>
          <p14:tracePt t="84770" x="8504238" y="2781300"/>
          <p14:tracePt t="84777" x="8515350" y="2730500"/>
          <p14:tracePt t="84783" x="8521700" y="2690813"/>
          <p14:tracePt t="84791" x="8532813" y="2662238"/>
          <p14:tracePt t="84797" x="8539163" y="2633663"/>
          <p14:tracePt t="84804" x="8543925" y="2611438"/>
          <p14:tracePt t="84811" x="8555038" y="2593975"/>
          <p14:tracePt t="84818" x="8555038" y="2576513"/>
          <p14:tracePt t="84825" x="8561388" y="2565400"/>
          <p14:tracePt t="84832" x="8561388" y="2559050"/>
          <p14:tracePt t="84839" x="8561388" y="2554288"/>
          <p14:tracePt t="84846" x="8561388" y="2547938"/>
          <p14:tracePt t="84853" x="8566150" y="2547938"/>
          <p14:tracePt t="85447" x="8572500" y="2547938"/>
          <p14:tracePt t="85449" x="8578850" y="2547938"/>
          <p14:tracePt t="85452" x="8583613" y="2547938"/>
          <p14:tracePt t="85457" x="8601075" y="2543175"/>
          <p14:tracePt t="85464" x="8640763" y="2530475"/>
          <p14:tracePt t="85465" x="8658225" y="2530475"/>
          <p14:tracePt t="85466" x="8664575" y="2530475"/>
          <p14:tracePt t="85471" x="8691563" y="2519363"/>
          <p14:tracePt t="85478" x="8748713" y="2501900"/>
          <p14:tracePt t="85479" x="8777288" y="2501900"/>
          <p14:tracePt t="85480" x="8801100" y="2490788"/>
          <p14:tracePt t="85485" x="8845550" y="2486025"/>
          <p14:tracePt t="85492" x="8920163" y="2462213"/>
          <p14:tracePt t="85493" x="8948738" y="2457450"/>
          <p14:tracePt t="85499" x="8999538" y="2433638"/>
          <p14:tracePt t="85506" x="9067800" y="2411413"/>
          <p14:tracePt t="85507" x="9091613" y="2400300"/>
          <p14:tracePt t="85513" x="9131300" y="2389188"/>
          <p14:tracePt t="85520" x="9182100" y="2360613"/>
          <p14:tracePt t="85526" x="9228138" y="2332038"/>
          <p14:tracePt t="85533" x="9256713" y="2308225"/>
          <p14:tracePt t="85541" x="9285288" y="2279650"/>
          <p14:tracePt t="85547" x="9302750" y="2257425"/>
          <p14:tracePt t="85554" x="9313863" y="2235200"/>
          <p14:tracePt t="85561" x="9324975" y="2200275"/>
          <p14:tracePt t="85569" x="9331325" y="2160588"/>
          <p14:tracePt t="85575" x="9342438" y="2114550"/>
          <p14:tracePt t="85582" x="9342438" y="2057400"/>
          <p14:tracePt t="85589" x="9342438" y="2000250"/>
          <p14:tracePt t="85596" x="9331325" y="1949450"/>
          <p14:tracePt t="85603" x="9318625" y="1898650"/>
          <p14:tracePt t="85604" x="9318625" y="1887538"/>
          <p14:tracePt t="85605" x="9313863" y="1881188"/>
          <p14:tracePt t="85610" x="9307513" y="1858963"/>
          <p14:tracePt t="85617" x="9302750" y="1830388"/>
          <p14:tracePt t="85624" x="9296400" y="1812925"/>
          <p14:tracePt t="85631" x="9296400" y="1795463"/>
          <p14:tracePt t="85631" x="9290050" y="1790700"/>
          <p14:tracePt t="85638" x="9285288" y="1778000"/>
          <p14:tracePt t="85645" x="9285288" y="1762125"/>
          <p14:tracePt t="85652" x="9278938" y="1749425"/>
          <p14:tracePt t="85652" x="9278938" y="1744663"/>
          <p14:tracePt t="85658" x="9274175" y="1733550"/>
          <p14:tracePt t="85666" x="9267825" y="1720850"/>
          <p14:tracePt t="85673" x="9256713" y="1709738"/>
          <p14:tracePt t="85680" x="9256713" y="1698625"/>
          <p14:tracePt t="85686" x="9250363" y="1693863"/>
          <p14:tracePt t="85694" x="9245600" y="1681163"/>
          <p14:tracePt t="85694" x="9239250" y="1676400"/>
          <p14:tracePt t="85700" x="9239250" y="1670050"/>
          <p14:tracePt t="85708" x="9234488" y="1652588"/>
          <p14:tracePt t="85714" x="9228138" y="1647825"/>
          <p14:tracePt t="85721" x="9228138" y="1641475"/>
          <p14:tracePt t="86079" x="9228138" y="1647825"/>
          <p14:tracePt t="86084" x="9228138" y="1652588"/>
          <p14:tracePt t="86086" x="9228138" y="1658938"/>
          <p14:tracePt t="86089" x="9234488" y="1665288"/>
          <p14:tracePt t="86096" x="9245600" y="1687513"/>
          <p14:tracePt t="86103" x="9267825" y="1716088"/>
          <p14:tracePt t="86104" x="9274175" y="1720850"/>
          <p14:tracePt t="86105" x="9278938" y="1733550"/>
          <p14:tracePt t="86110" x="9285288" y="1744663"/>
          <p14:tracePt t="86117" x="9302750" y="1762125"/>
          <p14:tracePt t="86124" x="9313863" y="1778000"/>
          <p14:tracePt t="86131" x="9324975" y="1784350"/>
          <p14:tracePt t="86138" x="9331325" y="1790700"/>
          <p14:tracePt t="86145" x="9336088" y="1795463"/>
          <p14:tracePt t="86152" x="9347200" y="1806575"/>
          <p14:tracePt t="86159" x="9364663" y="1812925"/>
          <p14:tracePt t="86166" x="9386888" y="1824038"/>
          <p14:tracePt t="86166" x="9393238" y="1824038"/>
          <p14:tracePt t="86172" x="9410700" y="1830388"/>
          <p14:tracePt t="86180" x="9432925" y="1835150"/>
          <p14:tracePt t="86180" x="9444038" y="1835150"/>
          <p14:tracePt t="86186" x="9467850" y="1841500"/>
          <p14:tracePt t="86193" x="9496425" y="1846263"/>
          <p14:tracePt t="86194" x="9501188" y="1846263"/>
          <p14:tracePt t="86200" x="9525000" y="1852613"/>
          <p14:tracePt t="86207" x="9553575" y="1858963"/>
          <p14:tracePt t="86214" x="9593263" y="1863725"/>
          <p14:tracePt t="86221" x="9621838" y="1874838"/>
          <p14:tracePt t="86222" x="9632950" y="1881188"/>
          <p14:tracePt t="86223" x="9637713" y="1881188"/>
          <p14:tracePt t="86228" x="9655175" y="1887538"/>
          <p14:tracePt t="86235" x="9694863" y="1903413"/>
          <p14:tracePt t="86236" x="9707563" y="1909763"/>
          <p14:tracePt t="86242" x="9740900" y="1927225"/>
          <p14:tracePt t="86249" x="9786938" y="1960563"/>
          <p14:tracePt t="86256" x="9832975" y="2000250"/>
          <p14:tracePt t="86257" x="9837738" y="2006600"/>
          <p14:tracePt t="86257" x="9844088" y="2012950"/>
          <p14:tracePt t="86258" x="9848850" y="2017713"/>
          <p14:tracePt t="86263" x="9877425" y="2052638"/>
          <p14:tracePt t="86270" x="9912350" y="2103438"/>
          <p14:tracePt t="86276" x="9963150" y="2178050"/>
          <p14:tracePt t="86284" x="10002838" y="2251075"/>
          <p14:tracePt t="86291" x="10037763" y="2325688"/>
          <p14:tracePt t="86291" x="10055225" y="2360613"/>
          <p14:tracePt t="86292" x="10059988" y="2365375"/>
          <p14:tracePt t="86293" x="10066338" y="2389188"/>
          <p14:tracePt t="86297" x="10088563" y="2439988"/>
          <p14:tracePt t="86305" x="10123488" y="2525713"/>
          <p14:tracePt t="86311" x="10156825" y="2633663"/>
          <p14:tracePt t="86319" x="10196513" y="2741613"/>
          <p14:tracePt t="86325" x="10231438" y="2873375"/>
          <p14:tracePt t="86332" x="10264775" y="2992438"/>
          <p14:tracePt t="86339" x="10288588" y="3124200"/>
          <p14:tracePt t="86347" x="10317163" y="3232150"/>
          <p14:tracePt t="86354" x="10339388" y="3346450"/>
          <p14:tracePt t="86361" x="10356850" y="3436938"/>
          <p14:tracePt t="86374" x="10379075" y="3575050"/>
          <p14:tracePt t="86381" x="10379075" y="3608388"/>
          <p14:tracePt t="86382" x="10379075" y="3619500"/>
          <p14:tracePt t="86383" x="10379075" y="3625850"/>
          <p14:tracePt t="86388" x="10379075" y="3636963"/>
          <p14:tracePt t="86395" x="10379075" y="3654425"/>
          <p14:tracePt t="86402" x="10374313" y="3671888"/>
          <p14:tracePt t="86409" x="10367963" y="3694113"/>
          <p14:tracePt t="86420" x="10350500" y="3733800"/>
          <p14:tracePt t="86430" x="10334625" y="3773488"/>
          <p14:tracePt t="86433" x="10328275" y="3784600"/>
          <p14:tracePt t="86444" x="10317163" y="3813175"/>
          <p14:tracePt t="86450" x="10310813" y="3825875"/>
          <p14:tracePt t="86457" x="10299700" y="3841750"/>
          <p14:tracePt t="86464" x="10299700" y="3859213"/>
          <p14:tracePt t="86471" x="10288588" y="3870325"/>
          <p14:tracePt t="86478" x="10288588" y="3881438"/>
          <p14:tracePt t="86485" x="10277475" y="3894138"/>
          <p14:tracePt t="86492" x="10271125" y="3898900"/>
          <p14:tracePt t="86499" x="10264775" y="3905250"/>
          <p14:tracePt t="86506" x="10264775" y="3910013"/>
          <p14:tracePt t="86507" x="10260013" y="3910013"/>
          <p14:tracePt t="86513" x="10253663" y="3916363"/>
          <p14:tracePt t="86520" x="10253663" y="3922713"/>
          <p14:tracePt t="86527" x="10242550" y="3933825"/>
          <p14:tracePt t="86534" x="10236200" y="3944938"/>
          <p14:tracePt t="86541" x="10225088" y="3962400"/>
          <p14:tracePt t="86548" x="10213975" y="3984625"/>
          <p14:tracePt t="86555" x="10196513" y="4002088"/>
          <p14:tracePt t="86555" x="10191750" y="4006850"/>
          <p14:tracePt t="86556" x="10191750" y="4013200"/>
          <p14:tracePt t="86561" x="10180638" y="4024313"/>
          <p14:tracePt t="86568" x="10167938" y="4041775"/>
          <p14:tracePt t="86575" x="10152063" y="4059238"/>
          <p14:tracePt t="86582" x="10134600" y="4081463"/>
          <p14:tracePt t="86589" x="10123488" y="4098925"/>
          <p14:tracePt t="86596" x="10110788" y="4110038"/>
          <p14:tracePt t="86603" x="10099675" y="4121150"/>
          <p14:tracePt t="86610" x="10088563" y="4132263"/>
          <p14:tracePt t="86617" x="10077450" y="4144963"/>
          <p14:tracePt t="86624" x="10059988" y="4160838"/>
          <p14:tracePt t="86631" x="10042525" y="4178300"/>
          <p14:tracePt t="86638" x="10020300" y="4195763"/>
          <p14:tracePt t="86645" x="10002838" y="4213225"/>
          <p14:tracePt t="86652" x="9985375" y="4230688"/>
          <p14:tracePt t="86659" x="9963150" y="4241800"/>
          <p14:tracePt t="86665" x="9940925" y="4257675"/>
          <p14:tracePt t="86673" x="9917113" y="4270375"/>
          <p14:tracePt t="86680" x="9894888" y="4281488"/>
          <p14:tracePt t="86680" x="9883775" y="4281488"/>
          <p14:tracePt t="86686" x="9872663" y="4292600"/>
          <p14:tracePt t="86693" x="9844088" y="4303713"/>
          <p14:tracePt t="86700" x="9820275" y="4310063"/>
          <p14:tracePt t="86707" x="9798050" y="4321175"/>
          <p14:tracePt t="86708" x="9791700" y="4321175"/>
          <p14:tracePt t="86709" x="9786938" y="4321175"/>
          <p14:tracePt t="86714" x="9775825" y="4327525"/>
          <p14:tracePt t="86721" x="9758363" y="4332288"/>
          <p14:tracePt t="86728" x="9740900" y="4338638"/>
          <p14:tracePt t="86735" x="9723438" y="4343400"/>
          <p14:tracePt t="86742" x="9701213" y="4343400"/>
          <p14:tracePt t="86749" x="9678988" y="4343400"/>
          <p14:tracePt t="86756" x="9637713" y="4349750"/>
          <p14:tracePt t="86763" x="9598025" y="4349750"/>
          <p14:tracePt t="86770" x="9553575" y="4349750"/>
          <p14:tracePt t="86770" x="9536113" y="4349750"/>
          <p14:tracePt t="86776" x="9490075" y="4349750"/>
          <p14:tracePt t="86783" x="9428163" y="4349750"/>
          <p14:tracePt t="86790" x="9353550" y="4343400"/>
          <p14:tracePt t="86798" x="9263063" y="4338638"/>
          <p14:tracePt t="86799" x="9239250" y="4338638"/>
          <p14:tracePt t="86804" x="9193213" y="4332288"/>
          <p14:tracePt t="86811" x="9124950" y="4332288"/>
          <p14:tracePt t="86818" x="9067800" y="4327525"/>
          <p14:tracePt t="86825" x="9023350" y="4321175"/>
          <p14:tracePt t="86832" x="8970963" y="4321175"/>
          <p14:tracePt t="86839" x="8931275" y="4314825"/>
          <p14:tracePt t="86846" x="8897938" y="4314825"/>
          <p14:tracePt t="86853" x="8880475" y="4314825"/>
          <p14:tracePt t="86854" x="8869363" y="4314825"/>
          <p14:tracePt t="86860" x="8858250" y="4314825"/>
          <p14:tracePt t="86867" x="8845550" y="4314825"/>
          <p14:tracePt t="86875" x="8840788" y="4314825"/>
          <p14:tracePt t="86912" x="8834438" y="4314825"/>
          <p14:tracePt t="86912" x="8834438" y="4310063"/>
          <p14:tracePt t="86919" x="8829675" y="4303713"/>
          <p14:tracePt t="86923" x="8823325" y="4303713"/>
          <p14:tracePt t="86927" x="8816975" y="4298950"/>
          <p14:tracePt t="86930" x="8816975" y="4292600"/>
          <p14:tracePt t="86937" x="8801100" y="4281488"/>
          <p14:tracePt t="86943" x="8788400" y="4264025"/>
          <p14:tracePt t="86950" x="8777288" y="4257675"/>
          <p14:tracePt t="86957" x="8766175" y="4252913"/>
          <p14:tracePt t="86964" x="8761413" y="4252913"/>
          <p14:tracePt t="86971" x="8761413" y="4246563"/>
          <p14:tracePt t="86978" x="8748713" y="4246563"/>
          <p14:tracePt t="86989" x="8743950" y="4246563"/>
          <p14:tracePt t="87062" x="8737600" y="4246563"/>
          <p14:tracePt t="87065" x="8737600" y="4241800"/>
          <p14:tracePt t="87068" x="8737600" y="4235450"/>
          <p14:tracePt t="87075" x="8732838" y="4230688"/>
          <p14:tracePt t="87082" x="8726488" y="4224338"/>
          <p14:tracePt t="87089" x="8720138" y="4217988"/>
          <p14:tracePt t="87096" x="8720138" y="4213225"/>
          <p14:tracePt t="87180" x="8726488" y="4213225"/>
          <p14:tracePt t="87183" x="8732838" y="4213225"/>
          <p14:tracePt t="87188" x="8732838" y="4206875"/>
          <p14:tracePt t="87193" x="8737600" y="4206875"/>
          <p14:tracePt t="87200" x="8755063" y="4206875"/>
          <p14:tracePt t="87208" x="8777288" y="4206875"/>
          <p14:tracePt t="87214" x="8805863" y="4206875"/>
          <p14:tracePt t="87221" x="8840788" y="4202113"/>
          <p14:tracePt t="87228" x="8880475" y="4202113"/>
          <p14:tracePt t="87235" x="8926513" y="4195763"/>
          <p14:tracePt t="87242" x="8970963" y="4195763"/>
          <p14:tracePt t="87249" x="9012238" y="4195763"/>
          <p14:tracePt t="87256" x="9056688" y="4189413"/>
          <p14:tracePt t="87263" x="9096375" y="4189413"/>
          <p14:tracePt t="87270" x="9137650" y="4189413"/>
          <p14:tracePt t="87277" x="9182100" y="4189413"/>
          <p14:tracePt t="87284" x="9210675" y="4189413"/>
          <p14:tracePt t="87285" x="9221788" y="4189413"/>
          <p14:tracePt t="87291" x="9239250" y="4189413"/>
          <p14:tracePt t="87297" x="9267825" y="4189413"/>
          <p14:tracePt t="87304" x="9296400" y="4189413"/>
          <p14:tracePt t="87311" x="9318625" y="4189413"/>
          <p14:tracePt t="87319" x="9336088" y="4189413"/>
          <p14:tracePt t="87325" x="9347200" y="4189413"/>
          <p14:tracePt t="87332" x="9353550" y="4184650"/>
          <p14:tracePt t="87339" x="9359900" y="4184650"/>
          <p14:tracePt t="87350" x="9364663" y="4184650"/>
          <p14:tracePt t="87358" x="9371013" y="4184650"/>
          <p14:tracePt t="87362" x="9375775" y="4184650"/>
          <p14:tracePt t="87367" x="9386888" y="4184650"/>
          <p14:tracePt t="87374" x="9404350" y="4184650"/>
          <p14:tracePt t="87381" x="9428163" y="4184650"/>
          <p14:tracePt t="87388" x="9450388" y="4184650"/>
          <p14:tracePt t="87395" x="9478963" y="4184650"/>
          <p14:tracePt t="87395" x="9485313" y="4178300"/>
          <p14:tracePt t="87396" x="9490075" y="4178300"/>
          <p14:tracePt t="87401" x="9512300" y="4173538"/>
          <p14:tracePt t="87418" x="9610725" y="4167188"/>
          <p14:tracePt t="87423" x="9637713" y="4156075"/>
          <p14:tracePt t="87436" x="9718675" y="4156075"/>
          <p14:tracePt t="87443" x="9763125" y="4149725"/>
          <p14:tracePt t="87450" x="9809163" y="4149725"/>
          <p14:tracePt t="87457" x="9848850" y="4149725"/>
          <p14:tracePt t="87458" x="9861550" y="4149725"/>
          <p14:tracePt t="87459" x="9866313" y="4149725"/>
          <p14:tracePt t="87464" x="9883775" y="4149725"/>
          <p14:tracePt t="87471" x="9923463" y="4156075"/>
          <p14:tracePt t="87472" x="9929813" y="4156075"/>
          <p14:tracePt t="87478" x="9952038" y="4160838"/>
          <p14:tracePt t="87485" x="9991725" y="4167188"/>
          <p14:tracePt t="87492" x="10020300" y="4173538"/>
          <p14:tracePt t="87493" x="10026650" y="4173538"/>
          <p14:tracePt t="87499" x="10048875" y="4173538"/>
          <p14:tracePt t="87506" x="10077450" y="4184650"/>
          <p14:tracePt t="87507" x="10083800" y="4184650"/>
          <p14:tracePt t="87507" x="10088563" y="4184650"/>
          <p14:tracePt t="87513" x="10106025" y="4189413"/>
          <p14:tracePt t="87520" x="10128250" y="4189413"/>
          <p14:tracePt t="87526" x="10152063" y="4202113"/>
          <p14:tracePt t="87534" x="10180638" y="4206875"/>
          <p14:tracePt t="87540" x="10209213" y="4217988"/>
          <p14:tracePt t="87547" x="10231438" y="4230688"/>
          <p14:tracePt t="87554" x="10260013" y="4246563"/>
          <p14:tracePt t="87555" x="10271125" y="4252913"/>
          <p14:tracePt t="87561" x="10288588" y="4264025"/>
          <p14:tracePt t="87568" x="10321925" y="4286250"/>
          <p14:tracePt t="87569" x="10334625" y="4292600"/>
          <p14:tracePt t="87570" x="10339388" y="4298950"/>
          <p14:tracePt t="87575" x="10356850" y="4310063"/>
          <p14:tracePt t="87583" x="10396538" y="4332288"/>
          <p14:tracePt t="87583" x="10407650" y="4338638"/>
          <p14:tracePt t="87584" x="10418763" y="4343400"/>
          <p14:tracePt t="87589" x="10442575" y="4356100"/>
          <p14:tracePt t="87596" x="10475913" y="4371975"/>
          <p14:tracePt t="87603" x="10515600" y="4395788"/>
          <p14:tracePt t="87610" x="10550525" y="4411663"/>
          <p14:tracePt t="87617" x="10583863" y="4429125"/>
          <p14:tracePt t="87624" x="10601325" y="4440238"/>
          <p14:tracePt t="87631" x="10618788" y="4452938"/>
          <p14:tracePt t="87639" x="10629900" y="4464050"/>
          <p14:tracePt t="87646" x="10641013" y="4464050"/>
          <p14:tracePt t="87652" x="10653713" y="4475163"/>
          <p14:tracePt t="87659" x="10664825" y="4486275"/>
          <p14:tracePt t="87666" x="10675938" y="4497388"/>
          <p14:tracePt t="87674" x="10693400" y="4514850"/>
          <p14:tracePt t="87674" x="10698163" y="4521200"/>
          <p14:tracePt t="87680" x="10709275" y="4532313"/>
          <p14:tracePt t="87687" x="10733088" y="4549775"/>
          <p14:tracePt t="87694" x="10750550" y="4572000"/>
          <p14:tracePt t="87700" x="10779125" y="4594225"/>
          <p14:tracePt t="87707" x="10801350" y="4618038"/>
          <p14:tracePt t="87714" x="10829925" y="4635500"/>
          <p14:tracePt t="87722" x="10847388" y="4651375"/>
          <p14:tracePt t="87729" x="10875963" y="4662488"/>
          <p14:tracePt t="87735" x="10887075" y="4679950"/>
          <p14:tracePt t="87742" x="10898188" y="4686300"/>
          <p14:tracePt t="87749" x="10904538" y="4697413"/>
          <p14:tracePt t="87756" x="10909300" y="4703763"/>
          <p14:tracePt t="87763" x="10915650" y="4708525"/>
          <p14:tracePt t="87770" x="10920413" y="4708525"/>
          <p14:tracePt t="87771" x="10920413" y="4714875"/>
          <p14:tracePt t="87777" x="10920413" y="4719638"/>
          <p14:tracePt t="87784" x="10926763" y="4725988"/>
          <p14:tracePt t="87791" x="10926763" y="4737100"/>
          <p14:tracePt t="87798" x="10933113" y="4754563"/>
          <p14:tracePt t="87805" x="10937875" y="4760913"/>
          <p14:tracePt t="87812" x="10944225" y="4776788"/>
          <p14:tracePt t="87819" x="10944225" y="4794250"/>
          <p14:tracePt t="87833" x="10944225" y="4816475"/>
          <p14:tracePt t="87839" x="10944225" y="4822825"/>
          <p14:tracePt t="87848" x="10944225" y="4829175"/>
          <p14:tracePt t="87869" x="10944225" y="4833938"/>
          <p14:tracePt t="87887" x="10944225" y="4840288"/>
          <p14:tracePt t="87913" x="10944225" y="4845050"/>
          <p14:tracePt t="87916" x="10937875" y="4845050"/>
          <p14:tracePt t="87919" x="10933113" y="4845050"/>
          <p14:tracePt t="87930" x="10915650" y="4851400"/>
          <p14:tracePt t="87930" x="10909300" y="4851400"/>
          <p14:tracePt t="87937" x="10898188" y="4857750"/>
          <p14:tracePt t="87944" x="10869613" y="4862513"/>
          <p14:tracePt t="87950" x="10841038" y="4868863"/>
          <p14:tracePt t="87957" x="10801350" y="4879975"/>
          <p14:tracePt t="87958" x="10783888" y="4879975"/>
          <p14:tracePt t="87959" x="10772775" y="4886325"/>
          <p14:tracePt t="87964" x="10737850" y="4891088"/>
          <p14:tracePt t="87971" x="10682288" y="4897438"/>
          <p14:tracePt t="87972" x="10669588" y="4897438"/>
          <p14:tracePt t="87978" x="10625138" y="4902200"/>
          <p14:tracePt t="87979" x="10607675" y="4908550"/>
          <p14:tracePt t="87985" x="10556875" y="4913313"/>
          <p14:tracePt t="87992" x="10482263" y="4919663"/>
          <p14:tracePt t="87993" x="10436225" y="4926013"/>
          <p14:tracePt t="87999" x="10374313" y="4930775"/>
          <p14:tracePt t="88006" x="10277475" y="4937125"/>
          <p14:tracePt t="88006" x="10264775" y="4937125"/>
          <p14:tracePt t="88007" x="10248900" y="4937125"/>
          <p14:tracePt t="88008" x="10231438" y="4941888"/>
          <p14:tracePt t="88013" x="10174288" y="4948238"/>
          <p14:tracePt t="88020" x="10077450" y="4948238"/>
          <p14:tracePt t="88021" x="10066338" y="4948238"/>
          <p14:tracePt t="88021" x="10048875" y="4948238"/>
          <p14:tracePt t="88022" x="10037763" y="4948238"/>
          <p14:tracePt t="88023" x="10026650" y="4948238"/>
          <p14:tracePt t="88024" x="10013950" y="4948238"/>
          <p14:tracePt t="88026" x="9991725" y="4948238"/>
          <p14:tracePt t="88033" x="9906000" y="4948238"/>
          <p14:tracePt t="88040" x="9820275" y="4948238"/>
          <p14:tracePt t="88047" x="9763125" y="4941888"/>
          <p14:tracePt t="88054" x="9678988" y="4937125"/>
          <p14:tracePt t="88055" x="9644063" y="4930775"/>
          <p14:tracePt t="88056" x="9637713" y="4930775"/>
          <p14:tracePt t="88061" x="9598025" y="4926013"/>
          <p14:tracePt t="88068" x="9518650" y="4919663"/>
          <p14:tracePt t="88069" x="9501188" y="4913313"/>
          <p14:tracePt t="88070" x="9490075" y="4913313"/>
          <p14:tracePt t="88075" x="9444038" y="4908550"/>
          <p14:tracePt t="88082" x="9375775" y="4897438"/>
          <p14:tracePt t="88083" x="9359900" y="4891088"/>
          <p14:tracePt t="88084" x="9347200" y="4891088"/>
          <p14:tracePt t="88089" x="9302750" y="4879975"/>
          <p14:tracePt t="88096" x="9234488" y="4868863"/>
          <p14:tracePt t="88097" x="9210675" y="4862513"/>
          <p14:tracePt t="88103" x="9153525" y="4851400"/>
          <p14:tracePt t="88104" x="9131300" y="4851400"/>
          <p14:tracePt t="88110" x="9074150" y="4833938"/>
          <p14:tracePt t="88111" x="9051925" y="4829175"/>
          <p14:tracePt t="88117" x="8983663" y="4816475"/>
          <p14:tracePt t="88118" x="8959850" y="4811713"/>
          <p14:tracePt t="88124" x="8902700" y="4800600"/>
          <p14:tracePt t="88131" x="8829675" y="4787900"/>
          <p14:tracePt t="88132" x="8816975" y="4783138"/>
          <p14:tracePt t="88132" x="8805863" y="4783138"/>
          <p14:tracePt t="88133" x="8794750" y="4776788"/>
          <p14:tracePt t="88138" x="8748713" y="4772025"/>
          <p14:tracePt t="88145" x="8675688" y="4760913"/>
          <p14:tracePt t="88145" x="8669338" y="4760913"/>
          <p14:tracePt t="88146" x="8658225" y="4760913"/>
          <p14:tracePt t="88151" x="8612188" y="4748213"/>
          <p14:tracePt t="88158" x="8555038" y="4743450"/>
          <p14:tracePt t="88166" x="8521700" y="4737100"/>
          <p14:tracePt t="88166" x="8515350" y="4737100"/>
          <p14:tracePt t="88172" x="8497888" y="4732338"/>
          <p14:tracePt t="88180" x="8482013" y="4725988"/>
          <p14:tracePt t="88186" x="8475663" y="4719638"/>
          <p14:tracePt t="88195" x="8469313" y="4719638"/>
          <p14:tracePt t="88214" x="8469313" y="4714875"/>
          <p14:tracePt t="88219" x="8464550" y="4714875"/>
          <p14:tracePt t="88222" x="8464550" y="4708525"/>
          <p14:tracePt t="88228" x="8464550" y="4697413"/>
          <p14:tracePt t="88235" x="8458200" y="4679950"/>
          <p14:tracePt t="88242" x="8453438" y="4668838"/>
          <p14:tracePt t="88243" x="8453438" y="4662488"/>
          <p14:tracePt t="88249" x="8447088" y="4657725"/>
          <p14:tracePt t="88256" x="8440738" y="4640263"/>
          <p14:tracePt t="88257" x="8435975" y="4635500"/>
          <p14:tracePt t="88263" x="8435975" y="4629150"/>
          <p14:tracePt t="88270" x="8418513" y="4611688"/>
          <p14:tracePt t="88277" x="8413750" y="4594225"/>
          <p14:tracePt t="88278" x="8413750" y="4589463"/>
          <p14:tracePt t="88283" x="8407400" y="4578350"/>
          <p14:tracePt t="88291" x="8407400" y="4560888"/>
          <p14:tracePt t="88298" x="8396288" y="4543425"/>
          <p14:tracePt t="88312" x="8396288" y="4492625"/>
          <p14:tracePt t="88319" x="8396288" y="4457700"/>
          <p14:tracePt t="88326" x="8401050" y="4424363"/>
          <p14:tracePt t="88333" x="8407400" y="4383088"/>
          <p14:tracePt t="88340" x="8418513" y="4343400"/>
          <p14:tracePt t="88346" x="8429625" y="4310063"/>
          <p14:tracePt t="88353" x="8440738" y="4275138"/>
          <p14:tracePt t="88360" x="8447088" y="4246563"/>
          <p14:tracePt t="88367" x="8464550" y="4213225"/>
          <p14:tracePt t="88374" x="8475663" y="4195763"/>
          <p14:tracePt t="88382" x="8486775" y="4178300"/>
          <p14:tracePt t="88388" x="8504238" y="4160838"/>
          <p14:tracePt t="88395" x="8521700" y="4149725"/>
          <p14:tracePt t="88402" x="8539163" y="4138613"/>
          <p14:tracePt t="88409" x="8555038" y="4127500"/>
          <p14:tracePt t="88416" x="8572500" y="4116388"/>
          <p14:tracePt t="88426" x="8589963" y="4105275"/>
          <p14:tracePt t="88430" x="8607425" y="4098925"/>
          <p14:tracePt t="88444" x="8651875" y="4081463"/>
          <p14:tracePt t="88445" x="8664575" y="4081463"/>
          <p14:tracePt t="88450" x="8686800" y="4070350"/>
          <p14:tracePt t="88457" x="8720138" y="4064000"/>
          <p14:tracePt t="88458" x="8737600" y="4064000"/>
          <p14:tracePt t="88459" x="8743950" y="4064000"/>
          <p14:tracePt t="88464" x="8766175" y="4064000"/>
          <p14:tracePt t="88471" x="8812213" y="4064000"/>
          <p14:tracePt t="88478" x="8858250" y="4064000"/>
          <p14:tracePt t="88486" x="8909050" y="4064000"/>
          <p14:tracePt t="88487" x="8920163" y="4064000"/>
          <p14:tracePt t="88487" x="8926513" y="4064000"/>
          <p14:tracePt t="88488" x="8937625" y="4064000"/>
          <p14:tracePt t="88492" x="8955088" y="4064000"/>
          <p14:tracePt t="88499" x="8994775" y="4064000"/>
          <p14:tracePt t="88506" x="9039225" y="4064000"/>
          <p14:tracePt t="88513" x="9085263" y="4064000"/>
          <p14:tracePt t="88520" x="9142413" y="4064000"/>
          <p14:tracePt t="88527" x="9182100" y="4064000"/>
          <p14:tracePt t="88534" x="9239250" y="4064000"/>
          <p14:tracePt t="88541" x="9278938" y="4059238"/>
          <p14:tracePt t="88547" x="9318625" y="4059238"/>
          <p14:tracePt t="88555" x="9364663" y="4059238"/>
          <p14:tracePt t="88561" x="9404350" y="4059238"/>
          <p14:tracePt t="88568" x="9439275" y="4059238"/>
          <p14:tracePt t="88575" x="9478963" y="4059238"/>
          <p14:tracePt t="88583" x="9518650" y="4059238"/>
          <p14:tracePt t="88589" x="9582150" y="4070350"/>
          <p14:tracePt t="88596" x="9644063" y="4076700"/>
          <p14:tracePt t="88603" x="9701213" y="4081463"/>
          <p14:tracePt t="88610" x="9763125" y="4098925"/>
          <p14:tracePt t="88617" x="9844088" y="4105275"/>
          <p14:tracePt t="88624" x="9901238" y="4110038"/>
          <p14:tracePt t="88631" x="9958388" y="4121150"/>
          <p14:tracePt t="88632" x="9969500" y="4121150"/>
          <p14:tracePt t="88632" x="9974263" y="4121150"/>
          <p14:tracePt t="88633" x="9980613" y="4121150"/>
          <p14:tracePt t="88638" x="10009188" y="4127500"/>
          <p14:tracePt t="88645" x="10048875" y="4132263"/>
          <p14:tracePt t="88652" x="10077450" y="4138613"/>
          <p14:tracePt t="88658" x="10099675" y="4144963"/>
          <p14:tracePt t="88665" x="10123488" y="4149725"/>
          <p14:tracePt t="88672" x="10134600" y="4149725"/>
          <p14:tracePt t="88679" x="10139363" y="4149725"/>
          <p14:tracePt t="88686" x="10139363" y="4156075"/>
          <p14:tracePt t="88693" x="10145713" y="4156075"/>
          <p14:tracePt t="88700" x="10156825" y="4160838"/>
          <p14:tracePt t="88708" x="10163175" y="4167188"/>
          <p14:tracePt t="88708" x="10167938" y="4173538"/>
          <p14:tracePt t="88714" x="10180638" y="4178300"/>
          <p14:tracePt t="88721" x="10191750" y="4189413"/>
          <p14:tracePt t="88729" x="10209213" y="4202113"/>
          <p14:tracePt t="88729" x="10213975" y="4202113"/>
          <p14:tracePt t="88735" x="10231438" y="4213225"/>
          <p14:tracePt t="88742" x="10253663" y="4224338"/>
          <p14:tracePt t="88756" x="10293350" y="4252913"/>
          <p14:tracePt t="88763" x="10310813" y="4264025"/>
          <p14:tracePt t="88770" x="10328275" y="4281488"/>
          <p14:tracePt t="88777" x="10345738" y="4286250"/>
          <p14:tracePt t="88783" x="10356850" y="4303713"/>
          <p14:tracePt t="88791" x="10374313" y="4327525"/>
          <p14:tracePt t="88797" x="10385425" y="4343400"/>
          <p14:tracePt t="88804" x="10414000" y="4371975"/>
          <p14:tracePt t="88811" x="10431463" y="4400550"/>
          <p14:tracePt t="88818" x="10453688" y="4429125"/>
          <p14:tracePt t="88825" x="10464800" y="4452938"/>
          <p14:tracePt t="88832" x="10482263" y="4481513"/>
          <p14:tracePt t="88839" x="10499725" y="4503738"/>
          <p14:tracePt t="88846" x="10510838" y="4525963"/>
          <p14:tracePt t="88853" x="10521950" y="4543425"/>
          <p14:tracePt t="88860" x="10528300" y="4554538"/>
          <p14:tracePt t="88867" x="10539413" y="4565650"/>
          <p14:tracePt t="88874" x="10544175" y="4583113"/>
          <p14:tracePt t="88881" x="10561638" y="4600575"/>
          <p14:tracePt t="88888" x="10583863" y="4622800"/>
          <p14:tracePt t="88895" x="10607675" y="4646613"/>
          <p14:tracePt t="88902" x="10625138" y="4662488"/>
          <p14:tracePt t="88909" x="10629900" y="4675188"/>
          <p14:tracePt t="88916" x="10647363" y="4686300"/>
          <p14:tracePt t="88923" x="10658475" y="4697413"/>
          <p14:tracePt t="88930" x="10669588" y="4708525"/>
          <p14:tracePt t="88936" x="10682288" y="4714875"/>
          <p14:tracePt t="88943" x="10693400" y="4725988"/>
          <p14:tracePt t="88950" x="10698163" y="4737100"/>
          <p14:tracePt t="88958" x="10704513" y="4737100"/>
          <p14:tracePt t="88965" x="10715625" y="4743450"/>
          <p14:tracePt t="89045" x="10715625" y="4748213"/>
          <p14:tracePt t="89066" x="10715625" y="4754563"/>
          <p14:tracePt t="89070" x="10709275" y="4760913"/>
          <p14:tracePt t="89073" x="10709275" y="4765675"/>
          <p14:tracePt t="89083" x="10687050" y="4783138"/>
          <p14:tracePt t="89089" x="10664825" y="4800600"/>
          <p14:tracePt t="89096" x="10629900" y="4811713"/>
          <p14:tracePt t="89103" x="10590213" y="4822825"/>
          <p14:tracePt t="89104" x="10572750" y="4833938"/>
          <p14:tracePt t="89110" x="10544175" y="4845050"/>
          <p14:tracePt t="89117" x="10471150" y="4857750"/>
          <p14:tracePt t="89124" x="10374313" y="4879975"/>
          <p14:tracePt t="89131" x="10277475" y="4897438"/>
          <p14:tracePt t="89132" x="10253663" y="4897438"/>
          <p14:tracePt t="89133" x="10236200" y="4902200"/>
          <p14:tracePt t="89134" x="10220325" y="4902200"/>
          <p14:tracePt t="89138" x="10174288" y="4908550"/>
          <p14:tracePt t="89145" x="10071100" y="4913313"/>
          <p14:tracePt t="89146" x="10031413" y="4913313"/>
          <p14:tracePt t="89147" x="10013950" y="4913313"/>
          <p14:tracePt t="89148" x="9998075" y="4913313"/>
          <p14:tracePt t="89151" x="9923463" y="4913313"/>
          <p14:tracePt t="89159" x="9791700" y="4913313"/>
          <p14:tracePt t="89166" x="9672638" y="4913313"/>
          <p14:tracePt t="89172" x="9529763" y="4891088"/>
          <p14:tracePt t="89180" x="9421813" y="4879975"/>
          <p14:tracePt t="89186" x="9302750" y="4862513"/>
          <p14:tracePt t="89194" x="9182100" y="4840288"/>
          <p14:tracePt t="89194" x="9159875" y="4833938"/>
          <p14:tracePt t="89200" x="9102725" y="4822825"/>
          <p14:tracePt t="89207" x="9028113" y="4811713"/>
          <p14:tracePt t="89208" x="9012238" y="4811713"/>
          <p14:tracePt t="89209" x="9005888" y="4811713"/>
          <p14:tracePt t="89214" x="8977313" y="4800600"/>
          <p14:tracePt t="89221" x="8931275" y="4794250"/>
          <p14:tracePt t="89228" x="8886825" y="4783138"/>
          <p14:tracePt t="89235" x="8845550" y="4772025"/>
          <p14:tracePt t="89242" x="8823325" y="4765675"/>
          <p14:tracePt t="89249" x="8805863" y="4760913"/>
          <p14:tracePt t="89256" x="8801100" y="4760913"/>
          <p14:tracePt t="89270" x="8794750" y="4760913"/>
          <p14:tracePt t="89322" x="8794750" y="4754563"/>
          <p14:tracePt t="89324" x="8788400" y="4754563"/>
          <p14:tracePt t="89327" x="8788400" y="4748213"/>
          <p14:tracePt t="89339" x="8777288" y="4732338"/>
          <p14:tracePt t="89346" x="8772525" y="4714875"/>
          <p14:tracePt t="89353" x="8761413" y="4691063"/>
          <p14:tracePt t="89360" x="8748713" y="4668838"/>
          <p14:tracePt t="89367" x="8737600" y="4646613"/>
          <p14:tracePt t="89374" x="8732838" y="4629150"/>
          <p14:tracePt t="89381" x="8715375" y="4600575"/>
          <p14:tracePt t="89388" x="8709025" y="4578350"/>
          <p14:tracePt t="89395" x="8697913" y="4560888"/>
          <p14:tracePt t="89395" x="8697913" y="4554538"/>
          <p14:tracePt t="89396" x="8691563" y="4554538"/>
          <p14:tracePt t="89397" x="8691563" y="4549775"/>
          <p14:tracePt t="89402" x="8691563" y="4543425"/>
          <p14:tracePt t="89408" x="8686800" y="4532313"/>
          <p14:tracePt t="89419" x="8680450" y="4508500"/>
          <p14:tracePt t="89424" x="8680450" y="4497388"/>
          <p14:tracePt t="89437" x="8680450" y="4464050"/>
          <p14:tracePt t="89443" x="8680450" y="4440238"/>
          <p14:tracePt t="89450" x="8680450" y="4418013"/>
          <p14:tracePt t="89457" x="8686800" y="4383088"/>
          <p14:tracePt t="89464" x="8704263" y="4349750"/>
          <p14:tracePt t="89471" x="8715375" y="4314825"/>
          <p14:tracePt t="89472" x="8720138" y="4303713"/>
          <p14:tracePt t="89473" x="8720138" y="4298950"/>
          <p14:tracePt t="89478" x="8732838" y="4275138"/>
          <p14:tracePt t="89485" x="8743950" y="4235450"/>
          <p14:tracePt t="89492" x="8755063" y="4202113"/>
          <p14:tracePt t="89499" x="8761413" y="4178300"/>
          <p14:tracePt t="89506" x="8772525" y="4160838"/>
          <p14:tracePt t="89513" x="8772525" y="4149725"/>
          <p14:tracePt t="89520" x="8783638" y="4144963"/>
          <p14:tracePt t="89526" x="8788400" y="4138613"/>
          <p14:tracePt t="89534" x="8794750" y="4132263"/>
          <p14:tracePt t="89541" x="8812213" y="4127500"/>
          <p14:tracePt t="89548" x="8834438" y="4121150"/>
          <p14:tracePt t="89555" x="8858250" y="4116388"/>
          <p14:tracePt t="89562" x="8897938" y="4110038"/>
          <p14:tracePt t="89562" x="8913813" y="4105275"/>
          <p14:tracePt t="89563" x="8920163" y="4105275"/>
          <p14:tracePt t="89564" x="8931275" y="4098925"/>
          <p14:tracePt t="89568" x="8948738" y="4098925"/>
          <p14:tracePt t="89575" x="9017000" y="4087813"/>
          <p14:tracePt t="89582" x="9085263" y="4070350"/>
          <p14:tracePt t="89583" x="9102725" y="4070350"/>
          <p14:tracePt t="89584" x="9120188" y="4064000"/>
          <p14:tracePt t="89589" x="9164638" y="4059238"/>
          <p14:tracePt t="89596" x="9245600" y="4041775"/>
          <p14:tracePt t="89604" x="9318625" y="4035425"/>
          <p14:tracePt t="89611" x="9393238" y="4030663"/>
          <p14:tracePt t="89618" x="9456738" y="4024313"/>
          <p14:tracePt t="89624" x="9512300" y="4024313"/>
          <p14:tracePt t="89632" x="9558338" y="4024313"/>
          <p14:tracePt t="89638" x="9610725" y="4024313"/>
          <p14:tracePt t="89645" x="9644063" y="4019550"/>
          <p14:tracePt t="89652" x="9683750" y="4019550"/>
          <p14:tracePt t="89659" x="9723438" y="4019550"/>
          <p14:tracePt t="89666" x="9758363" y="4013200"/>
          <p14:tracePt t="89673" x="9786938" y="4006850"/>
          <p14:tracePt t="89680" x="9815513" y="4002088"/>
          <p14:tracePt t="89680" x="9826625" y="4002088"/>
          <p14:tracePt t="89681" x="9832975" y="4002088"/>
          <p14:tracePt t="89682" x="9837738" y="4002088"/>
          <p14:tracePt t="89687" x="9861550" y="4002088"/>
          <p14:tracePt t="89694" x="9906000" y="4002088"/>
          <p14:tracePt t="89700" x="9958388" y="3995738"/>
          <p14:tracePt t="89708" x="10037763" y="3995738"/>
          <p14:tracePt t="89714" x="10071100" y="3995738"/>
          <p14:tracePt t="89721" x="10128250" y="3995738"/>
          <p14:tracePt t="89728" x="10196513" y="4006850"/>
          <p14:tracePt t="89729" x="10209213" y="4006850"/>
          <p14:tracePt t="89730" x="10220325" y="4006850"/>
          <p14:tracePt t="89735" x="10242550" y="4013200"/>
          <p14:tracePt t="89742" x="10288588" y="4019550"/>
          <p14:tracePt t="89743" x="10306050" y="4024313"/>
          <p14:tracePt t="89749" x="10328275" y="4030663"/>
          <p14:tracePt t="89756" x="10356850" y="4035425"/>
          <p14:tracePt t="89757" x="10361613" y="4041775"/>
          <p14:tracePt t="89763" x="10385425" y="4048125"/>
          <p14:tracePt t="89770" x="10402888" y="4052888"/>
          <p14:tracePt t="89777" x="10418763" y="4059238"/>
          <p14:tracePt t="89778" x="10425113" y="4064000"/>
          <p14:tracePt t="89784" x="10436225" y="4070350"/>
          <p14:tracePt t="89791" x="10453688" y="4076700"/>
          <p14:tracePt t="89798" x="10464800" y="4092575"/>
          <p14:tracePt t="89805" x="10482263" y="4105275"/>
          <p14:tracePt t="89811" x="10504488" y="4121150"/>
          <p14:tracePt t="89819" x="10528300" y="4144963"/>
          <p14:tracePt t="89825" x="10556875" y="4167188"/>
          <p14:tracePt t="89833" x="10583863" y="4189413"/>
          <p14:tracePt t="89839" x="10607675" y="4206875"/>
          <p14:tracePt t="89846" x="10636250" y="4230688"/>
          <p14:tracePt t="89853" x="10658475" y="4246563"/>
          <p14:tracePt t="89860" x="10675938" y="4264025"/>
          <p14:tracePt t="89867" x="10687050" y="4270375"/>
          <p14:tracePt t="89874" x="10704513" y="4286250"/>
          <p14:tracePt t="89881" x="10715625" y="4298950"/>
          <p14:tracePt t="89888" x="10726738" y="4310063"/>
          <p14:tracePt t="89895" x="10737850" y="4327525"/>
          <p14:tracePt t="89896" x="10744200" y="4327525"/>
          <p14:tracePt t="89897" x="10744200" y="4332288"/>
          <p14:tracePt t="89898" x="10750550" y="4332288"/>
          <p14:tracePt t="89901" x="10755313" y="4338638"/>
          <p14:tracePt t="89908" x="10772775" y="4356100"/>
          <p14:tracePt t="89916" x="10790238" y="4378325"/>
          <p14:tracePt t="89922" x="10812463" y="4395788"/>
          <p14:tracePt t="89929" x="10852150" y="4429125"/>
          <p14:tracePt t="89930" x="10863263" y="4440238"/>
          <p14:tracePt t="89931" x="10869613" y="4446588"/>
          <p14:tracePt t="89932" x="10875963" y="4446588"/>
          <p14:tracePt t="89936" x="10891838" y="4464050"/>
          <p14:tracePt t="89943" x="10926763" y="4497388"/>
          <p14:tracePt t="89950" x="10948988" y="4521200"/>
          <p14:tracePt t="89957" x="10960100" y="4537075"/>
          <p14:tracePt t="89958" x="10972800" y="4543425"/>
          <p14:tracePt t="89964" x="10977563" y="4549775"/>
          <p14:tracePt t="89971" x="10988675" y="4565650"/>
          <p14:tracePt t="89978" x="10995025" y="4578350"/>
          <p14:tracePt t="89979" x="11001375" y="4578350"/>
          <p14:tracePt t="89979" x="11001375" y="4583113"/>
          <p14:tracePt t="89985" x="11001375" y="4589463"/>
          <p14:tracePt t="89992" x="11006138" y="4606925"/>
          <p14:tracePt t="89999" x="11006138" y="4618038"/>
          <p14:tracePt t="90006" x="11006138" y="4622800"/>
          <p14:tracePt t="90007" x="11006138" y="4629150"/>
          <p14:tracePt t="90013" x="11006138" y="4635500"/>
          <p14:tracePt t="90020" x="11006138" y="4640263"/>
          <p14:tracePt t="90027" x="11006138" y="4646613"/>
          <p14:tracePt t="90034" x="11006138" y="4657725"/>
          <p14:tracePt t="90041" x="11001375" y="4668838"/>
          <p14:tracePt t="90048" x="11001375" y="4679950"/>
          <p14:tracePt t="90048" x="10995025" y="4679950"/>
          <p14:tracePt t="90049" x="10988675" y="4686300"/>
          <p14:tracePt t="90055" x="10983913" y="4691063"/>
          <p14:tracePt t="90061" x="10977563" y="4703763"/>
          <p14:tracePt t="90068" x="10960100" y="4714875"/>
          <p14:tracePt t="90075" x="10944225" y="4725988"/>
          <p14:tracePt t="90082" x="10933113" y="4732338"/>
          <p14:tracePt t="90083" x="10920413" y="4737100"/>
          <p14:tracePt t="90089" x="10898188" y="4743450"/>
          <p14:tracePt t="90096" x="10863263" y="4754563"/>
          <p14:tracePt t="90103" x="10823575" y="4760913"/>
          <p14:tracePt t="90104" x="10807700" y="4765675"/>
          <p14:tracePt t="90110" x="10772775" y="4772025"/>
          <p14:tracePt t="90117" x="10715625" y="4772025"/>
          <p14:tracePt t="90118" x="10704513" y="4772025"/>
          <p14:tracePt t="90118" x="10693400" y="4772025"/>
          <p14:tracePt t="90119" x="10687050" y="4772025"/>
          <p14:tracePt t="90124" x="10641013" y="4776788"/>
          <p14:tracePt t="90131" x="10561638" y="4783138"/>
          <p14:tracePt t="90132" x="10544175" y="4783138"/>
          <p14:tracePt t="90138" x="10475913" y="4783138"/>
          <p14:tracePt t="90145" x="10407650" y="4787900"/>
          <p14:tracePt t="90145" x="10385425" y="4787900"/>
          <p14:tracePt t="90146" x="10374313" y="4794250"/>
          <p14:tracePt t="90147" x="10361613" y="4794250"/>
          <p14:tracePt t="90151" x="10317163" y="4800600"/>
          <p14:tracePt t="90159" x="10242550" y="4811713"/>
          <p14:tracePt t="90166" x="10156825" y="4816475"/>
          <p14:tracePt t="90173" x="10088563" y="4822825"/>
          <p14:tracePt t="90179" x="10031413" y="4829175"/>
          <p14:tracePt t="90180" x="10013950" y="4829175"/>
          <p14:tracePt t="90181" x="10002838" y="4829175"/>
          <p14:tracePt t="90187" x="9969500" y="4833938"/>
          <p14:tracePt t="90194" x="9906000" y="4840288"/>
          <p14:tracePt t="90200" x="9855200" y="4840288"/>
          <p14:tracePt t="90208" x="9798050" y="4845050"/>
          <p14:tracePt t="90208" x="9780588" y="4845050"/>
          <p14:tracePt t="90209" x="9775825" y="4845050"/>
          <p14:tracePt t="90214" x="9747250" y="4851400"/>
          <p14:tracePt t="90221" x="9694863" y="4851400"/>
          <p14:tracePt t="90222" x="9672638" y="4857750"/>
          <p14:tracePt t="90223" x="9666288" y="4857750"/>
          <p14:tracePt t="90228" x="9637713" y="4857750"/>
          <p14:tracePt t="90229" x="9621838" y="4857750"/>
          <p14:tracePt t="90230" x="9610725" y="4857750"/>
          <p14:tracePt t="90235" x="9582150" y="4862513"/>
          <p14:tracePt t="90242" x="9529763" y="4862513"/>
          <p14:tracePt t="90243" x="9512300" y="4862513"/>
          <p14:tracePt t="90244" x="9501188" y="4862513"/>
          <p14:tracePt t="90249" x="9467850" y="4862513"/>
          <p14:tracePt t="90257" x="9386888" y="4862513"/>
          <p14:tracePt t="90263" x="9313863" y="4862513"/>
          <p14:tracePt t="90270" x="9234488" y="4862513"/>
          <p14:tracePt t="90271" x="9217025" y="4862513"/>
          <p14:tracePt t="90271" x="9205913" y="4862513"/>
          <p14:tracePt t="90272" x="9193213" y="4862513"/>
          <p14:tracePt t="90273" x="9177338" y="4862513"/>
          <p14:tracePt t="90274" x="9159875" y="4857750"/>
          <p14:tracePt t="90277" x="9137650" y="4857750"/>
          <p14:tracePt t="90284" x="9028113" y="4857750"/>
          <p14:tracePt t="90291" x="8920163" y="4851400"/>
          <p14:tracePt t="90298" x="8834438" y="4851400"/>
          <p14:tracePt t="90305" x="8732838" y="4851400"/>
          <p14:tracePt t="90312" x="8618538" y="4845050"/>
          <p14:tracePt t="90319" x="8504238" y="4845050"/>
          <p14:tracePt t="90325" x="8401050" y="4840288"/>
          <p14:tracePt t="90333" x="8299450" y="4833938"/>
          <p14:tracePt t="90340" x="8202613" y="4829175"/>
          <p14:tracePt t="90347" x="8110538" y="4816475"/>
          <p14:tracePt t="90353" x="8031163" y="4811713"/>
          <p14:tracePt t="90360" x="7974013" y="4805363"/>
          <p14:tracePt t="90367" x="7912100" y="4800600"/>
          <p14:tracePt t="90374" x="7888288" y="4794250"/>
          <p14:tracePt t="90375" x="7877175" y="4794250"/>
          <p14:tracePt t="90381" x="7870825" y="4783138"/>
          <p14:tracePt t="90388" x="7866063" y="4783138"/>
          <p14:tracePt t="90395" x="7859713" y="4776788"/>
          <p14:tracePt t="90402" x="7859713" y="4772025"/>
          <p14:tracePt t="90416" x="7859713" y="4725988"/>
          <p14:tracePt t="90423" x="7866063" y="4691063"/>
          <p14:tracePt t="90430" x="7866063" y="4657725"/>
          <p14:tracePt t="90437" x="7883525" y="4629150"/>
          <p14:tracePt t="90438" x="7883525" y="4618038"/>
          <p14:tracePt t="90439" x="7883525" y="4606925"/>
          <p14:tracePt t="90440" x="7883525" y="4600575"/>
          <p14:tracePt t="90443" x="7888288" y="4589463"/>
          <p14:tracePt t="90450" x="7899400" y="4560888"/>
          <p14:tracePt t="90457" x="7912100" y="4532313"/>
          <p14:tracePt t="90464" x="7916863" y="4514850"/>
          <p14:tracePt t="90471" x="7934325" y="4481513"/>
          <p14:tracePt t="90478" x="7956550" y="4446588"/>
          <p14:tracePt t="90485" x="7980363" y="4418013"/>
          <p14:tracePt t="90492" x="8013700" y="4371975"/>
          <p14:tracePt t="90493" x="8024813" y="4356100"/>
          <p14:tracePt t="90499" x="8048625" y="4327525"/>
          <p14:tracePt t="90506" x="8088313" y="4286250"/>
          <p14:tracePt t="90513" x="8128000" y="4241800"/>
          <p14:tracePt t="90514" x="8139113" y="4230688"/>
          <p14:tracePt t="90515" x="8145463" y="4224338"/>
          <p14:tracePt t="90520" x="8167688" y="4202113"/>
          <p14:tracePt t="90521" x="8178800" y="4189413"/>
          <p14:tracePt t="90521" x="8185150" y="4189413"/>
          <p14:tracePt t="90522" x="8189913" y="4184650"/>
          <p14:tracePt t="90527" x="8218488" y="4156075"/>
          <p14:tracePt t="90534" x="8259763" y="4121150"/>
          <p14:tracePt t="90541" x="8299450" y="4092575"/>
          <p14:tracePt t="90548" x="8356600" y="4052888"/>
          <p14:tracePt t="90555" x="8389938" y="4030663"/>
          <p14:tracePt t="90561" x="8424863" y="4013200"/>
          <p14:tracePt t="90568" x="8464550" y="3995738"/>
          <p14:tracePt t="90575" x="8515350" y="3984625"/>
          <p14:tracePt t="90576" x="8521700" y="3979863"/>
          <p14:tracePt t="90577" x="8539163" y="3979863"/>
          <p14:tracePt t="90582" x="8561388" y="3973513"/>
          <p14:tracePt t="90589" x="8612188" y="3962400"/>
          <p14:tracePt t="90596" x="8658225" y="3962400"/>
          <p14:tracePt t="90603" x="8715375" y="3956050"/>
          <p14:tracePt t="90604" x="8732838" y="3956050"/>
          <p14:tracePt t="90610" x="8777288" y="3956050"/>
          <p14:tracePt t="90617" x="8845550" y="3956050"/>
          <p14:tracePt t="90618" x="8869363" y="3956050"/>
          <p14:tracePt t="90624" x="8926513" y="3956050"/>
          <p14:tracePt t="90631" x="9023350" y="3956050"/>
          <p14:tracePt t="90632" x="9045575" y="3956050"/>
          <p14:tracePt t="90638" x="9113838" y="3962400"/>
          <p14:tracePt t="90645" x="9217025" y="3967163"/>
          <p14:tracePt t="90646" x="9234488" y="3967163"/>
          <p14:tracePt t="90646" x="9256713" y="3973513"/>
          <p14:tracePt t="90647" x="9274175" y="3979863"/>
          <p14:tracePt t="90651" x="9331325" y="3984625"/>
          <p14:tracePt t="90658" x="9439275" y="3990975"/>
          <p14:tracePt t="90666" x="9569450" y="4006850"/>
          <p14:tracePt t="90672" x="9655175" y="4019550"/>
          <p14:tracePt t="90680" x="9758363" y="4030663"/>
          <p14:tracePt t="90680" x="9780588" y="4035425"/>
          <p14:tracePt t="90686" x="9848850" y="4048125"/>
          <p14:tracePt t="90693" x="9929813" y="4059238"/>
          <p14:tracePt t="90694" x="9952038" y="4059238"/>
          <p14:tracePt t="90695" x="9963150" y="4064000"/>
          <p14:tracePt t="90700" x="9998075" y="4070350"/>
          <p14:tracePt t="90707" x="10066338" y="4087813"/>
          <p14:tracePt t="90708" x="10088563" y="4087813"/>
          <p14:tracePt t="90709" x="10094913" y="4087813"/>
          <p14:tracePt t="90714" x="10128250" y="4092575"/>
          <p14:tracePt t="90721" x="10191750" y="4105275"/>
          <p14:tracePt t="90722" x="10202863" y="4110038"/>
          <p14:tracePt t="90728" x="10236200" y="4116388"/>
          <p14:tracePt t="90735" x="10282238" y="4121150"/>
          <p14:tracePt t="90742" x="10321925" y="4132263"/>
          <p14:tracePt t="90749" x="10374313" y="4144963"/>
          <p14:tracePt t="90756" x="10414000" y="4149725"/>
          <p14:tracePt t="90763" x="10447338" y="4167188"/>
          <p14:tracePt t="90770" x="10482263" y="4173538"/>
          <p14:tracePt t="90771" x="10487025" y="4178300"/>
          <p14:tracePt t="90777" x="10510838" y="4184650"/>
          <p14:tracePt t="90783" x="10533063" y="4195763"/>
          <p14:tracePt t="90791" x="10556875" y="4206875"/>
          <p14:tracePt t="90797" x="10572750" y="4217988"/>
          <p14:tracePt t="90804" x="10579100" y="4235450"/>
          <p14:tracePt t="90811" x="10590213" y="4252913"/>
          <p14:tracePt t="90818" x="10601325" y="4275138"/>
          <p14:tracePt t="90819" x="10607675" y="4286250"/>
          <p14:tracePt t="90820" x="10607675" y="4292600"/>
          <p14:tracePt t="90825" x="10612438" y="4310063"/>
          <p14:tracePt t="90832" x="10625138" y="4332288"/>
          <p14:tracePt t="90833" x="10629900" y="4343400"/>
          <p14:tracePt t="90839" x="10636250" y="4367213"/>
          <p14:tracePt t="90846" x="10641013" y="4395788"/>
          <p14:tracePt t="90853" x="10653713" y="4429125"/>
          <p14:tracePt t="90860" x="10658475" y="4457700"/>
          <p14:tracePt t="90867" x="10664825" y="4486275"/>
          <p14:tracePt t="90868" x="10664825" y="4492625"/>
          <p14:tracePt t="90874" x="10669588" y="4508500"/>
          <p14:tracePt t="90881" x="10669588" y="4532313"/>
          <p14:tracePt t="90888" x="10669588" y="4554538"/>
          <p14:tracePt t="90895" x="10675938" y="4565650"/>
          <p14:tracePt t="90896" x="10675938" y="4572000"/>
          <p14:tracePt t="90902" x="10675938" y="4583113"/>
          <p14:tracePt t="90909" x="10675938" y="4600575"/>
          <p14:tracePt t="90916" x="10669588" y="4618038"/>
          <p14:tracePt t="90923" x="10664825" y="4635500"/>
          <p14:tracePt t="90930" x="10658475" y="4651375"/>
          <p14:tracePt t="90937" x="10641013" y="4668838"/>
          <p14:tracePt t="90938" x="10641013" y="4675188"/>
          <p14:tracePt t="90944" x="10629900" y="4686300"/>
          <p14:tracePt t="90950" x="10612438" y="4703763"/>
          <p14:tracePt t="90958" x="10590213" y="4725988"/>
          <p14:tracePt t="90964" x="10561638" y="4748213"/>
          <p14:tracePt t="90971" x="10521950" y="4765675"/>
          <p14:tracePt t="90972" x="10510838" y="4776788"/>
          <p14:tracePt t="90978" x="10464800" y="4794250"/>
          <p14:tracePt t="90985" x="10414000" y="4816475"/>
          <p14:tracePt t="90993" x="10367963" y="4840288"/>
          <p14:tracePt t="90999" x="10321925" y="4862513"/>
          <p14:tracePt t="91006" x="10282238" y="4879975"/>
          <p14:tracePt t="91013" x="10225088" y="4897438"/>
          <p14:tracePt t="91020" x="10185400" y="4919663"/>
          <p14:tracePt t="91021" x="10174288" y="4919663"/>
          <p14:tracePt t="91022" x="10167938" y="4919663"/>
          <p14:tracePt t="91027" x="10145713" y="4926013"/>
          <p14:tracePt t="91034" x="10117138" y="4937125"/>
          <p14:tracePt t="91041" x="10094913" y="4941888"/>
          <p14:tracePt t="91048" x="10071100" y="4948238"/>
          <p14:tracePt t="91055" x="10059988" y="4954588"/>
          <p14:tracePt t="91061" x="10048875" y="4959350"/>
          <p14:tracePt t="91069" x="10026650" y="4959350"/>
          <p14:tracePt t="91075" x="10009188" y="4959350"/>
          <p14:tracePt t="91083" x="9985375" y="4965700"/>
          <p14:tracePt t="91089" x="9952038" y="4965700"/>
          <p14:tracePt t="91096" x="9906000" y="4965700"/>
          <p14:tracePt t="91103" x="9848850" y="4965700"/>
          <p14:tracePt t="91110" x="9775825" y="4965700"/>
          <p14:tracePt t="91117" x="9683750" y="4965700"/>
          <p14:tracePt t="91124" x="9593263" y="4954588"/>
          <p14:tracePt t="91131" x="9478963" y="4948238"/>
          <p14:tracePt t="91138" x="9364663" y="4937125"/>
          <p14:tracePt t="91145" x="9250363" y="4919663"/>
          <p14:tracePt t="91152" x="9137650" y="4908550"/>
          <p14:tracePt t="91159" x="9028113" y="4897438"/>
          <p14:tracePt t="91166" x="8913813" y="4886325"/>
          <p14:tracePt t="91173" x="8805863" y="4868863"/>
          <p14:tracePt t="91174" x="8761413" y="4857750"/>
          <p14:tracePt t="91175" x="8755063" y="4857750"/>
          <p14:tracePt t="91180" x="8709025" y="4851400"/>
          <p14:tracePt t="91186" x="8589963" y="4829175"/>
          <p14:tracePt t="91194" x="8497888" y="4816475"/>
          <p14:tracePt t="91194" x="8475663" y="4816475"/>
          <p14:tracePt t="91200" x="8424863" y="4805363"/>
          <p14:tracePt t="91207" x="8350250" y="4800600"/>
          <p14:tracePt t="91214" x="8293100" y="4787900"/>
          <p14:tracePt t="91222" x="8264525" y="4787900"/>
          <p14:tracePt t="91222" x="8253413" y="4787900"/>
          <p14:tracePt t="91223" x="8253413" y="4783138"/>
          <p14:tracePt t="91224" x="8247063" y="4783138"/>
          <p14:tracePt t="91228" x="8242300" y="4783138"/>
          <p14:tracePt t="91235" x="8231188" y="4783138"/>
          <p14:tracePt t="91243" x="8231188" y="4776788"/>
          <p14:tracePt t="91304" x="8231188" y="4772025"/>
          <p14:tracePt t="91306" x="8231188" y="4765675"/>
          <p14:tracePt t="91311" x="8231188" y="4760913"/>
          <p14:tracePt t="91319" x="8231188" y="4748213"/>
          <p14:tracePt t="91319" x="8235950" y="4743450"/>
          <p14:tracePt t="91325" x="8235950" y="4732338"/>
          <p14:tracePt t="91332" x="8247063" y="4714875"/>
          <p14:tracePt t="91339" x="8270875" y="4697413"/>
          <p14:tracePt t="91346" x="8288338" y="4675188"/>
          <p14:tracePt t="91353" x="8310563" y="4657725"/>
          <p14:tracePt t="91354" x="8321675" y="4651375"/>
          <p14:tracePt t="91360" x="8339138" y="4640263"/>
          <p14:tracePt t="91367" x="8367713" y="4618038"/>
          <p14:tracePt t="91374" x="8396288" y="4594225"/>
          <p14:tracePt t="91375" x="8407400" y="4594225"/>
          <p14:tracePt t="91375" x="8407400" y="4589463"/>
          <p14:tracePt t="91376" x="8413750" y="4583113"/>
          <p14:tracePt t="91381" x="8429625" y="4572000"/>
          <p14:tracePt t="91388" x="8464550" y="4549775"/>
          <p14:tracePt t="91395" x="8497888" y="4525963"/>
          <p14:tracePt t="91402" x="8539163" y="4497388"/>
          <p14:tracePt t="91409" x="8583613" y="4468813"/>
          <p14:tracePt t="91417" x="8647113" y="4435475"/>
          <p14:tracePt t="91423" x="8669338" y="4424363"/>
          <p14:tracePt t="91437" x="8766175" y="4360863"/>
          <p14:tracePt t="91437" x="8772525" y="4356100"/>
          <p14:tracePt t="91443" x="8801100" y="4338638"/>
          <p14:tracePt t="91450" x="8829675" y="4321175"/>
          <p14:tracePt t="91457" x="8858250" y="4303713"/>
          <p14:tracePt t="91464" x="8874125" y="4286250"/>
          <p14:tracePt t="91465" x="8880475" y="4286250"/>
          <p14:tracePt t="91466" x="8886825" y="4286250"/>
          <p14:tracePt t="91471" x="8897938" y="4275138"/>
          <p14:tracePt t="91478" x="8913813" y="4264025"/>
          <p14:tracePt t="91485" x="8926513" y="4257675"/>
          <p14:tracePt t="91492" x="8937625" y="4252913"/>
          <p14:tracePt t="91499" x="8942388" y="4241800"/>
          <p14:tracePt t="91506" x="8948738" y="4241800"/>
          <p14:tracePt t="91593" x="8942388" y="4246563"/>
          <p14:tracePt t="91595" x="8937625" y="4246563"/>
          <p14:tracePt t="91597" x="8931275" y="4252913"/>
          <p14:tracePt t="91598" x="8931275" y="4257675"/>
          <p14:tracePt t="91604" x="8920163" y="4270375"/>
          <p14:tracePt t="91611" x="8891588" y="4298950"/>
          <p14:tracePt t="91618" x="8851900" y="4332288"/>
          <p14:tracePt t="91619" x="8840788" y="4343400"/>
          <p14:tracePt t="91619" x="8829675" y="4343400"/>
          <p14:tracePt t="91620" x="8829675" y="4356100"/>
          <p14:tracePt t="91624" x="8816975" y="4367213"/>
          <p14:tracePt t="91631" x="8755063" y="4411663"/>
          <p14:tracePt t="91639" x="8697913" y="4452938"/>
          <p14:tracePt t="91646" x="8640763" y="4497388"/>
          <p14:tracePt t="91659" x="8526463" y="4565650"/>
          <p14:tracePt t="91659" x="8521700" y="4565650"/>
          <p14:tracePt t="91666" x="8475663" y="4594225"/>
          <p14:tracePt t="91673" x="8435975" y="4618038"/>
          <p14:tracePt t="91674" x="8418513" y="4622800"/>
          <p14:tracePt t="91680" x="8378825" y="4651375"/>
          <p14:tracePt t="91687" x="8332788" y="4675188"/>
          <p14:tracePt t="91694" x="8247063" y="4725988"/>
          <p14:tracePt t="91694" x="8231188" y="4737100"/>
          <p14:tracePt t="91695" x="8213725" y="4748213"/>
          <p14:tracePt t="91696" x="8202613" y="4754563"/>
          <p14:tracePt t="91700" x="8174038" y="4772025"/>
          <p14:tracePt t="91707" x="8059738" y="4833938"/>
          <p14:tracePt t="91714" x="7888288" y="4919663"/>
          <p14:tracePt t="91721" x="7666038" y="5022850"/>
          <p14:tracePt t="91729" x="7507288" y="5108575"/>
          <p14:tracePt t="91729" x="7439025" y="5137150"/>
          <p14:tracePt t="91730" x="7346950" y="5170488"/>
          <p14:tracePt t="91731" x="7289800" y="5192713"/>
          <p14:tracePt t="91735" x="7175500" y="5238750"/>
          <p14:tracePt t="91743" x="6902450" y="5335588"/>
          <p14:tracePt t="91744" x="6856413" y="5353050"/>
          <p14:tracePt t="91749" x="6629400" y="5427663"/>
          <p14:tracePt t="91756" x="6407150" y="5489575"/>
          <p14:tracePt t="91757" x="6343650" y="5513388"/>
          <p14:tracePt t="91763" x="6196013" y="5540375"/>
          <p14:tracePt t="91770" x="5995988" y="5597525"/>
          <p14:tracePt t="91771" x="5962650" y="5614988"/>
          <p14:tracePt t="91777" x="5870575" y="5643563"/>
          <p14:tracePt t="91784" x="5745163" y="5694363"/>
          <p14:tracePt t="91791" x="5659438" y="5729288"/>
          <p14:tracePt t="91792" x="5648325" y="5735638"/>
          <p14:tracePt t="91792" x="5643563" y="5740400"/>
          <p14:tracePt t="91793" x="5630863" y="5746750"/>
          <p14:tracePt t="91797" x="5602288" y="5764213"/>
          <p14:tracePt t="91805" x="5529263" y="5803900"/>
          <p14:tracePt t="91812" x="5461000" y="5832475"/>
          <p14:tracePt t="91819" x="5414963" y="5854700"/>
          <p14:tracePt t="91819" x="5397500" y="5861050"/>
          <p14:tracePt t="91825" x="5375275" y="5872163"/>
          <p14:tracePt t="91833" x="5346700" y="5883275"/>
          <p14:tracePt t="91833" x="5335588" y="5883275"/>
          <p14:tracePt t="91834" x="5329238" y="5889625"/>
          <p14:tracePt t="91839" x="5311775" y="5889625"/>
          <p14:tracePt t="91846" x="5283200" y="5889625"/>
          <p14:tracePt t="91853" x="5254625" y="5894388"/>
          <p14:tracePt t="91860" x="5210175" y="5900738"/>
          <p14:tracePt t="91861" x="5199063" y="5900738"/>
          <p14:tracePt t="91862" x="5186363" y="5900738"/>
          <p14:tracePt t="91863" x="5175250" y="5905500"/>
          <p14:tracePt t="91867" x="5157788" y="5905500"/>
          <p14:tracePt t="91874" x="5118100" y="5905500"/>
          <p14:tracePt t="91881" x="5067300" y="5916613"/>
          <p14:tracePt t="91882" x="5060950" y="5916613"/>
          <p14:tracePt t="91882" x="5056188" y="5916613"/>
          <p14:tracePt t="91888" x="5021263" y="5916613"/>
          <p14:tracePt t="91895" x="4975225" y="5916613"/>
          <p14:tracePt t="91901" x="4941888" y="5922963"/>
          <p14:tracePt t="91909" x="4895850" y="5929313"/>
          <p14:tracePt t="91916" x="4838700" y="5934075"/>
          <p14:tracePt t="91923" x="4752975" y="5951538"/>
          <p14:tracePt t="91924" x="4737100" y="5957888"/>
          <p14:tracePt t="91929" x="4691063" y="5969000"/>
          <p14:tracePt t="91936" x="4583113" y="5997575"/>
          <p14:tracePt t="91943" x="4440238" y="6037263"/>
          <p14:tracePt t="91944" x="4429125" y="6037263"/>
          <p14:tracePt t="91945" x="4405313" y="6042025"/>
          <p14:tracePt t="91951" x="4337050" y="6065838"/>
          <p14:tracePt t="91957" x="4195763" y="6111875"/>
          <p14:tracePt t="91964" x="4046538" y="6156325"/>
          <p14:tracePt t="91965" x="4013200" y="6167438"/>
          <p14:tracePt t="91966" x="3989388" y="6173788"/>
          <p14:tracePt t="91971" x="3892550" y="6202363"/>
          <p14:tracePt t="91978" x="3762375" y="6237288"/>
          <p14:tracePt t="91979" x="3738563" y="6242050"/>
          <p14:tracePt t="91979" x="3722688" y="6248400"/>
          <p14:tracePt t="91980" x="3698875" y="6248400"/>
          <p14:tracePt t="91985" x="3602038" y="6270625"/>
          <p14:tracePt t="91992" x="3454400" y="6310313"/>
          <p14:tracePt t="91993" x="3430588" y="6316663"/>
          <p14:tracePt t="91993" x="3414713" y="6316663"/>
          <p14:tracePt t="91999" x="3311525" y="6338888"/>
          <p14:tracePt t="92006" x="3157538" y="6384925"/>
          <p14:tracePt t="92007" x="3146425" y="6391275"/>
          <p14:tracePt t="92007" x="3128963" y="6391275"/>
          <p14:tracePt t="92013" x="3027363" y="6418263"/>
          <p14:tracePt t="92020" x="2878138" y="6459538"/>
          <p14:tracePt t="92020" x="2860675" y="6470650"/>
          <p14:tracePt t="92021" x="2832100" y="6475413"/>
          <p14:tracePt t="92026" x="2763838" y="6492875"/>
          <p14:tracePt t="92033" x="2655888" y="6527800"/>
          <p14:tracePt t="92040" x="2570163" y="6556375"/>
          <p14:tracePt t="92048" x="2501900" y="6572250"/>
          <p14:tracePt t="92055" x="2451100" y="6596063"/>
          <p14:tracePt t="92055" x="2439988" y="6596063"/>
          <p14:tracePt t="92056" x="2428875" y="6596063"/>
          <p14:tracePt t="92061" x="2411413" y="6600825"/>
          <p14:tracePt t="92068" x="2387600" y="6607175"/>
          <p14:tracePt t="92092" x="2387600" y="6600825"/>
          <p14:tracePt t="92095" x="2393950" y="6596063"/>
          <p14:tracePt t="92097" x="2393950" y="6589713"/>
          <p14:tracePt t="92097" x="2393950" y="6584950"/>
          <p14:tracePt t="92103" x="2411413" y="6543675"/>
          <p14:tracePt t="92104" x="2411413" y="6538913"/>
          <p14:tracePt t="92104" x="2422525" y="6527800"/>
          <p14:tracePt t="92105" x="2428875" y="6516688"/>
          <p14:tracePt t="92110" x="2444750" y="6464300"/>
          <p14:tracePt t="92111" x="2462213" y="6435725"/>
          <p14:tracePt t="92117" x="2497138" y="6356350"/>
          <p14:tracePt t="92124" x="2565400" y="6208713"/>
          <p14:tracePt t="92131" x="2638425" y="6076950"/>
          <p14:tracePt t="92132" x="2651125" y="6054725"/>
          <p14:tracePt t="92132" x="2662238" y="6030913"/>
          <p14:tracePt t="92138" x="2724150" y="5922963"/>
          <p14:tracePt t="92145" x="2832100" y="5729288"/>
          <p14:tracePt t="92152" x="2957513" y="5529263"/>
          <p14:tracePt t="92159" x="3089275" y="5341938"/>
          <p14:tracePt t="92166" x="3203575" y="5159375"/>
          <p14:tracePt t="92166" x="3225800" y="5130800"/>
          <p14:tracePt t="92167" x="3260725" y="5073650"/>
          <p14:tracePt t="92168" x="3282950" y="5045075"/>
          <p14:tracePt t="92172" x="3351213" y="4948238"/>
          <p14:tracePt t="92180" x="3494088" y="4737100"/>
          <p14:tracePt t="92180" x="3579813" y="4606925"/>
          <p14:tracePt t="92181" x="3602038" y="4572000"/>
          <p14:tracePt t="92186" x="3694113" y="4440238"/>
          <p14:tracePt t="92193" x="3881438" y="4178300"/>
          <p14:tracePt t="92201" x="4075113" y="3894138"/>
          <p14:tracePt t="92207" x="4257675" y="3659188"/>
          <p14:tracePt t="92214" x="4479925" y="3379788"/>
          <p14:tracePt t="92222" x="4668838" y="3152775"/>
          <p14:tracePt t="92229" x="4867275" y="2935288"/>
          <p14:tracePt t="92236" x="5060950" y="2736850"/>
          <p14:tracePt t="92243" x="5249863" y="2525713"/>
          <p14:tracePt t="92249" x="5421313" y="2343150"/>
          <p14:tracePt t="92257" x="5562600" y="2178050"/>
          <p14:tracePt t="92263" x="5654675" y="2070100"/>
          <p14:tracePt t="92270" x="5740400" y="1955800"/>
          <p14:tracePt t="92277" x="5797550" y="1881188"/>
          <p14:tracePt t="92284" x="5830888" y="1819275"/>
          <p14:tracePt t="92291" x="5842000" y="1778000"/>
          <p14:tracePt t="92298" x="5853113" y="1749425"/>
          <p14:tracePt t="92305" x="5853113" y="1716088"/>
          <p14:tracePt t="92312" x="5848350" y="1670050"/>
          <p14:tracePt t="92319" x="5830888" y="1624013"/>
          <p14:tracePt t="92333" x="5784850" y="1539875"/>
          <p14:tracePt t="92334" x="5780088" y="1533525"/>
          <p14:tracePt t="92339" x="5773738" y="1504950"/>
          <p14:tracePt t="92346" x="5762625" y="1482725"/>
          <p14:tracePt t="92353" x="5756275" y="1458913"/>
          <p14:tracePt t="92360" x="5740400" y="1430338"/>
          <p14:tracePt t="92367" x="5727700" y="1397000"/>
          <p14:tracePt t="92368" x="5722938" y="1379538"/>
          <p14:tracePt t="92374" x="5705475" y="1350963"/>
          <p14:tracePt t="92381" x="5694363" y="1289050"/>
          <p14:tracePt t="92388" x="5683250" y="1243013"/>
          <p14:tracePt t="92395" x="5683250" y="1208088"/>
          <p14:tracePt t="92396" x="5683250" y="1203325"/>
          <p14:tracePt t="92396" x="5683250" y="1196975"/>
          <p14:tracePt t="92402" x="5683250" y="1174750"/>
          <p14:tracePt t="92409" x="5683250" y="1146175"/>
          <p14:tracePt t="92410" x="5688013" y="1128713"/>
          <p14:tracePt t="92411" x="5694363" y="1128713"/>
          <p14:tracePt t="92412" x="5694363" y="1117600"/>
          <p14:tracePt t="92416" x="5699125" y="1100138"/>
          <p14:tracePt t="92424" x="5711825" y="1054100"/>
          <p14:tracePt t="92430" x="5722938" y="1014413"/>
          <p14:tracePt t="92431" x="5722938" y="1003300"/>
          <p14:tracePt t="92432" x="5722938" y="992188"/>
          <p14:tracePt t="92433" x="5727700" y="985838"/>
          <p14:tracePt t="92436" x="5727700" y="968375"/>
          <p14:tracePt t="92443" x="5740400" y="923925"/>
          <p14:tracePt t="92450" x="5745163" y="871538"/>
          <p14:tracePt t="92457" x="5762625" y="815975"/>
          <p14:tracePt t="92464" x="5773738" y="774700"/>
          <p14:tracePt t="92471" x="5784850" y="741363"/>
          <p14:tracePt t="92472" x="5784850" y="730250"/>
          <p14:tracePt t="92473" x="5791200" y="730250"/>
          <p14:tracePt t="92478" x="5797550" y="706438"/>
          <p14:tracePt t="92485" x="5813425" y="673100"/>
          <p14:tracePt t="92492" x="5830888" y="627063"/>
          <p14:tracePt t="92499" x="5859463" y="581025"/>
          <p14:tracePt t="92506" x="5888038" y="536575"/>
          <p14:tracePt t="92513" x="5916613" y="490538"/>
          <p14:tracePt t="92520" x="5945188" y="450850"/>
          <p14:tracePt t="92527" x="5962650" y="415925"/>
          <p14:tracePt t="92534" x="5991225" y="382588"/>
          <p14:tracePt t="92535" x="5995988" y="369888"/>
          <p14:tracePt t="92536" x="6002338" y="365125"/>
          <p14:tracePt t="92537" x="6007100" y="358775"/>
          <p14:tracePt t="92538" x="6007100" y="354013"/>
          <p14:tracePt t="92539" x="6013450" y="347663"/>
          <p14:tracePt t="92542" x="6024563" y="325438"/>
          <p14:tracePt t="92547" x="6042025" y="301625"/>
          <p14:tracePt t="92555" x="6070600" y="257175"/>
          <p14:tracePt t="92561" x="6092825" y="211138"/>
          <p14:tracePt t="92568" x="6110288" y="171450"/>
          <p14:tracePt t="92575" x="6116638" y="136525"/>
          <p14:tracePt t="92582" x="6116638" y="85725"/>
          <p14:tracePt t="92589" x="6116638" y="39688"/>
          <p14:tracePt t="92596" x="6110288" y="6350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93C5B35F-5EDF-D327-1F3B-78CD128014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450" y="1963575"/>
            <a:ext cx="10388600" cy="4640637"/>
          </a:xfrm>
          <a:prstGeom prst="rect">
            <a:avLst/>
          </a:prstGeom>
        </p:spPr>
      </p:pic>
      <p:pic>
        <p:nvPicPr>
          <p:cNvPr id="4" name="Áudio 3">
            <a:hlinkClick r:id="" action="ppaction://media"/>
            <a:extLst>
              <a:ext uri="{FF2B5EF4-FFF2-40B4-BE49-F238E27FC236}">
                <a16:creationId xmlns:a16="http://schemas.microsoft.com/office/drawing/2014/main" id="{0CA1DEDB-F0DE-4A3D-337D-8D46AC345F7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768878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949"/>
    </mc:Choice>
    <mc:Fallback>
      <p:transition spd="slow" advTm="359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00" x="1311275" y="2354263"/>
          <p14:tracePt t="107" x="1304925" y="2360613"/>
          <p14:tracePt t="122" x="1304925" y="2365375"/>
          <p14:tracePt t="431" x="1300163" y="2365375"/>
          <p14:tracePt t="446" x="1300163" y="2371725"/>
          <p14:tracePt t="452" x="1293813" y="2376488"/>
          <p14:tracePt t="455" x="1293813" y="2382838"/>
          <p14:tracePt t="462" x="1271588" y="2405063"/>
          <p14:tracePt t="469" x="1243013" y="2433638"/>
          <p14:tracePt t="470" x="1231900" y="2439988"/>
          <p14:tracePt t="471" x="1231900" y="2446338"/>
          <p14:tracePt t="476" x="1203325" y="2468563"/>
          <p14:tracePt t="483" x="1168400" y="2490788"/>
          <p14:tracePt t="490" x="1111250" y="2525713"/>
          <p14:tracePt t="497" x="1054100" y="2554288"/>
          <p14:tracePt t="504" x="985838" y="2582863"/>
          <p14:tracePt t="505" x="963613" y="2587625"/>
          <p14:tracePt t="506" x="952500" y="2600325"/>
          <p14:tracePt t="511" x="900113" y="2616200"/>
          <p14:tracePt t="518" x="809625" y="2644775"/>
          <p14:tracePt t="525" x="717550" y="2668588"/>
          <p14:tracePt t="539" x="523875" y="2708275"/>
          <p14:tracePt t="546" x="450850" y="2713038"/>
          <p14:tracePt t="560" x="341313" y="2713038"/>
          <p14:tracePt t="567" x="307975" y="2708275"/>
          <p14:tracePt t="574" x="285750" y="2701925"/>
          <p14:tracePt t="580" x="268288" y="2690813"/>
          <p14:tracePt t="587" x="261938" y="2679700"/>
          <p14:tracePt t="595" x="257175" y="2662238"/>
          <p14:tracePt t="601" x="257175" y="2655888"/>
          <p14:tracePt t="615" x="257175" y="2616200"/>
          <p14:tracePt t="622" x="257175" y="2600325"/>
          <p14:tracePt t="629" x="257175" y="2582863"/>
          <p14:tracePt t="630" x="257175" y="2571750"/>
          <p14:tracePt t="636" x="257175" y="2559050"/>
          <p14:tracePt t="643" x="257175" y="2536825"/>
          <p14:tracePt t="644" x="257175" y="2525713"/>
          <p14:tracePt t="649" x="261938" y="2514600"/>
          <p14:tracePt t="657" x="268288" y="2490788"/>
          <p14:tracePt t="664" x="279400" y="2462213"/>
          <p14:tracePt t="670" x="285750" y="2439988"/>
          <p14:tracePt t="678" x="296863" y="2417763"/>
          <p14:tracePt t="679" x="296863" y="2411413"/>
          <p14:tracePt t="684" x="301625" y="2393950"/>
          <p14:tracePt t="691" x="307975" y="2376488"/>
          <p14:tracePt t="698" x="312738" y="2365375"/>
          <p14:tracePt t="705" x="319088" y="2354263"/>
          <p14:tracePt t="712" x="319088" y="2343150"/>
          <p14:tracePt t="719" x="330200" y="2332038"/>
          <p14:tracePt t="726" x="341313" y="2320925"/>
          <p14:tracePt t="733" x="354013" y="2308225"/>
          <p14:tracePt t="740" x="369888" y="2303463"/>
          <p14:tracePt t="747" x="387350" y="2292350"/>
          <p14:tracePt t="754" x="411163" y="2286000"/>
          <p14:tracePt t="761" x="433388" y="2279650"/>
          <p14:tracePt t="768" x="461963" y="2274888"/>
          <p14:tracePt t="775" x="479425" y="2263775"/>
          <p14:tracePt t="782" x="495300" y="2263775"/>
          <p14:tracePt t="783" x="501650" y="2257425"/>
          <p14:tracePt t="788" x="512763" y="2257425"/>
          <p14:tracePt t="795" x="523875" y="2251075"/>
          <p14:tracePt t="803" x="536575" y="2251075"/>
          <p14:tracePt t="809" x="547688" y="2246313"/>
          <p14:tracePt t="817" x="558800" y="2239963"/>
          <p14:tracePt t="823" x="576263" y="2235200"/>
          <p14:tracePt t="830" x="587375" y="2228850"/>
          <p14:tracePt t="838" x="598488" y="2222500"/>
          <p14:tracePt t="838" x="604838" y="2217738"/>
          <p14:tracePt t="844" x="615950" y="2211388"/>
          <p14:tracePt t="851" x="627063" y="2206625"/>
          <p14:tracePt t="858" x="638175" y="2200275"/>
          <p14:tracePt t="865" x="649288" y="2195513"/>
          <p14:tracePt t="872" x="666750" y="2189163"/>
          <p14:tracePt t="879" x="677863" y="2182813"/>
          <p14:tracePt t="880" x="684213" y="2182813"/>
          <p14:tracePt t="886" x="688975" y="2182813"/>
          <p14:tracePt t="893" x="701675" y="2178050"/>
          <p14:tracePt t="899" x="712788" y="2178050"/>
          <p14:tracePt t="907" x="723900" y="2171700"/>
          <p14:tracePt t="913" x="735013" y="2171700"/>
          <p14:tracePt t="921" x="741363" y="2171700"/>
          <p14:tracePt t="929" x="752475" y="2166938"/>
          <p14:tracePt t="934" x="763588" y="2166938"/>
          <p14:tracePt t="948" x="785813" y="2149475"/>
          <p14:tracePt t="955" x="803275" y="2149475"/>
          <p14:tracePt t="962" x="820738" y="2138363"/>
          <p14:tracePt t="969" x="838200" y="2138363"/>
          <p14:tracePt t="970" x="842963" y="2132013"/>
          <p14:tracePt t="971" x="842963" y="2125663"/>
          <p14:tracePt t="976" x="855663" y="2125663"/>
          <p14:tracePt t="983" x="877888" y="2120900"/>
          <p14:tracePt t="990" x="911225" y="2114550"/>
          <p14:tracePt t="991" x="917575" y="2109788"/>
          <p14:tracePt t="997" x="939800" y="2109788"/>
          <p14:tracePt t="998" x="957263" y="2109788"/>
          <p14:tracePt t="1004" x="985838" y="2109788"/>
          <p14:tracePt t="1011" x="1020763" y="2109788"/>
          <p14:tracePt t="1018" x="1071563" y="2109788"/>
          <p14:tracePt t="1025" x="1128713" y="2109788"/>
          <p14:tracePt t="1032" x="1174750" y="2109788"/>
          <p14:tracePt t="1032" x="1185863" y="2109788"/>
          <p14:tracePt t="1033" x="1190625" y="2109788"/>
          <p14:tracePt t="1038" x="1225550" y="2109788"/>
          <p14:tracePt t="1045" x="1258888" y="2109788"/>
          <p14:tracePt t="1052" x="1293813" y="2109788"/>
          <p14:tracePt t="1060" x="1328738" y="2109788"/>
          <p14:tracePt t="1061" x="1339850" y="2109788"/>
          <p14:tracePt t="1061" x="1344613" y="2109788"/>
          <p14:tracePt t="1066" x="1373188" y="2109788"/>
          <p14:tracePt t="1073" x="1425575" y="2109788"/>
          <p14:tracePt t="1080" x="1487488" y="2109788"/>
          <p14:tracePt t="1087" x="1562100" y="2109788"/>
          <p14:tracePt t="1094" x="1652588" y="2103438"/>
          <p14:tracePt t="1095" x="1681163" y="2103438"/>
          <p14:tracePt t="1096" x="1698625" y="2103438"/>
          <p14:tracePt t="1101" x="1749425" y="2097088"/>
          <p14:tracePt t="1108" x="1870075" y="2092325"/>
          <p14:tracePt t="1115" x="2006600" y="2092325"/>
          <p14:tracePt t="1122" x="2165350" y="2092325"/>
          <p14:tracePt t="1129" x="2330450" y="2092325"/>
          <p14:tracePt t="1130" x="2382838" y="2092325"/>
          <p14:tracePt t="1136" x="2501900" y="2092325"/>
          <p14:tracePt t="1143" x="2706688" y="2097088"/>
          <p14:tracePt t="1150" x="2935288" y="2109788"/>
          <p14:tracePt t="1157" x="3128963" y="2125663"/>
          <p14:tracePt t="1164" x="3305175" y="2138363"/>
          <p14:tracePt t="1171" x="3436938" y="2154238"/>
          <p14:tracePt t="1178" x="3556000" y="2166938"/>
          <p14:tracePt t="1185" x="3694113" y="2189163"/>
          <p14:tracePt t="1186" x="3709988" y="2189163"/>
          <p14:tracePt t="1187" x="3722688" y="2189163"/>
          <p14:tracePt t="1188" x="3727450" y="2195513"/>
          <p14:tracePt t="1189" x="3744913" y="2200275"/>
          <p14:tracePt t="1190" x="3756025" y="2200275"/>
          <p14:tracePt t="1193" x="3795713" y="2206625"/>
          <p14:tracePt t="1194" x="3802063" y="2206625"/>
          <p14:tracePt t="1195" x="3813175" y="2211388"/>
          <p14:tracePt t="1196" x="3819525" y="2217738"/>
          <p14:tracePt t="1197" x="3824288" y="2217738"/>
          <p14:tracePt t="1200" x="3848100" y="2217738"/>
          <p14:tracePt t="1205" x="3876675" y="2228850"/>
          <p14:tracePt t="1214" x="3903663" y="2246313"/>
          <p14:tracePt t="1220" x="3910013" y="2246313"/>
          <p14:tracePt t="1226" x="3916363" y="2251075"/>
          <p14:tracePt t="1233" x="3921125" y="2257425"/>
          <p14:tracePt t="1241" x="3927475" y="2268538"/>
          <p14:tracePt t="1247" x="3938588" y="2279650"/>
          <p14:tracePt t="1254" x="3949700" y="2303463"/>
          <p14:tracePt t="1261" x="3967163" y="2320925"/>
          <p14:tracePt t="1262" x="3967163" y="2325688"/>
          <p14:tracePt t="1263" x="3967163" y="2332038"/>
          <p14:tracePt t="1268" x="3984625" y="2343150"/>
          <p14:tracePt t="1275" x="4002088" y="2360613"/>
          <p14:tracePt t="1282" x="4013200" y="2376488"/>
          <p14:tracePt t="1289" x="4029075" y="2393950"/>
          <p14:tracePt t="1295" x="4046538" y="2411413"/>
          <p14:tracePt t="1302" x="4057650" y="2428875"/>
          <p14:tracePt t="1309" x="4070350" y="2446338"/>
          <p14:tracePt t="1317" x="4086225" y="2468563"/>
          <p14:tracePt t="1317" x="4086225" y="2474913"/>
          <p14:tracePt t="1318" x="4092575" y="2479675"/>
          <p14:tracePt t="1323" x="4092575" y="2497138"/>
          <p14:tracePt t="1330" x="4103688" y="2519363"/>
          <p14:tracePt t="1337" x="4114800" y="2543175"/>
          <p14:tracePt t="1345" x="4121150" y="2565400"/>
          <p14:tracePt t="1346" x="4125913" y="2576513"/>
          <p14:tracePt t="1346" x="4125913" y="2582863"/>
          <p14:tracePt t="1351" x="4132263" y="2600325"/>
          <p14:tracePt t="1358" x="4143375" y="2633663"/>
          <p14:tracePt t="1365" x="4154488" y="2673350"/>
          <p14:tracePt t="1372" x="4171950" y="2719388"/>
          <p14:tracePt t="1379" x="4183063" y="2752725"/>
          <p14:tracePt t="1380" x="4189413" y="2765425"/>
          <p14:tracePt t="1381" x="4195763" y="2765425"/>
          <p14:tracePt t="1386" x="4206875" y="2787650"/>
          <p14:tracePt t="1393" x="4211638" y="2816225"/>
          <p14:tracePt t="1400" x="4229100" y="2844800"/>
          <p14:tracePt t="1407" x="4240213" y="2867025"/>
          <p14:tracePt t="1414" x="4251325" y="2884488"/>
          <p14:tracePt t="1420" x="4257675" y="2901950"/>
          <p14:tracePt t="1427" x="4264025" y="2906713"/>
          <p14:tracePt t="1434" x="4264025" y="2924175"/>
          <p14:tracePt t="1442" x="4268788" y="2935288"/>
          <p14:tracePt t="1442" x="4268788" y="2941638"/>
          <p14:tracePt t="1448" x="4268788" y="2947988"/>
          <p14:tracePt t="1455" x="4268788" y="2959100"/>
          <p14:tracePt t="1463" x="4268788" y="2970213"/>
          <p14:tracePt t="1469" x="4268788" y="2981325"/>
          <p14:tracePt t="1476" x="4268788" y="2998788"/>
          <p14:tracePt t="1483" x="4268788" y="3003550"/>
          <p14:tracePt t="1490" x="4268788" y="3016250"/>
          <p14:tracePt t="1491" x="4264025" y="3021013"/>
          <p14:tracePt t="1497" x="4257675" y="3027363"/>
          <p14:tracePt t="1504" x="4251325" y="3038475"/>
          <p14:tracePt t="1511" x="4246563" y="3049588"/>
          <p14:tracePt t="1518" x="4229100" y="3060700"/>
          <p14:tracePt t="1519" x="4229100" y="3067050"/>
          <p14:tracePt t="1519" x="4224338" y="3067050"/>
          <p14:tracePt t="1524" x="4211638" y="3073400"/>
          <p14:tracePt t="1532" x="4189413" y="3084513"/>
          <p14:tracePt t="1538" x="4167188" y="3101975"/>
          <p14:tracePt t="1545" x="4132263" y="3113088"/>
          <p14:tracePt t="1552" x="4086225" y="3128963"/>
          <p14:tracePt t="1559" x="4029075" y="3152775"/>
          <p14:tracePt t="1566" x="3932238" y="3170238"/>
          <p14:tracePt t="1567" x="3910013" y="3181350"/>
          <p14:tracePt t="1568" x="3892550" y="3186113"/>
          <p14:tracePt t="1573" x="3835400" y="3198813"/>
          <p14:tracePt t="1580" x="3705225" y="3232150"/>
          <p14:tracePt t="1587" x="3556000" y="3254375"/>
          <p14:tracePt t="1594" x="3403600" y="3289300"/>
          <p14:tracePt t="1595" x="3333750" y="3295650"/>
          <p14:tracePt t="1596" x="3305175" y="3295650"/>
          <p14:tracePt t="1601" x="3192463" y="3317875"/>
          <p14:tracePt t="1608" x="3003550" y="3340100"/>
          <p14:tracePt t="1615" x="2787650" y="3363913"/>
          <p14:tracePt t="1616" x="2763838" y="3363913"/>
          <p14:tracePt t="1616" x="2730500" y="3368675"/>
          <p14:tracePt t="1617" x="2706688" y="3368675"/>
          <p14:tracePt t="1622" x="2609850" y="3379788"/>
          <p14:tracePt t="1629" x="2439988" y="3386138"/>
          <p14:tracePt t="1629" x="2411413" y="3386138"/>
          <p14:tracePt t="1630" x="2387600" y="3386138"/>
          <p14:tracePt t="1631" x="2330450" y="3386138"/>
          <p14:tracePt t="1636" x="2246313" y="3386138"/>
          <p14:tracePt t="1637" x="2222500" y="3386138"/>
          <p14:tracePt t="1637" x="2206625" y="3386138"/>
          <p14:tracePt t="1638" x="2182813" y="3386138"/>
          <p14:tracePt t="1643" x="2114550" y="3386138"/>
          <p14:tracePt t="1649" x="1989138" y="3386138"/>
          <p14:tracePt t="1657" x="1881188" y="3379788"/>
          <p14:tracePt t="1657" x="1863725" y="3379788"/>
          <p14:tracePt t="1658" x="1846263" y="3379788"/>
          <p14:tracePt t="1664" x="1773238" y="3368675"/>
          <p14:tracePt t="1670" x="1681163" y="3357563"/>
          <p14:tracePt t="1677" x="1619250" y="3352800"/>
          <p14:tracePt t="1684" x="1550988" y="3335338"/>
          <p14:tracePt t="1691" x="1482725" y="3328988"/>
          <p14:tracePt t="1692" x="1465263" y="3317875"/>
          <p14:tracePt t="1693" x="1458913" y="3317875"/>
          <p14:tracePt t="1698" x="1425575" y="3311525"/>
          <p14:tracePt t="1705" x="1373188" y="3282950"/>
          <p14:tracePt t="1712" x="1339850" y="3260725"/>
          <p14:tracePt t="1719" x="1300163" y="3227388"/>
          <p14:tracePt t="1720" x="1293813" y="3214688"/>
          <p14:tracePt t="1721" x="1287463" y="3209925"/>
          <p14:tracePt t="1726" x="1271588" y="3192463"/>
          <p14:tracePt t="1733" x="1247775" y="3146425"/>
          <p14:tracePt t="1734" x="1243013" y="3128963"/>
          <p14:tracePt t="1740" x="1219200" y="3084513"/>
          <p14:tracePt t="1747" x="1196975" y="3027363"/>
          <p14:tracePt t="1754" x="1174750" y="2952750"/>
          <p14:tracePt t="1755" x="1168400" y="2930525"/>
          <p14:tracePt t="1756" x="1162050" y="2924175"/>
          <p14:tracePt t="1757" x="1157288" y="2913063"/>
          <p14:tracePt t="1761" x="1146175" y="2884488"/>
          <p14:tracePt t="1768" x="1111250" y="2816225"/>
          <p14:tracePt t="1775" x="1077913" y="2759075"/>
          <p14:tracePt t="1782" x="1049338" y="2725738"/>
          <p14:tracePt t="1782" x="1049338" y="2719388"/>
          <p14:tracePt t="1783" x="1036638" y="2713038"/>
          <p14:tracePt t="1784" x="1036638" y="2701925"/>
          <p14:tracePt t="1788" x="1009650" y="2679700"/>
          <p14:tracePt t="1795" x="981075" y="2651125"/>
          <p14:tracePt t="1802" x="946150" y="2622550"/>
          <p14:tracePt t="1810" x="911225" y="2600325"/>
          <p14:tracePt t="1817" x="877888" y="2571750"/>
          <p14:tracePt t="1824" x="838200" y="2543175"/>
          <p14:tracePt t="1830" x="809625" y="2525713"/>
          <p14:tracePt t="1838" x="785813" y="2508250"/>
          <p14:tracePt t="1845" x="758825" y="2490788"/>
          <p14:tracePt t="1852" x="735013" y="2474913"/>
          <p14:tracePt t="1858" x="712788" y="2457450"/>
          <p14:tracePt t="1866" x="688975" y="2439988"/>
          <p14:tracePt t="1872" x="673100" y="2428875"/>
          <p14:tracePt t="1879" x="660400" y="2417763"/>
          <p14:tracePt t="1880" x="655638" y="2417763"/>
          <p14:tracePt t="1886" x="644525" y="2411413"/>
          <p14:tracePt t="1893" x="644525" y="2405063"/>
          <p14:tracePt t="1900" x="644525" y="2400300"/>
          <p14:tracePt t="1947" x="644525" y="2393950"/>
          <p14:tracePt t="1950" x="644525" y="2389188"/>
          <p14:tracePt t="1955" x="644525" y="2376488"/>
          <p14:tracePt t="1962" x="660400" y="2354263"/>
          <p14:tracePt t="1969" x="677863" y="2320925"/>
          <p14:tracePt t="1970" x="688975" y="2308225"/>
          <p14:tracePt t="1971" x="695325" y="2308225"/>
          <p14:tracePt t="1972" x="701675" y="2297113"/>
          <p14:tracePt t="1976" x="717550" y="2286000"/>
          <p14:tracePt t="1983" x="763588" y="2251075"/>
          <p14:tracePt t="1990" x="831850" y="2217738"/>
          <p14:tracePt t="1997" x="923925" y="2182813"/>
          <p14:tracePt t="2004" x="1036638" y="2154238"/>
          <p14:tracePt t="2005" x="1077913" y="2149475"/>
          <p14:tracePt t="2006" x="1093788" y="2143125"/>
          <p14:tracePt t="2007" x="1117600" y="2143125"/>
          <p14:tracePt t="2008" x="1135063" y="2138363"/>
          <p14:tracePt t="2009" x="1150938" y="2132013"/>
          <p14:tracePt t="2011" x="1179513" y="2132013"/>
          <p14:tracePt t="2012" x="1214438" y="2125663"/>
          <p14:tracePt t="2018" x="1328738" y="2114550"/>
          <p14:tracePt t="2025" x="1522413" y="2109788"/>
          <p14:tracePt t="2032" x="1716088" y="2109788"/>
          <p14:tracePt t="2032" x="1749425" y="2109788"/>
          <p14:tracePt t="2033" x="1789113" y="2114550"/>
          <p14:tracePt t="2034" x="1817688" y="2114550"/>
          <p14:tracePt t="2038" x="1989138" y="2125663"/>
          <p14:tracePt t="2045" x="2268538" y="2154238"/>
          <p14:tracePt t="2052" x="2633663" y="2206625"/>
          <p14:tracePt t="2059" x="2928938" y="2246313"/>
          <p14:tracePt t="2067" x="3232150" y="2297113"/>
          <p14:tracePt t="2073" x="3648075" y="2360613"/>
          <p14:tracePt t="2081" x="3989388" y="2411413"/>
          <p14:tracePt t="2081" x="4086225" y="2428875"/>
          <p14:tracePt t="2082" x="4138613" y="2433638"/>
          <p14:tracePt t="2083" x="4154488" y="2433638"/>
          <p14:tracePt t="2087" x="4297363" y="2457450"/>
          <p14:tracePt t="2094" x="4587875" y="2486025"/>
          <p14:tracePt t="2101" x="4838700" y="2501900"/>
          <p14:tracePt t="2108" x="5027613" y="2508250"/>
          <p14:tracePt t="2115" x="5170488" y="2508250"/>
          <p14:tracePt t="2122" x="5289550" y="2508250"/>
          <p14:tracePt t="2129" x="5380038" y="2501900"/>
          <p14:tracePt t="2130" x="5397500" y="2501900"/>
          <p14:tracePt t="2131" x="5397500" y="2497138"/>
          <p14:tracePt t="2136" x="5426075" y="2497138"/>
          <p14:tracePt t="2143" x="5432425" y="2490788"/>
          <p14:tracePt t="2238" x="5432425" y="2497138"/>
          <p14:tracePt t="2240" x="5432425" y="2501900"/>
          <p14:tracePt t="2242" x="5432425" y="2508250"/>
          <p14:tracePt t="2254" x="5432425" y="2565400"/>
          <p14:tracePt t="2255" x="5432425" y="2576513"/>
          <p14:tracePt t="2261" x="5426075" y="2611438"/>
          <p14:tracePt t="2268" x="5426075" y="2651125"/>
          <p14:tracePt t="2269" x="5421313" y="2668588"/>
          <p14:tracePt t="2270" x="5421313" y="2673350"/>
          <p14:tracePt t="2274" x="5421313" y="2690813"/>
          <p14:tracePt t="2282" x="5414963" y="2725738"/>
          <p14:tracePt t="2282" x="5408613" y="2730500"/>
          <p14:tracePt t="2288" x="5408613" y="2747963"/>
          <p14:tracePt t="2295" x="5403850" y="2770188"/>
          <p14:tracePt t="2302" x="5397500" y="2794000"/>
          <p14:tracePt t="2309" x="5392738" y="2809875"/>
          <p14:tracePt t="2316" x="5386388" y="2827338"/>
          <p14:tracePt t="2323" x="5380038" y="2838450"/>
          <p14:tracePt t="2330" x="5375275" y="2855913"/>
          <p14:tracePt t="2337" x="5364163" y="2862263"/>
          <p14:tracePt t="2344" x="5357813" y="2878138"/>
          <p14:tracePt t="2345" x="5351463" y="2878138"/>
          <p14:tracePt t="2351" x="5340350" y="2890838"/>
          <p14:tracePt t="2358" x="5329238" y="2901950"/>
          <p14:tracePt t="2365" x="5311775" y="2906713"/>
          <p14:tracePt t="2372" x="5300663" y="2919413"/>
          <p14:tracePt t="2379" x="5289550" y="2924175"/>
          <p14:tracePt t="2386" x="5272088" y="2930525"/>
          <p14:tracePt t="2393" x="5249863" y="2947988"/>
          <p14:tracePt t="2400" x="5226050" y="2952750"/>
          <p14:tracePt t="2407" x="5181600" y="2970213"/>
          <p14:tracePt t="2407" x="5175250" y="2970213"/>
          <p14:tracePt t="2408" x="5170488" y="2976563"/>
          <p14:tracePt t="2414" x="5135563" y="2992438"/>
          <p14:tracePt t="2421" x="5067300" y="3016250"/>
          <p14:tracePt t="2428" x="4987925" y="3038475"/>
          <p14:tracePt t="2434" x="4902200" y="3067050"/>
          <p14:tracePt t="2442" x="4810125" y="3095625"/>
          <p14:tracePt t="2448" x="4719638" y="3113088"/>
          <p14:tracePt t="2455" x="4622800" y="3141663"/>
          <p14:tracePt t="2462" x="4530725" y="3163888"/>
          <p14:tracePt t="2470" x="4446588" y="3186113"/>
          <p14:tracePt t="2477" x="4365625" y="3209925"/>
          <p14:tracePt t="2484" x="4286250" y="3221038"/>
          <p14:tracePt t="2490" x="4217988" y="3232150"/>
          <p14:tracePt t="2497" x="4167188" y="3249613"/>
          <p14:tracePt t="2504" x="4132263" y="3254375"/>
          <p14:tracePt t="2511" x="4092575" y="3267075"/>
          <p14:tracePt t="2518" x="4052888" y="3271838"/>
          <p14:tracePt t="2525" x="4017963" y="3282950"/>
          <p14:tracePt t="2532" x="3967163" y="3300413"/>
          <p14:tracePt t="2533" x="3956050" y="3300413"/>
          <p14:tracePt t="2533" x="3938588" y="3306763"/>
          <p14:tracePt t="2534" x="3932238" y="3311525"/>
          <p14:tracePt t="2539" x="3898900" y="3317875"/>
          <p14:tracePt t="2546" x="3773488" y="3363913"/>
          <p14:tracePt t="2554" x="3641725" y="3414713"/>
          <p14:tracePt t="2560" x="3500438" y="3471863"/>
          <p14:tracePt t="2561" x="3454400" y="3494088"/>
          <p14:tracePt t="2574" x="3163888" y="3614738"/>
          <p14:tracePt t="2580" x="3009900" y="3671888"/>
          <p14:tracePt t="2587" x="2860675" y="3711575"/>
          <p14:tracePt t="2594" x="2706688" y="3756025"/>
          <p14:tracePt t="2601" x="2559050" y="3779838"/>
          <p14:tracePt t="2608" x="2451100" y="3797300"/>
          <p14:tracePt t="2615" x="2354263" y="3813175"/>
          <p14:tracePt t="2616" x="2336800" y="3813175"/>
          <p14:tracePt t="2617" x="2325688" y="3813175"/>
          <p14:tracePt t="2622" x="2290763" y="3813175"/>
          <p14:tracePt t="2629" x="2246313" y="3813175"/>
          <p14:tracePt t="2636" x="2217738" y="3819525"/>
          <p14:tracePt t="2643" x="2193925" y="3819525"/>
          <p14:tracePt t="2650" x="2178050" y="3819525"/>
          <p14:tracePt t="2657" x="2160588" y="3819525"/>
          <p14:tracePt t="2658" x="2154238" y="3825875"/>
          <p14:tracePt t="2659" x="2149475" y="3825875"/>
          <p14:tracePt t="2663" x="2136775" y="3825875"/>
          <p14:tracePt t="2671" x="2120900" y="3825875"/>
          <p14:tracePt t="2678" x="2097088" y="3830638"/>
          <p14:tracePt t="2684" x="2074863" y="3830638"/>
          <p14:tracePt t="2691" x="2046288" y="3830638"/>
          <p14:tracePt t="2698" x="2011363" y="3830638"/>
          <p14:tracePt t="2705" x="1971675" y="3830638"/>
          <p14:tracePt t="2712" x="1927225" y="3830638"/>
          <p14:tracePt t="2719" x="1881188" y="3830638"/>
          <p14:tracePt t="2720" x="1863725" y="3825875"/>
          <p14:tracePt t="2721" x="1857375" y="3825875"/>
          <p14:tracePt t="2726" x="1824038" y="3819525"/>
          <p14:tracePt t="2733" x="1755775" y="3808413"/>
          <p14:tracePt t="2740" x="1681163" y="3802063"/>
          <p14:tracePt t="2741" x="1658938" y="3797300"/>
          <p14:tracePt t="2747" x="1624013" y="3790950"/>
          <p14:tracePt t="2754" x="1533525" y="3773488"/>
          <p14:tracePt t="2761" x="1458913" y="3762375"/>
          <p14:tracePt t="2768" x="1379538" y="3751263"/>
          <p14:tracePt t="2775" x="1322388" y="3740150"/>
          <p14:tracePt t="2782" x="1265238" y="3729038"/>
          <p14:tracePt t="2783" x="1243013" y="3722688"/>
          <p14:tracePt t="2788" x="1196975" y="3716338"/>
          <p14:tracePt t="2795" x="1139825" y="3700463"/>
          <p14:tracePt t="2802" x="1093788" y="3694113"/>
          <p14:tracePt t="2809" x="1054100" y="3687763"/>
          <p14:tracePt t="2816" x="1003300" y="3676650"/>
          <p14:tracePt t="2817" x="996950" y="3676650"/>
          <p14:tracePt t="2818" x="985838" y="3671888"/>
          <p14:tracePt t="2823" x="963613" y="3665538"/>
          <p14:tracePt t="2830" x="923925" y="3654425"/>
          <p14:tracePt t="2837" x="884238" y="3643313"/>
          <p14:tracePt t="2844" x="855663" y="3625850"/>
          <p14:tracePt t="2845" x="842963" y="3619500"/>
          <p14:tracePt t="2846" x="842963" y="3614738"/>
          <p14:tracePt t="2851" x="820738" y="3603625"/>
          <p14:tracePt t="2858" x="792163" y="3586163"/>
          <p14:tracePt t="2865" x="763588" y="3557588"/>
          <p14:tracePt t="2866" x="758825" y="3557588"/>
          <p14:tracePt t="2866" x="752475" y="3557588"/>
          <p14:tracePt t="2867" x="752475" y="3551238"/>
          <p14:tracePt t="2872" x="730250" y="3546475"/>
          <p14:tracePt t="2879" x="695325" y="3517900"/>
          <p14:tracePt t="2886" x="673100" y="3500438"/>
          <p14:tracePt t="2893" x="649288" y="3489325"/>
          <p14:tracePt t="2899" x="627063" y="3478213"/>
          <p14:tracePt t="2906" x="615950" y="3471863"/>
          <p14:tracePt t="2913" x="604838" y="3465513"/>
          <p14:tracePt t="2920" x="598488" y="3460750"/>
          <p14:tracePt t="2930" x="592138" y="3460750"/>
          <p14:tracePt t="3041" x="598488" y="3460750"/>
          <p14:tracePt t="3045" x="604838" y="3460750"/>
          <p14:tracePt t="3047" x="609600" y="3460750"/>
          <p14:tracePt t="3052" x="615950" y="3460750"/>
          <p14:tracePt t="3059" x="638175" y="3460750"/>
          <p14:tracePt t="3067" x="677863" y="3460750"/>
          <p14:tracePt t="3074" x="730250" y="3460750"/>
          <p14:tracePt t="3080" x="792163" y="3460750"/>
          <p14:tracePt t="3087" x="866775" y="3460750"/>
          <p14:tracePt t="3094" x="939800" y="3460750"/>
          <p14:tracePt t="3095" x="963613" y="3460750"/>
          <p14:tracePt t="3096" x="981075" y="3460750"/>
          <p14:tracePt t="3097" x="985838" y="3460750"/>
          <p14:tracePt t="3101" x="1020763" y="3460750"/>
          <p14:tracePt t="3108" x="1111250" y="3460750"/>
          <p14:tracePt t="3115" x="1185863" y="3460750"/>
          <p14:tracePt t="3116" x="1208088" y="3460750"/>
          <p14:tracePt t="3122" x="1254125" y="3460750"/>
          <p14:tracePt t="3129" x="1316038" y="3460750"/>
          <p14:tracePt t="3136" x="1379538" y="3460750"/>
          <p14:tracePt t="3143" x="1425575" y="3454400"/>
          <p14:tracePt t="3150" x="1470025" y="3449638"/>
          <p14:tracePt t="3157" x="1504950" y="3436938"/>
          <p14:tracePt t="3164" x="1538288" y="3432175"/>
          <p14:tracePt t="3171" x="1573213" y="3421063"/>
          <p14:tracePt t="3179" x="1608138" y="3414713"/>
          <p14:tracePt t="3180" x="1619250" y="3414713"/>
          <p14:tracePt t="3180" x="1619250" y="3408363"/>
          <p14:tracePt t="3185" x="1635125" y="3403600"/>
          <p14:tracePt t="3192" x="1676400" y="3397250"/>
          <p14:tracePt t="3199" x="1716088" y="3386138"/>
          <p14:tracePt t="3206" x="1760538" y="3379788"/>
          <p14:tracePt t="3212" x="1806575" y="3375025"/>
          <p14:tracePt t="3219" x="1857375" y="3368675"/>
          <p14:tracePt t="3220" x="1874838" y="3368675"/>
          <p14:tracePt t="3221" x="1885950" y="3368675"/>
          <p14:tracePt t="3226" x="1920875" y="3363913"/>
          <p14:tracePt t="3233" x="1989138" y="3363913"/>
          <p14:tracePt t="3240" x="2057400" y="3357563"/>
          <p14:tracePt t="3247" x="2120900" y="3357563"/>
          <p14:tracePt t="3254" x="2189163" y="3357563"/>
          <p14:tracePt t="3261" x="2246313" y="3357563"/>
          <p14:tracePt t="3268" x="2319338" y="3357563"/>
          <p14:tracePt t="3275" x="2405063" y="3357563"/>
          <p14:tracePt t="3282" x="2497138" y="3357563"/>
          <p14:tracePt t="3283" x="2508250" y="3357563"/>
          <p14:tracePt t="3283" x="2525713" y="3357563"/>
          <p14:tracePt t="3284" x="2536825" y="3357563"/>
          <p14:tracePt t="3285" x="2547938" y="3357563"/>
          <p14:tracePt t="3288" x="2587625" y="3357563"/>
          <p14:tracePt t="3296" x="2690813" y="3357563"/>
          <p14:tracePt t="3303" x="2832100" y="3363913"/>
          <p14:tracePt t="3304" x="2867025" y="3363913"/>
          <p14:tracePt t="3305" x="2884488" y="3363913"/>
          <p14:tracePt t="3306" x="2906713" y="3368675"/>
          <p14:tracePt t="3307" x="2924175" y="3368675"/>
          <p14:tracePt t="3308" x="2941638" y="3368675"/>
          <p14:tracePt t="3310" x="2981325" y="3368675"/>
          <p14:tracePt t="3311" x="3003550" y="3368675"/>
          <p14:tracePt t="3316" x="3095625" y="3375025"/>
          <p14:tracePt t="3323" x="3260725" y="3379788"/>
          <p14:tracePt t="3330" x="3425825" y="3379788"/>
          <p14:tracePt t="3337" x="3619500" y="3386138"/>
          <p14:tracePt t="3344" x="3784600" y="3386138"/>
          <p14:tracePt t="3351" x="4002088" y="3386138"/>
          <p14:tracePt t="3358" x="4171950" y="3386138"/>
          <p14:tracePt t="3365" x="4360863" y="3386138"/>
          <p14:tracePt t="3366" x="4418013" y="3386138"/>
          <p14:tracePt t="3372" x="4565650" y="3386138"/>
          <p14:tracePt t="3379" x="4741863" y="3386138"/>
          <p14:tracePt t="3386" x="4895850" y="3392488"/>
          <p14:tracePt t="3387" x="4935538" y="3392488"/>
          <p14:tracePt t="3393" x="5049838" y="3392488"/>
          <p14:tracePt t="3400" x="5214938" y="3397250"/>
          <p14:tracePt t="3407" x="5346700" y="3397250"/>
          <p14:tracePt t="3414" x="5472113" y="3403600"/>
          <p14:tracePt t="3421" x="5614988" y="3403600"/>
          <p14:tracePt t="3428" x="5711825" y="3408363"/>
          <p14:tracePt t="3435" x="5819775" y="3408363"/>
          <p14:tracePt t="3441" x="5934075" y="3408363"/>
          <p14:tracePt t="3448" x="6064250" y="3408363"/>
          <p14:tracePt t="3455" x="6161088" y="3408363"/>
          <p14:tracePt t="3462" x="6246813" y="3408363"/>
          <p14:tracePt t="3469" x="6315075" y="3403600"/>
          <p14:tracePt t="3470" x="6326188" y="3403600"/>
          <p14:tracePt t="3471" x="6332538" y="3403600"/>
          <p14:tracePt t="3476" x="6361113" y="3403600"/>
          <p14:tracePt t="3483" x="6400800" y="3403600"/>
          <p14:tracePt t="3484" x="6418263" y="3403600"/>
          <p14:tracePt t="3490" x="6435725" y="3403600"/>
          <p14:tracePt t="3491" x="6440488" y="3408363"/>
          <p14:tracePt t="3497" x="6457950" y="3414713"/>
          <p14:tracePt t="3504" x="6475413" y="3414713"/>
          <p14:tracePt t="3511" x="6480175" y="3421063"/>
          <p14:tracePt t="3518" x="6492875" y="3425825"/>
          <p14:tracePt t="3525" x="6497638" y="3432175"/>
          <p14:tracePt t="3532" x="6515100" y="3443288"/>
          <p14:tracePt t="3539" x="6526213" y="3460750"/>
          <p14:tracePt t="3545" x="6543675" y="3478213"/>
          <p14:tracePt t="3552" x="6561138" y="3494088"/>
          <p14:tracePt t="3559" x="6583363" y="3517900"/>
          <p14:tracePt t="3566" x="6594475" y="3533775"/>
          <p14:tracePt t="3573" x="6618288" y="3557588"/>
          <p14:tracePt t="3580" x="6634163" y="3579813"/>
          <p14:tracePt t="3587" x="6651625" y="3603625"/>
          <p14:tracePt t="3594" x="6662738" y="3625850"/>
          <p14:tracePt t="3595" x="6669088" y="3636963"/>
          <p14:tracePt t="3596" x="6669088" y="3643313"/>
          <p14:tracePt t="3601" x="6680200" y="3659188"/>
          <p14:tracePt t="3608" x="6691313" y="3687763"/>
          <p14:tracePt t="3615" x="6708775" y="3729038"/>
          <p14:tracePt t="3616" x="6708775" y="3740150"/>
          <p14:tracePt t="3617" x="6715125" y="3740150"/>
          <p14:tracePt t="3622" x="6719888" y="3768725"/>
          <p14:tracePt t="3629" x="6737350" y="3802063"/>
          <p14:tracePt t="3636" x="6743700" y="3836988"/>
          <p14:tracePt t="3643" x="6748463" y="3870325"/>
          <p14:tracePt t="3650" x="6754813" y="3916363"/>
          <p14:tracePt t="3657" x="6759575" y="3956050"/>
          <p14:tracePt t="3663" x="6759575" y="3984625"/>
          <p14:tracePt t="3670" x="6759575" y="4006850"/>
          <p14:tracePt t="3678" x="6759575" y="4030663"/>
          <p14:tracePt t="3684" x="6759575" y="4059238"/>
          <p14:tracePt t="3691" x="6754813" y="4076700"/>
          <p14:tracePt t="3698" x="6743700" y="4098925"/>
          <p14:tracePt t="3705" x="6731000" y="4116388"/>
          <p14:tracePt t="3706" x="6726238" y="4121150"/>
          <p14:tracePt t="3712" x="6719888" y="4132263"/>
          <p14:tracePt t="3719" x="6697663" y="4156075"/>
          <p14:tracePt t="3726" x="6680200" y="4173538"/>
          <p14:tracePt t="3733" x="6651625" y="4189413"/>
          <p14:tracePt t="3740" x="6618288" y="4206875"/>
          <p14:tracePt t="3747" x="6577013" y="4230688"/>
          <p14:tracePt t="3748" x="6565900" y="4230688"/>
          <p14:tracePt t="3749" x="6554788" y="4241800"/>
          <p14:tracePt t="3754" x="6532563" y="4246563"/>
          <p14:tracePt t="3761" x="6475413" y="4270375"/>
          <p14:tracePt t="3768" x="6418263" y="4286250"/>
          <p14:tracePt t="3769" x="6400800" y="4292600"/>
          <p14:tracePt t="3770" x="6389688" y="4298950"/>
          <p14:tracePt t="3775" x="6350000" y="4310063"/>
          <p14:tracePt t="3782" x="6281738" y="4332288"/>
          <p14:tracePt t="3783" x="6253163" y="4338638"/>
          <p14:tracePt t="3789" x="6172200" y="4356100"/>
          <p14:tracePt t="3796" x="6081713" y="4367213"/>
          <p14:tracePt t="3803" x="5949950" y="4383088"/>
          <p14:tracePt t="3810" x="5848350" y="4389438"/>
          <p14:tracePt t="3817" x="5688013" y="4400550"/>
          <p14:tracePt t="3824" x="5518150" y="4406900"/>
          <p14:tracePt t="3831" x="5335588" y="4411663"/>
          <p14:tracePt t="3837" x="5157788" y="4411663"/>
          <p14:tracePt t="3845" x="4902200" y="4411663"/>
          <p14:tracePt t="3851" x="4691063" y="4411663"/>
          <p14:tracePt t="3858" x="4457700" y="4411663"/>
          <p14:tracePt t="3859" x="4394200" y="4406900"/>
          <p14:tracePt t="3860" x="4365625" y="4406900"/>
          <p14:tracePt t="3861" x="4325938" y="4406900"/>
          <p14:tracePt t="3865" x="4211638" y="4400550"/>
          <p14:tracePt t="3873" x="4006850" y="4383088"/>
          <p14:tracePt t="3880" x="3738563" y="4356100"/>
          <p14:tracePt t="3881" x="3694113" y="4356100"/>
          <p14:tracePt t="3893" x="3368675" y="4327525"/>
          <p14:tracePt t="3894" x="3311525" y="4321175"/>
          <p14:tracePt t="3900" x="3214688" y="4310063"/>
          <p14:tracePt t="3907" x="3071813" y="4303713"/>
          <p14:tracePt t="3908" x="3032125" y="4303713"/>
          <p14:tracePt t="3909" x="3009900" y="4298950"/>
          <p14:tracePt t="3914" x="2917825" y="4292600"/>
          <p14:tracePt t="3922" x="2763838" y="4286250"/>
          <p14:tracePt t="3923" x="2713038" y="4286250"/>
          <p14:tracePt t="3924" x="2690813" y="4286250"/>
          <p14:tracePt t="3925" x="2673350" y="4286250"/>
          <p14:tracePt t="3926" x="2651125" y="4281488"/>
          <p14:tracePt t="3928" x="2616200" y="4281488"/>
          <p14:tracePt t="3929" x="2587625" y="4281488"/>
          <p14:tracePt t="3942" x="2297113" y="4281488"/>
          <p14:tracePt t="3943" x="2268538" y="4281488"/>
          <p14:tracePt t="3943" x="2246313" y="4281488"/>
          <p14:tracePt t="3948" x="2149475" y="4281488"/>
          <p14:tracePt t="3955" x="1995488" y="4281488"/>
          <p14:tracePt t="3963" x="1830388" y="4275138"/>
          <p14:tracePt t="3970" x="1681163" y="4264025"/>
          <p14:tracePt t="3971" x="1647825" y="4264025"/>
          <p14:tracePt t="3971" x="1624013" y="4264025"/>
          <p14:tracePt t="3973" x="1608138" y="4264025"/>
          <p14:tracePt t="3973" x="1590675" y="4257675"/>
          <p14:tracePt t="3977" x="1550988" y="4252913"/>
          <p14:tracePt t="3983" x="1408113" y="4241800"/>
          <p14:tracePt t="3990" x="1304925" y="4224338"/>
          <p14:tracePt t="3997" x="1162050" y="4202113"/>
          <p14:tracePt t="4004" x="1054100" y="4189413"/>
          <p14:tracePt t="4011" x="963613" y="4173538"/>
          <p14:tracePt t="4018" x="895350" y="4160838"/>
          <p14:tracePt t="4025" x="827088" y="4144963"/>
          <p14:tracePt t="4032" x="763588" y="4132263"/>
          <p14:tracePt t="4033" x="746125" y="4127500"/>
          <p14:tracePt t="4033" x="741363" y="4127500"/>
          <p14:tracePt t="4039" x="712788" y="4121150"/>
          <p14:tracePt t="4046" x="677863" y="4110038"/>
          <p14:tracePt t="4053" x="655638" y="4098925"/>
          <p14:tracePt t="4059" x="638175" y="4087813"/>
          <p14:tracePt t="4067" x="620713" y="4076700"/>
          <p14:tracePt t="4073" x="609600" y="4059238"/>
          <p14:tracePt t="4080" x="598488" y="4041775"/>
          <p14:tracePt t="4087" x="587375" y="4024313"/>
          <p14:tracePt t="4094" x="576263" y="4006850"/>
          <p14:tracePt t="4095" x="569913" y="3995738"/>
          <p14:tracePt t="4101" x="563563" y="3979863"/>
          <p14:tracePt t="4108" x="547688" y="3938588"/>
          <p14:tracePt t="4115" x="536575" y="3898900"/>
          <p14:tracePt t="4116" x="530225" y="3881438"/>
          <p14:tracePt t="4122" x="523875" y="3854450"/>
          <p14:tracePt t="4129" x="519113" y="3819525"/>
          <p14:tracePt t="4130" x="508000" y="3813175"/>
          <p14:tracePt t="4130" x="508000" y="3808413"/>
          <p14:tracePt t="4131" x="508000" y="3802063"/>
          <p14:tracePt t="4136" x="501650" y="3784600"/>
          <p14:tracePt t="4143" x="501650" y="3756025"/>
          <p14:tracePt t="4143" x="501650" y="3751263"/>
          <p14:tracePt t="4144" x="501650" y="3744913"/>
          <p14:tracePt t="4150" x="501650" y="3729038"/>
          <p14:tracePt t="4157" x="501650" y="3694113"/>
          <p14:tracePt t="4157" x="501650" y="3687763"/>
          <p14:tracePt t="4163" x="508000" y="3665538"/>
          <p14:tracePt t="4170" x="523875" y="3630613"/>
          <p14:tracePt t="4178" x="541338" y="3597275"/>
          <p14:tracePt t="4179" x="547688" y="3590925"/>
          <p14:tracePt t="4179" x="552450" y="3586163"/>
          <p14:tracePt t="4185" x="569913" y="3557588"/>
          <p14:tracePt t="4186" x="576263" y="3546475"/>
          <p14:tracePt t="4191" x="587375" y="3533775"/>
          <p14:tracePt t="4198" x="615950" y="3505200"/>
          <p14:tracePt t="4205" x="655638" y="3471863"/>
          <p14:tracePt t="4212" x="688975" y="3449638"/>
          <p14:tracePt t="4219" x="723900" y="3425825"/>
          <p14:tracePt t="4226" x="769938" y="3408363"/>
          <p14:tracePt t="4227" x="781050" y="3403600"/>
          <p14:tracePt t="4233" x="798513" y="3397250"/>
          <p14:tracePt t="4240" x="838200" y="3375025"/>
          <p14:tracePt t="4247" x="866775" y="3363913"/>
          <p14:tracePt t="4248" x="877888" y="3357563"/>
          <p14:tracePt t="4254" x="895350" y="3352800"/>
          <p14:tracePt t="4254" x="900113" y="3346450"/>
          <p14:tracePt t="4255" x="911225" y="3346450"/>
          <p14:tracePt t="4256" x="911225" y="3340100"/>
          <p14:tracePt t="4261" x="935038" y="3335338"/>
          <p14:tracePt t="4268" x="968375" y="3311525"/>
          <p14:tracePt t="4269" x="974725" y="3311525"/>
          <p14:tracePt t="4269" x="981075" y="3311525"/>
          <p14:tracePt t="4270" x="985838" y="3311525"/>
          <p14:tracePt t="4274" x="1003300" y="3300413"/>
          <p14:tracePt t="4282" x="1042988" y="3282950"/>
          <p14:tracePt t="4282" x="1049338" y="3282950"/>
          <p14:tracePt t="4283" x="1054100" y="3278188"/>
          <p14:tracePt t="4288" x="1082675" y="3267075"/>
          <p14:tracePt t="4295" x="1135063" y="3249613"/>
          <p14:tracePt t="4302" x="1190625" y="3238500"/>
          <p14:tracePt t="4309" x="1247775" y="3221038"/>
          <p14:tracePt t="4310" x="1276350" y="3214688"/>
          <p14:tracePt t="4311" x="1287463" y="3214688"/>
          <p14:tracePt t="4316" x="1339850" y="3203575"/>
          <p14:tracePt t="4323" x="1465263" y="3181350"/>
          <p14:tracePt t="4330" x="1590675" y="3163888"/>
          <p14:tracePt t="4337" x="1744663" y="3146425"/>
          <p14:tracePt t="4344" x="1874838" y="3141663"/>
          <p14:tracePt t="4345" x="1914525" y="3141663"/>
          <p14:tracePt t="4346" x="1938338" y="3141663"/>
          <p14:tracePt t="4351" x="2028825" y="3141663"/>
          <p14:tracePt t="4358" x="2178050" y="3141663"/>
          <p14:tracePt t="4359" x="2193925" y="3141663"/>
          <p14:tracePt t="4359" x="2217738" y="3141663"/>
          <p14:tracePt t="4360" x="2233613" y="3141663"/>
          <p14:tracePt t="4365" x="2314575" y="3141663"/>
          <p14:tracePt t="4372" x="2455863" y="3146425"/>
          <p14:tracePt t="4372" x="2479675" y="3152775"/>
          <p14:tracePt t="4373" x="2484438" y="3152775"/>
          <p14:tracePt t="4374" x="2508250" y="3152775"/>
          <p14:tracePt t="4379" x="2598738" y="3163888"/>
          <p14:tracePt t="4380" x="2644775" y="3163888"/>
          <p14:tracePt t="4386" x="2787650" y="3181350"/>
          <p14:tracePt t="4393" x="2941638" y="3203575"/>
          <p14:tracePt t="4400" x="3106738" y="3221038"/>
          <p14:tracePt t="4407" x="3322638" y="3249613"/>
          <p14:tracePt t="4408" x="3379788" y="3254375"/>
          <p14:tracePt t="4414" x="3487738" y="3267075"/>
          <p14:tracePt t="4420" x="3716338" y="3289300"/>
          <p14:tracePt t="4428" x="3887788" y="3306763"/>
          <p14:tracePt t="4428" x="3921125" y="3311525"/>
          <p14:tracePt t="4429" x="3944938" y="3311525"/>
          <p14:tracePt t="4430" x="3967163" y="3311525"/>
          <p14:tracePt t="4434" x="4046538" y="3317875"/>
          <p14:tracePt t="4441" x="4251325" y="3328988"/>
          <p14:tracePt t="4449" x="4451350" y="3335338"/>
          <p14:tracePt t="4455" x="4656138" y="3340100"/>
          <p14:tracePt t="4463" x="4845050" y="3357563"/>
          <p14:tracePt t="4470" x="5073650" y="3368675"/>
          <p14:tracePt t="4477" x="5243513" y="3379788"/>
          <p14:tracePt t="4483" x="5472113" y="3397250"/>
          <p14:tracePt t="4490" x="5626100" y="3408363"/>
          <p14:tracePt t="4497" x="5773738" y="3432175"/>
          <p14:tracePt t="4505" x="5916613" y="3454400"/>
          <p14:tracePt t="4511" x="6064250" y="3478213"/>
          <p14:tracePt t="4512" x="6099175" y="3478213"/>
          <p14:tracePt t="4518" x="6172200" y="3494088"/>
          <p14:tracePt t="4526" x="6275388" y="3505200"/>
          <p14:tracePt t="4532" x="6350000" y="3517900"/>
          <p14:tracePt t="4533" x="6383338" y="3522663"/>
          <p14:tracePt t="4546" x="6469063" y="3533775"/>
          <p14:tracePt t="4553" x="6497638" y="3540125"/>
          <p14:tracePt t="4560" x="6515100" y="3540125"/>
          <p14:tracePt t="4567" x="6519863" y="3546475"/>
          <p14:tracePt t="4573" x="6526213" y="3546475"/>
          <p14:tracePt t="4602" x="6526213" y="3551238"/>
          <p14:tracePt t="4607" x="6526213" y="3557588"/>
          <p14:tracePt t="4609" x="6526213" y="3562350"/>
          <p14:tracePt t="4615" x="6526213" y="3575050"/>
          <p14:tracePt t="4622" x="6526213" y="3597275"/>
          <p14:tracePt t="4629" x="6532563" y="3625850"/>
          <p14:tracePt t="4630" x="6532563" y="3636963"/>
          <p14:tracePt t="4631" x="6532563" y="3643313"/>
          <p14:tracePt t="4636" x="6532563" y="3665538"/>
          <p14:tracePt t="4643" x="6537325" y="3711575"/>
          <p14:tracePt t="4650" x="6537325" y="3756025"/>
          <p14:tracePt t="4657" x="6537325" y="3819525"/>
          <p14:tracePt t="4664" x="6537325" y="3881438"/>
          <p14:tracePt t="4670" x="6519863" y="3951288"/>
          <p14:tracePt t="4677" x="6503988" y="4013200"/>
          <p14:tracePt t="4684" x="6492875" y="4059238"/>
          <p14:tracePt t="4691" x="6480175" y="4092575"/>
          <p14:tracePt t="4698" x="6469063" y="4116388"/>
          <p14:tracePt t="4705" x="6464300" y="4132263"/>
          <p14:tracePt t="4712" x="6457950" y="4138613"/>
          <p14:tracePt t="4719" x="6457950" y="4144963"/>
          <p14:tracePt t="4726" x="6451600" y="4144963"/>
          <p14:tracePt t="4733" x="6451600" y="4149725"/>
          <p14:tracePt t="4740" x="6440488" y="4160838"/>
          <p14:tracePt t="4747" x="6429375" y="4173538"/>
          <p14:tracePt t="4754" x="6411913" y="4184650"/>
          <p14:tracePt t="4761" x="6383338" y="4206875"/>
          <p14:tracePt t="4762" x="6372225" y="4213225"/>
          <p14:tracePt t="4763" x="6367463" y="4213225"/>
          <p14:tracePt t="4767" x="6343650" y="4224338"/>
          <p14:tracePt t="4775" x="6297613" y="4246563"/>
          <p14:tracePt t="4782" x="6235700" y="4264025"/>
          <p14:tracePt t="4783" x="6224588" y="4275138"/>
          <p14:tracePt t="4783" x="6213475" y="4275138"/>
          <p14:tracePt t="4784" x="6207125" y="4275138"/>
          <p14:tracePt t="4788" x="6167438" y="4286250"/>
          <p14:tracePt t="4795" x="6092825" y="4310063"/>
          <p14:tracePt t="4802" x="6030913" y="4327525"/>
          <p14:tracePt t="4809" x="5973763" y="4338638"/>
          <p14:tracePt t="4816" x="5894388" y="4349750"/>
          <p14:tracePt t="4823" x="5824538" y="4349750"/>
          <p14:tracePt t="4830" x="5756275" y="4360863"/>
          <p14:tracePt t="4837" x="5688013" y="4367213"/>
          <p14:tracePt t="4844" x="5630863" y="4367213"/>
          <p14:tracePt t="4851" x="5568950" y="4367213"/>
          <p14:tracePt t="4858" x="5505450" y="4367213"/>
          <p14:tracePt t="4865" x="5432425" y="4371975"/>
          <p14:tracePt t="4872" x="5375275" y="4371975"/>
          <p14:tracePt t="4879" x="5311775" y="4371975"/>
          <p14:tracePt t="4886" x="5249863" y="4378325"/>
          <p14:tracePt t="4893" x="5199063" y="4378325"/>
          <p14:tracePt t="4900" x="5135563" y="4378325"/>
          <p14:tracePt t="4907" x="5060950" y="4378325"/>
          <p14:tracePt t="4907" x="5056188" y="4378325"/>
          <p14:tracePt t="4908" x="5045075" y="4378325"/>
          <p14:tracePt t="4914" x="4999038" y="4383088"/>
          <p14:tracePt t="4920" x="4935538" y="4383088"/>
          <p14:tracePt t="4927" x="4878388" y="4389438"/>
          <p14:tracePt t="4934" x="4838700" y="4389438"/>
          <p14:tracePt t="4941" x="4799013" y="4395788"/>
          <p14:tracePt t="4948" x="4770438" y="4395788"/>
          <p14:tracePt t="4955" x="4748213" y="4395788"/>
          <p14:tracePt t="4962" x="4741863" y="4395788"/>
          <p14:tracePt t="5089" x="4737100" y="4395788"/>
          <p14:tracePt t="5098" x="4730750" y="4395788"/>
          <p14:tracePt t="5102" x="4724400" y="4395788"/>
          <p14:tracePt t="5105" x="4719638" y="4395788"/>
          <p14:tracePt t="5108" x="4708525" y="4395788"/>
          <p14:tracePt t="5116" x="4673600" y="4400550"/>
          <p14:tracePt t="5122" x="4622800" y="4406900"/>
          <p14:tracePt t="5130" x="4537075" y="4411663"/>
          <p14:tracePt t="5136" x="4451350" y="4429125"/>
          <p14:tracePt t="5143" x="4354513" y="4440238"/>
          <p14:tracePt t="5150" x="4206875" y="4464050"/>
          <p14:tracePt t="5157" x="4041775" y="4486275"/>
          <p14:tracePt t="5164" x="3841750" y="4532313"/>
          <p14:tracePt t="5171" x="3590925" y="4565650"/>
          <p14:tracePt t="5172" x="3551238" y="4572000"/>
          <p14:tracePt t="5172" x="3522663" y="4583113"/>
          <p14:tracePt t="5173" x="3511550" y="4583113"/>
          <p14:tracePt t="5178" x="3408363" y="4594225"/>
          <p14:tracePt t="5185" x="3135313" y="4622800"/>
          <p14:tracePt t="5192" x="2889250" y="4629150"/>
          <p14:tracePt t="5200" x="2662238" y="4635500"/>
          <p14:tracePt t="5206" x="2405063" y="4635500"/>
          <p14:tracePt t="5220" x="1960563" y="4611688"/>
          <p14:tracePt t="5221" x="1943100" y="4611688"/>
          <p14:tracePt t="5222" x="1920875" y="4606925"/>
          <p14:tracePt t="5223" x="1898650" y="4606925"/>
          <p14:tracePt t="5226" x="1857375" y="4606925"/>
          <p14:tracePt t="5233" x="1744663" y="4589463"/>
          <p14:tracePt t="5234" x="1716088" y="4589463"/>
          <p14:tracePt t="5235" x="1704975" y="4583113"/>
          <p14:tracePt t="5240" x="1652588" y="4572000"/>
          <p14:tracePt t="5247" x="1579563" y="4560888"/>
          <p14:tracePt t="5248" x="1555750" y="4560888"/>
          <p14:tracePt t="5254" x="1522413" y="4549775"/>
          <p14:tracePt t="5261" x="1482725" y="4543425"/>
          <p14:tracePt t="5268" x="1458913" y="4537075"/>
          <p14:tracePt t="5275" x="1454150" y="4532313"/>
          <p14:tracePt t="5332" x="1454150" y="4525963"/>
          <p14:tracePt t="5334" x="1447800" y="4525963"/>
          <p14:tracePt t="5338" x="1447800" y="4514850"/>
          <p14:tracePt t="5345" x="1447800" y="4508500"/>
          <p14:tracePt t="5351" x="1447800" y="4497388"/>
          <p14:tracePt t="5358" x="1447800" y="4481513"/>
          <p14:tracePt t="5365" x="1447800" y="4464050"/>
          <p14:tracePt t="5372" x="1447800" y="4446588"/>
          <p14:tracePt t="5379" x="1447800" y="4435475"/>
          <p14:tracePt t="5386" x="1441450" y="4424363"/>
          <p14:tracePt t="5393" x="1441450" y="4418013"/>
          <p14:tracePt t="5410" x="1436688" y="4418013"/>
          <p14:tracePt t="5410" x="1436688" y="4411663"/>
          <p14:tracePt t="5416" x="1436688" y="4406900"/>
          <p14:tracePt t="5418" x="1430338" y="4406900"/>
          <p14:tracePt t="5422" x="1425575" y="4406900"/>
          <p14:tracePt t="5427" x="1412875" y="4400550"/>
          <p14:tracePt t="5434" x="1397000" y="4400550"/>
          <p14:tracePt t="5441" x="1368425" y="4400550"/>
          <p14:tracePt t="5448" x="1339850" y="4400550"/>
          <p14:tracePt t="5455" x="1300163" y="4400550"/>
          <p14:tracePt t="5462" x="1265238" y="4400550"/>
          <p14:tracePt t="5469" x="1214438" y="4395788"/>
          <p14:tracePt t="5470" x="1196975" y="4395788"/>
          <p14:tracePt t="5471" x="1190625" y="4395788"/>
          <p14:tracePt t="5476" x="1162050" y="4395788"/>
          <p14:tracePt t="5483" x="1100138" y="4389438"/>
          <p14:tracePt t="5490" x="1031875" y="4389438"/>
          <p14:tracePt t="5491" x="1014413" y="4389438"/>
          <p14:tracePt t="5492" x="1003300" y="4389438"/>
          <p14:tracePt t="5497" x="968375" y="4389438"/>
          <p14:tracePt t="5504" x="911225" y="4389438"/>
          <p14:tracePt t="5505" x="906463" y="4389438"/>
          <p14:tracePt t="5505" x="895350" y="4389438"/>
          <p14:tracePt t="5511" x="860425" y="4389438"/>
          <p14:tracePt t="5518" x="814388" y="4389438"/>
          <p14:tracePt t="5518" x="803275" y="4389438"/>
          <p14:tracePt t="5524" x="774700" y="4389438"/>
          <p14:tracePt t="5532" x="746125" y="4389438"/>
          <p14:tracePt t="5532" x="741363" y="4389438"/>
          <p14:tracePt t="5533" x="735013" y="4389438"/>
          <p14:tracePt t="5538" x="712788" y="4389438"/>
          <p14:tracePt t="5545" x="688975" y="4389438"/>
          <p14:tracePt t="5552" x="660400" y="4389438"/>
          <p14:tracePt t="5559" x="638175" y="4389438"/>
          <p14:tracePt t="5566" x="609600" y="4389438"/>
          <p14:tracePt t="5574" x="587375" y="4389438"/>
          <p14:tracePt t="5574" x="581025" y="4389438"/>
          <p14:tracePt t="5575" x="576263" y="4389438"/>
          <p14:tracePt t="5580" x="563563" y="4389438"/>
          <p14:tracePt t="5587" x="541338" y="4389438"/>
          <p14:tracePt t="5588" x="530225" y="4389438"/>
          <p14:tracePt t="5594" x="519113" y="4389438"/>
          <p14:tracePt t="5601" x="501650" y="4389438"/>
          <p14:tracePt t="5608" x="484188" y="4383088"/>
          <p14:tracePt t="5615" x="479425" y="4383088"/>
          <p14:tracePt t="5668" x="479425" y="4378325"/>
          <p14:tracePt t="5758" x="484188" y="4378325"/>
          <p14:tracePt t="5760" x="490538" y="4378325"/>
          <p14:tracePt t="5763" x="495300" y="4378325"/>
          <p14:tracePt t="5768" x="508000" y="4378325"/>
          <p14:tracePt t="5769" x="512763" y="4383088"/>
          <p14:tracePt t="5775" x="536575" y="4389438"/>
          <p14:tracePt t="5783" x="576263" y="4406900"/>
          <p14:tracePt t="5796" x="673100" y="4452938"/>
          <p14:tracePt t="5803" x="746125" y="4475163"/>
          <p14:tracePt t="5810" x="814388" y="4503738"/>
          <p14:tracePt t="5817" x="877888" y="4525963"/>
          <p14:tracePt t="5823" x="946150" y="4549775"/>
          <p14:tracePt t="5831" x="1009650" y="4565650"/>
          <p14:tracePt t="5837" x="1065213" y="4578350"/>
          <p14:tracePt t="5844" x="1122363" y="4594225"/>
          <p14:tracePt t="5852" x="1162050" y="4600575"/>
          <p14:tracePt t="5858" x="1196975" y="4611688"/>
          <p14:tracePt t="5865" x="1219200" y="4611688"/>
          <p14:tracePt t="5879" x="1247775" y="4622800"/>
          <p14:tracePt t="5880" x="1254125" y="4622800"/>
          <p14:tracePt t="5886" x="1265238" y="4622800"/>
          <p14:tracePt t="5893" x="1282700" y="4622800"/>
          <p14:tracePt t="5900" x="1293813" y="4629150"/>
          <p14:tracePt t="5907" x="1311275" y="4629150"/>
          <p14:tracePt t="5908" x="1311275" y="4635500"/>
          <p14:tracePt t="5913" x="1316038" y="4635500"/>
          <p14:tracePt t="5921" x="1316038" y="4640263"/>
          <p14:tracePt t="5928" x="1322388" y="4640263"/>
          <p14:tracePt t="5940" x="1328738" y="4640263"/>
          <p14:tracePt t="6798" x="1316038" y="4640263"/>
          <p14:tracePt t="6801" x="1311275" y="4646613"/>
          <p14:tracePt t="6803" x="1304925" y="4646613"/>
          <p14:tracePt t="6804" x="1300163" y="4646613"/>
          <p14:tracePt t="6809" x="1282700" y="4657725"/>
          <p14:tracePt t="6816" x="1243013" y="4662488"/>
          <p14:tracePt t="6823" x="1190625" y="4675188"/>
          <p14:tracePt t="6830" x="1146175" y="4686300"/>
          <p14:tracePt t="6837" x="1082675" y="4691063"/>
          <p14:tracePt t="6844" x="1020763" y="4691063"/>
          <p14:tracePt t="6851" x="957263" y="4697413"/>
          <p14:tracePt t="6858" x="900113" y="4697413"/>
          <p14:tracePt t="6859" x="884238" y="4697413"/>
          <p14:tracePt t="6865" x="831850" y="4697413"/>
          <p14:tracePt t="6872" x="781050" y="4697413"/>
          <p14:tracePt t="6873" x="774700" y="4697413"/>
          <p14:tracePt t="6873" x="758825" y="4697413"/>
          <p14:tracePt t="6879" x="723900" y="4697413"/>
          <p14:tracePt t="6886" x="673100" y="4697413"/>
          <p14:tracePt t="6893" x="633413" y="4697413"/>
          <p14:tracePt t="6894" x="627063" y="4697413"/>
          <p14:tracePt t="6894" x="615950" y="4697413"/>
          <p14:tracePt t="6895" x="609600" y="4697413"/>
          <p14:tracePt t="6900" x="592138" y="4697413"/>
          <p14:tracePt t="6907" x="569913" y="4697413"/>
          <p14:tracePt t="6913" x="552450" y="4697413"/>
          <p14:tracePt t="6920" x="536575" y="4697413"/>
          <p14:tracePt t="6927" x="530225" y="4697413"/>
          <p14:tracePt t="6936" x="523875" y="4697413"/>
          <p14:tracePt t="7093" x="523875" y="4691063"/>
          <p14:tracePt t="7096" x="530225" y="4691063"/>
          <p14:tracePt t="7101" x="541338" y="4686300"/>
          <p14:tracePt t="7108" x="558800" y="4686300"/>
          <p14:tracePt t="7115" x="576263" y="4679950"/>
          <p14:tracePt t="7122" x="598488" y="4679950"/>
          <p14:tracePt t="7129" x="609600" y="4679950"/>
          <p14:tracePt t="7130" x="615950" y="4675188"/>
          <p14:tracePt t="7136" x="620713" y="4675188"/>
          <p14:tracePt t="7143" x="638175" y="4675188"/>
          <p14:tracePt t="7150" x="649288" y="4675188"/>
          <p14:tracePt t="7157" x="666750" y="4675188"/>
          <p14:tracePt t="7164" x="684213" y="4675188"/>
          <p14:tracePt t="7171" x="695325" y="4675188"/>
          <p14:tracePt t="7177" x="706438" y="4675188"/>
          <p14:tracePt t="7185" x="717550" y="4675188"/>
          <p14:tracePt t="7192" x="735013" y="4675188"/>
          <p14:tracePt t="7193" x="741363" y="4675188"/>
          <p14:tracePt t="7198" x="752475" y="4675188"/>
          <p14:tracePt t="7206" x="774700" y="4675188"/>
          <p14:tracePt t="7212" x="798513" y="4675188"/>
          <p14:tracePt t="7219" x="831850" y="4668838"/>
          <p14:tracePt t="7226" x="866775" y="4668838"/>
          <p14:tracePt t="7233" x="911225" y="4668838"/>
          <p14:tracePt t="7240" x="963613" y="4668838"/>
          <p14:tracePt t="7241" x="981075" y="4668838"/>
          <p14:tracePt t="7242" x="992188" y="4668838"/>
          <p14:tracePt t="7247" x="1025525" y="4668838"/>
          <p14:tracePt t="7254" x="1093788" y="4675188"/>
          <p14:tracePt t="7255" x="1117600" y="4675188"/>
          <p14:tracePt t="7261" x="1157288" y="4675188"/>
          <p14:tracePt t="7268" x="1236663" y="4679950"/>
          <p14:tracePt t="7275" x="1311275" y="4686300"/>
          <p14:tracePt t="7276" x="1322388" y="4686300"/>
          <p14:tracePt t="7276" x="1333500" y="4686300"/>
          <p14:tracePt t="7277" x="1344613" y="4686300"/>
          <p14:tracePt t="7282" x="1384300" y="4686300"/>
          <p14:tracePt t="7289" x="1454150" y="4686300"/>
          <p14:tracePt t="7296" x="1522413" y="4686300"/>
          <p14:tracePt t="7303" x="1579563" y="4686300"/>
          <p14:tracePt t="7310" x="1630363" y="4686300"/>
          <p14:tracePt t="7317" x="1692275" y="4686300"/>
          <p14:tracePt t="7323" x="1744663" y="4686300"/>
          <p14:tracePt t="7330" x="1789113" y="4686300"/>
          <p14:tracePt t="7331" x="1801813" y="4686300"/>
          <p14:tracePt t="7332" x="1806575" y="4686300"/>
          <p14:tracePt t="7337" x="1835150" y="4686300"/>
          <p14:tracePt t="7344" x="1874838" y="4686300"/>
          <p14:tracePt t="7351" x="1914525" y="4679950"/>
          <p14:tracePt t="7358" x="1955800" y="4675188"/>
          <p14:tracePt t="7365" x="2000250" y="4675188"/>
          <p14:tracePt t="7366" x="2017713" y="4675188"/>
          <p14:tracePt t="7372" x="2052638" y="4668838"/>
          <p14:tracePt t="7379" x="2097088" y="4662488"/>
          <p14:tracePt t="7379" x="2103438" y="4662488"/>
          <p14:tracePt t="7380" x="2108200" y="4662488"/>
          <p14:tracePt t="7381" x="2114550" y="4662488"/>
          <p14:tracePt t="7385" x="2143125" y="4657725"/>
          <p14:tracePt t="7393" x="2182813" y="4657725"/>
          <p14:tracePt t="7394" x="2189163" y="4657725"/>
          <p14:tracePt t="7394" x="2200275" y="4657725"/>
          <p14:tracePt t="7395" x="2206625" y="4657725"/>
          <p14:tracePt t="7399" x="2228850" y="4657725"/>
          <p14:tracePt t="7407" x="2274888" y="4657725"/>
          <p14:tracePt t="7413" x="2325688" y="4657725"/>
          <p14:tracePt t="7420" x="2371725" y="4657725"/>
          <p14:tracePt t="7427" x="2422525" y="4662488"/>
          <p14:tracePt t="7434" x="2455863" y="4668838"/>
          <p14:tracePt t="7441" x="2497138" y="4679950"/>
          <p14:tracePt t="7442" x="2513013" y="4679950"/>
          <p14:tracePt t="7443" x="2519363" y="4679950"/>
          <p14:tracePt t="7448" x="2536825" y="4679950"/>
          <p14:tracePt t="7455" x="2587625" y="4686300"/>
          <p14:tracePt t="7456" x="2598738" y="4686300"/>
          <p14:tracePt t="7457" x="2605088" y="4691063"/>
          <p14:tracePt t="7462" x="2633663" y="4691063"/>
          <p14:tracePt t="7469" x="2684463" y="4697413"/>
          <p14:tracePt t="7476" x="2724150" y="4703763"/>
          <p14:tracePt t="7483" x="2770188" y="4703763"/>
          <p14:tracePt t="7484" x="2781300" y="4703763"/>
          <p14:tracePt t="7490" x="2827338" y="4708525"/>
          <p14:tracePt t="7497" x="2884488" y="4708525"/>
          <p14:tracePt t="7504" x="2952750" y="4708525"/>
          <p14:tracePt t="7505" x="2974975" y="4708525"/>
          <p14:tracePt t="7511" x="3027363" y="4708525"/>
          <p14:tracePt t="7518" x="3106738" y="4714875"/>
          <p14:tracePt t="7525" x="3214688" y="4714875"/>
          <p14:tracePt t="7532" x="3311525" y="4714875"/>
          <p14:tracePt t="7538" x="3414713" y="4714875"/>
          <p14:tracePt t="7545" x="3516313" y="4714875"/>
          <p14:tracePt t="7552" x="3625850" y="4719638"/>
          <p14:tracePt t="7559" x="3738563" y="4725988"/>
          <p14:tracePt t="7566" x="3841750" y="4725988"/>
          <p14:tracePt t="7573" x="3944938" y="4732338"/>
          <p14:tracePt t="7574" x="3973513" y="4737100"/>
          <p14:tracePt t="7575" x="3984625" y="4737100"/>
          <p14:tracePt t="7580" x="4041775" y="4743450"/>
          <p14:tracePt t="7587" x="4160838" y="4754563"/>
          <p14:tracePt t="7594" x="4268788" y="4772025"/>
          <p14:tracePt t="7601" x="4394200" y="4787900"/>
          <p14:tracePt t="7608" x="4514850" y="4794250"/>
          <p14:tracePt t="7615" x="4622800" y="4805363"/>
          <p14:tracePt t="7616" x="4656138" y="4805363"/>
          <p14:tracePt t="7617" x="4668838" y="4805363"/>
          <p14:tracePt t="7622" x="4730750" y="4805363"/>
          <p14:tracePt t="7629" x="4827588" y="4811713"/>
          <p14:tracePt t="7630" x="4862513" y="4811713"/>
          <p14:tracePt t="7636" x="4930775" y="4811713"/>
          <p14:tracePt t="7643" x="5032375" y="4811713"/>
          <p14:tracePt t="7650" x="5135563" y="4811713"/>
          <p14:tracePt t="7657" x="5199063" y="4811713"/>
          <p14:tracePt t="7664" x="5289550" y="4805363"/>
          <p14:tracePt t="7672" x="5340350" y="4800600"/>
          <p14:tracePt t="7678" x="5386388" y="4787900"/>
          <p14:tracePt t="7685" x="5414963" y="4787900"/>
          <p14:tracePt t="7692" x="5448300" y="4776788"/>
          <p14:tracePt t="7699" x="5489575" y="4765675"/>
          <p14:tracePt t="7706" x="5529263" y="4760913"/>
          <p14:tracePt t="7712" x="5573713" y="4754563"/>
          <p14:tracePt t="7719" x="5637213" y="4743450"/>
          <p14:tracePt t="7726" x="5705475" y="4743450"/>
          <p14:tracePt t="7733" x="5780088" y="4732338"/>
          <p14:tracePt t="7741" x="5859463" y="4732338"/>
          <p14:tracePt t="7747" x="5945188" y="4732338"/>
          <p14:tracePt t="7754" x="6046788" y="4732338"/>
          <p14:tracePt t="7761" x="6145213" y="4732338"/>
          <p14:tracePt t="7768" x="6229350" y="4732338"/>
          <p14:tracePt t="7769" x="6257925" y="4732338"/>
          <p14:tracePt t="7775" x="6310313" y="4737100"/>
          <p14:tracePt t="7782" x="6407150" y="4743450"/>
          <p14:tracePt t="7782" x="6418263" y="4743450"/>
          <p14:tracePt t="7783" x="6429375" y="4743450"/>
          <p14:tracePt t="7788" x="6486525" y="4743450"/>
          <p14:tracePt t="7796" x="6554788" y="4748213"/>
          <p14:tracePt t="7802" x="6623050" y="4748213"/>
          <p14:tracePt t="7810" x="6669088" y="4748213"/>
          <p14:tracePt t="7817" x="6726238" y="4754563"/>
          <p14:tracePt t="7823" x="6770688" y="4754563"/>
          <p14:tracePt t="7831" x="6827838" y="4754563"/>
          <p14:tracePt t="7837" x="6873875" y="4754563"/>
          <p14:tracePt t="7845" x="6931025" y="4754563"/>
          <p14:tracePt t="7851" x="6981825" y="4748213"/>
          <p14:tracePt t="7858" x="7045325" y="4743450"/>
          <p14:tracePt t="7865" x="7113588" y="4737100"/>
          <p14:tracePt t="7872" x="7181850" y="4732338"/>
          <p14:tracePt t="7879" x="7250113" y="4719638"/>
          <p14:tracePt t="7886" x="7313613" y="4719638"/>
          <p14:tracePt t="7893" x="7375525" y="4714875"/>
          <p14:tracePt t="7894" x="7381875" y="4714875"/>
          <p14:tracePt t="7894" x="7392988" y="4714875"/>
          <p14:tracePt t="7895" x="7404100" y="4714875"/>
          <p14:tracePt t="7900" x="7439025" y="4708525"/>
          <p14:tracePt t="7907" x="7483475" y="4708525"/>
          <p14:tracePt t="7908" x="7494588" y="4708525"/>
          <p14:tracePt t="7914" x="7529513" y="4703763"/>
          <p14:tracePt t="7921" x="7575550" y="4703763"/>
          <p14:tracePt t="7927" x="7615238" y="4697413"/>
          <p14:tracePt t="7935" x="7661275" y="4691063"/>
          <p14:tracePt t="7941" x="7700963" y="4691063"/>
          <p14:tracePt t="7949" x="7745413" y="4679950"/>
          <p14:tracePt t="7956" x="7808913" y="4675188"/>
          <p14:tracePt t="7962" x="7866063" y="4675188"/>
          <p14:tracePt t="7969" x="7934325" y="4675188"/>
          <p14:tracePt t="7976" x="8020050" y="4668838"/>
          <p14:tracePt t="7983" x="8088313" y="4662488"/>
          <p14:tracePt t="7984" x="8110538" y="4662488"/>
          <p14:tracePt t="7985" x="8121650" y="4662488"/>
          <p14:tracePt t="7990" x="8150225" y="4662488"/>
          <p14:tracePt t="7997" x="8235950" y="4662488"/>
          <p14:tracePt t="8004" x="8299450" y="4662488"/>
          <p14:tracePt t="8011" x="8367713" y="4657725"/>
          <p14:tracePt t="8018" x="8407400" y="4657725"/>
          <p14:tracePt t="8018" x="8413750" y="4657725"/>
          <p14:tracePt t="8019" x="8418513" y="4657725"/>
          <p14:tracePt t="8020" x="8424863" y="4657725"/>
          <p14:tracePt t="8024" x="8435975" y="4657725"/>
          <p14:tracePt t="8032" x="8469313" y="4657725"/>
          <p14:tracePt t="8039" x="8493125" y="4657725"/>
          <p14:tracePt t="8046" x="8521700" y="4651375"/>
          <p14:tracePt t="8052" x="8543925" y="4646613"/>
          <p14:tracePt t="8059" x="8566150" y="4646613"/>
          <p14:tracePt t="8066" x="8601075" y="4640263"/>
          <p14:tracePt t="8073" x="8640763" y="4640263"/>
          <p14:tracePt t="8080" x="8691563" y="4635500"/>
          <p14:tracePt t="8081" x="8704263" y="4635500"/>
          <p14:tracePt t="8082" x="8709025" y="4635500"/>
          <p14:tracePt t="8087" x="8743950" y="4629150"/>
          <p14:tracePt t="8094" x="8812213" y="4622800"/>
          <p14:tracePt t="8101" x="8880475" y="4622800"/>
          <p14:tracePt t="8108" x="8948738" y="4618038"/>
          <p14:tracePt t="8115" x="9005888" y="4618038"/>
          <p14:tracePt t="8122" x="9074150" y="4618038"/>
          <p14:tracePt t="8129" x="9137650" y="4622800"/>
          <p14:tracePt t="8136" x="9193213" y="4629150"/>
          <p14:tracePt t="8143" x="9245600" y="4629150"/>
          <p14:tracePt t="8144" x="9250363" y="4629150"/>
          <p14:tracePt t="8144" x="9256713" y="4629150"/>
          <p14:tracePt t="8145" x="9274175" y="4629150"/>
          <p14:tracePt t="8150" x="9296400" y="4635500"/>
          <p14:tracePt t="8157" x="9342438" y="4635500"/>
          <p14:tracePt t="8163" x="9386888" y="4635500"/>
          <p14:tracePt t="8170" x="9428163" y="4635500"/>
          <p14:tracePt t="8178" x="9478963" y="4635500"/>
          <p14:tracePt t="8185" x="9525000" y="4635500"/>
          <p14:tracePt t="8191" x="9564688" y="4635500"/>
          <p14:tracePt t="8199" x="9621838" y="4635500"/>
          <p14:tracePt t="8200" x="9626600" y="4635500"/>
          <p14:tracePt t="8205" x="9650413" y="4635500"/>
          <p14:tracePt t="8212" x="9683750" y="4629150"/>
          <p14:tracePt t="8219" x="9718675" y="4629150"/>
          <p14:tracePt t="8220" x="9729788" y="4629150"/>
          <p14:tracePt t="8226" x="9752013" y="4629150"/>
          <p14:tracePt t="8233" x="9786938" y="4629150"/>
          <p14:tracePt t="8234" x="9791700" y="4629150"/>
          <p14:tracePt t="8240" x="9820275" y="4629150"/>
          <p14:tracePt t="8247" x="9848850" y="4629150"/>
          <p14:tracePt t="8254" x="9888538" y="4629150"/>
          <p14:tracePt t="8255" x="9894888" y="4635500"/>
          <p14:tracePt t="8261" x="9917113" y="4635500"/>
          <p14:tracePt t="8268" x="9952038" y="4635500"/>
          <p14:tracePt t="8269" x="9963150" y="4640263"/>
          <p14:tracePt t="8275" x="9985375" y="4640263"/>
          <p14:tracePt t="8282" x="10020300" y="4646613"/>
          <p14:tracePt t="8289" x="10059988" y="4651375"/>
          <p14:tracePt t="8296" x="10106025" y="4651375"/>
          <p14:tracePt t="8303" x="10139363" y="4662488"/>
          <p14:tracePt t="8310" x="10185400" y="4662488"/>
          <p14:tracePt t="8317" x="10231438" y="4668838"/>
          <p14:tracePt t="8323" x="10277475" y="4675188"/>
          <p14:tracePt t="8331" x="10321925" y="4679950"/>
          <p14:tracePt t="8337" x="10356850" y="4686300"/>
          <p14:tracePt t="8345" x="10385425" y="4691063"/>
          <p14:tracePt t="8351" x="10418763" y="4691063"/>
          <p14:tracePt t="8359" x="10442575" y="4697413"/>
          <p14:tracePt t="8365" x="10464800" y="4703763"/>
          <p14:tracePt t="8372" x="10475913" y="4703763"/>
          <p14:tracePt t="8373" x="10482263" y="4703763"/>
          <p14:tracePt t="8379" x="10487025" y="4703763"/>
          <p14:tracePt t="8387" x="10493375" y="4703763"/>
          <p14:tracePt t="8393" x="10499725" y="4703763"/>
          <p14:tracePt t="8422" x="10499725" y="4708525"/>
          <p14:tracePt t="8428" x="10504488" y="4708525"/>
          <p14:tracePt t="8431" x="10504488" y="4714875"/>
          <p14:tracePt t="8434" x="10510838" y="4714875"/>
          <p14:tracePt t="8442" x="10521950" y="4714875"/>
          <p14:tracePt t="8448" x="10544175" y="4719638"/>
          <p14:tracePt t="8455" x="10567988" y="4725988"/>
          <p14:tracePt t="8462" x="10590213" y="4737100"/>
          <p14:tracePt t="8469" x="10607675" y="4748213"/>
          <p14:tracePt t="8476" x="10629900" y="4760913"/>
          <p14:tracePt t="8483" x="10647363" y="4776788"/>
          <p14:tracePt t="8491" x="10687050" y="4800600"/>
          <p14:tracePt t="8497" x="10704513" y="4811713"/>
          <p14:tracePt t="8504" x="10721975" y="4822825"/>
          <p14:tracePt t="8511" x="10733088" y="4829175"/>
          <p14:tracePt t="8518" x="10733088" y="4833938"/>
          <p14:tracePt t="8589" x="10733088" y="4840288"/>
          <p14:tracePt t="8593" x="10733088" y="4845050"/>
          <p14:tracePt t="8596" x="10733088" y="4851400"/>
          <p14:tracePt t="8601" x="10733088" y="4862513"/>
          <p14:tracePt t="8608" x="10733088" y="4873625"/>
          <p14:tracePt t="8615" x="10726738" y="4891088"/>
          <p14:tracePt t="8622" x="10721975" y="4908550"/>
          <p14:tracePt t="8629" x="10709275" y="4919663"/>
          <p14:tracePt t="8636" x="10704513" y="4937125"/>
          <p14:tracePt t="8643" x="10693400" y="4948238"/>
          <p14:tracePt t="8644" x="10693400" y="4954588"/>
          <p14:tracePt t="8649" x="10693400" y="4959350"/>
          <p14:tracePt t="8657" x="10687050" y="4965700"/>
          <p14:tracePt t="8664" x="10682288" y="4976813"/>
          <p14:tracePt t="8671" x="10675938" y="4987925"/>
          <p14:tracePt t="8677" x="10669588" y="4999038"/>
          <p14:tracePt t="8684" x="10664825" y="5011738"/>
          <p14:tracePt t="8691" x="10658475" y="5022850"/>
          <p14:tracePt t="8698" x="10647363" y="5038725"/>
          <p14:tracePt t="8706" x="10636250" y="5056188"/>
          <p14:tracePt t="8712" x="10629900" y="5067300"/>
          <p14:tracePt t="8719" x="10625138" y="5073650"/>
          <p14:tracePt t="8720" x="10618788" y="5080000"/>
          <p14:tracePt t="8726" x="10612438" y="5084763"/>
          <p14:tracePt t="8733" x="10607675" y="5095875"/>
          <p14:tracePt t="8740" x="10596563" y="5108575"/>
          <p14:tracePt t="8747" x="10590213" y="5119688"/>
          <p14:tracePt t="8748" x="10583863" y="5124450"/>
          <p14:tracePt t="8754" x="10579100" y="5130800"/>
          <p14:tracePt t="8761" x="10567988" y="5137150"/>
          <p14:tracePt t="8768" x="10561638" y="5141913"/>
          <p14:tracePt t="8775" x="10556875" y="5141913"/>
          <p14:tracePt t="8782" x="10544175" y="5148263"/>
          <p14:tracePt t="8783" x="10544175" y="5153025"/>
          <p14:tracePt t="8788" x="10539413" y="5153025"/>
          <p14:tracePt t="8796" x="10521950" y="5164138"/>
          <p14:tracePt t="8803" x="10515600" y="5170488"/>
          <p14:tracePt t="8810" x="10504488" y="5176838"/>
          <p14:tracePt t="8816" x="10493375" y="5176838"/>
          <p14:tracePt t="8823" x="10482263" y="5187950"/>
          <p14:tracePt t="8830" x="10471150" y="5192713"/>
          <p14:tracePt t="8837" x="10453688" y="5205413"/>
          <p14:tracePt t="8844" x="10436225" y="5216525"/>
          <p14:tracePt t="8845" x="10431463" y="5221288"/>
          <p14:tracePt t="8846" x="10425113" y="5221288"/>
          <p14:tracePt t="8851" x="10414000" y="5233988"/>
          <p14:tracePt t="8858" x="10385425" y="5245100"/>
          <p14:tracePt t="8865" x="10356850" y="5262563"/>
          <p14:tracePt t="8866" x="10345738" y="5267325"/>
          <p14:tracePt t="8872" x="10321925" y="5278438"/>
          <p14:tracePt t="8879" x="10271125" y="5302250"/>
          <p14:tracePt t="8880" x="10264775" y="5302250"/>
          <p14:tracePt t="8880" x="10260013" y="5302250"/>
          <p14:tracePt t="8886" x="10220325" y="5313363"/>
          <p14:tracePt t="8893" x="10163175" y="5341938"/>
          <p14:tracePt t="8893" x="10152063" y="5346700"/>
          <p14:tracePt t="8894" x="10139363" y="5346700"/>
          <p14:tracePt t="8895" x="10128250" y="5353050"/>
          <p14:tracePt t="8899" x="10088563" y="5370513"/>
          <p14:tracePt t="8907" x="10013950" y="5392738"/>
          <p14:tracePt t="8907" x="9998075" y="5399088"/>
          <p14:tracePt t="8908" x="9985375" y="5399088"/>
          <p14:tracePt t="8909" x="9969500" y="5403850"/>
          <p14:tracePt t="8914" x="9923463" y="5414963"/>
          <p14:tracePt t="8921" x="9832975" y="5438775"/>
          <p14:tracePt t="8922" x="9809163" y="5438775"/>
          <p14:tracePt t="8923" x="9798050" y="5443538"/>
          <p14:tracePt t="8928" x="9747250" y="5449888"/>
          <p14:tracePt t="8934" x="9672638" y="5461000"/>
          <p14:tracePt t="8941" x="9582150" y="5467350"/>
          <p14:tracePt t="8948" x="9496425" y="5467350"/>
          <p14:tracePt t="8955" x="9415463" y="5467350"/>
          <p14:tracePt t="8956" x="9393238" y="5467350"/>
          <p14:tracePt t="8957" x="9382125" y="5467350"/>
          <p14:tracePt t="8962" x="9336088" y="5467350"/>
          <p14:tracePt t="8969" x="9267825" y="5467350"/>
          <p14:tracePt t="8976" x="9199563" y="5467350"/>
          <p14:tracePt t="8977" x="9182100" y="5467350"/>
          <p14:tracePt t="8978" x="9170988" y="5467350"/>
          <p14:tracePt t="8983" x="9131300" y="5467350"/>
          <p14:tracePt t="8990" x="9067800" y="5467350"/>
          <p14:tracePt t="8991" x="9056688" y="5467350"/>
          <p14:tracePt t="8992" x="9051925" y="5467350"/>
          <p14:tracePt t="8992" x="9039225" y="5467350"/>
          <p14:tracePt t="8997" x="9005888" y="5467350"/>
          <p14:tracePt t="9004" x="8937625" y="5467350"/>
          <p14:tracePt t="9011" x="8880475" y="5467350"/>
          <p14:tracePt t="9018" x="8812213" y="5467350"/>
          <p14:tracePt t="9019" x="8801100" y="5467350"/>
          <p14:tracePt t="9019" x="8788400" y="5467350"/>
          <p14:tracePt t="9020" x="8783638" y="5467350"/>
          <p14:tracePt t="9025" x="8732838" y="5467350"/>
          <p14:tracePt t="9032" x="8651875" y="5467350"/>
          <p14:tracePt t="9038" x="8561388" y="5461000"/>
          <p14:tracePt t="9045" x="8482013" y="5461000"/>
          <p14:tracePt t="9053" x="8343900" y="5449888"/>
          <p14:tracePt t="9053" x="8332788" y="5449888"/>
          <p14:tracePt t="9054" x="8315325" y="5449888"/>
          <p14:tracePt t="9059" x="8253413" y="5443538"/>
          <p14:tracePt t="9066" x="8145463" y="5438775"/>
          <p14:tracePt t="9073" x="8008938" y="5432425"/>
          <p14:tracePt t="9080" x="7888288" y="5432425"/>
          <p14:tracePt t="9081" x="7854950" y="5432425"/>
          <p14:tracePt t="9082" x="7842250" y="5432425"/>
          <p14:tracePt t="9087" x="7773988" y="5432425"/>
          <p14:tracePt t="9094" x="7654925" y="5432425"/>
          <p14:tracePt t="9095" x="7620000" y="5427663"/>
          <p14:tracePt t="9096" x="7604125" y="5427663"/>
          <p14:tracePt t="9101" x="7523163" y="5427663"/>
          <p14:tracePt t="9108" x="7369175" y="5427663"/>
          <p14:tracePt t="9109" x="7346950" y="5427663"/>
          <p14:tracePt t="9109" x="7324725" y="5427663"/>
          <p14:tracePt t="9110" x="7300913" y="5427663"/>
          <p14:tracePt t="9115" x="7210425" y="5427663"/>
          <p14:tracePt t="9122" x="7062788" y="5427663"/>
          <p14:tracePt t="9129" x="6869113" y="5427663"/>
          <p14:tracePt t="9136" x="6691313" y="5427663"/>
          <p14:tracePt t="9143" x="6486525" y="5427663"/>
          <p14:tracePt t="9144" x="6469063" y="5427663"/>
          <p14:tracePt t="9144" x="6446838" y="5427663"/>
          <p14:tracePt t="9145" x="6407150" y="5427663"/>
          <p14:tracePt t="9150" x="6297613" y="5432425"/>
          <p14:tracePt t="9157" x="6092825" y="5443538"/>
          <p14:tracePt t="9163" x="5916613" y="5443538"/>
          <p14:tracePt t="9170" x="5745163" y="5443538"/>
          <p14:tracePt t="9177" x="5597525" y="5443538"/>
          <p14:tracePt t="9184" x="5432425" y="5443538"/>
          <p14:tracePt t="9191" x="5278438" y="5443538"/>
          <p14:tracePt t="9198" x="5141913" y="5449888"/>
          <p14:tracePt t="9205" x="5003800" y="5449888"/>
          <p14:tracePt t="9206" x="4959350" y="5449888"/>
          <p14:tracePt t="9207" x="4941888" y="5449888"/>
          <p14:tracePt t="9208" x="4919663" y="5449888"/>
          <p14:tracePt t="9212" x="4867275" y="5449888"/>
          <p14:tracePt t="9219" x="4748213" y="5456238"/>
          <p14:tracePt t="9226" x="4600575" y="5456238"/>
          <p14:tracePt t="9227" x="4565650" y="5456238"/>
          <p14:tracePt t="9228" x="4543425" y="5456238"/>
          <p14:tracePt t="9233" x="4462463" y="5461000"/>
          <p14:tracePt t="9234" x="4418013" y="5461000"/>
          <p14:tracePt t="9240" x="4321175" y="5461000"/>
          <p14:tracePt t="9247" x="4189413" y="5461000"/>
          <p14:tracePt t="9254" x="4064000" y="5449888"/>
          <p14:tracePt t="9255" x="4046538" y="5443538"/>
          <p14:tracePt t="9261" x="3916363" y="5421313"/>
          <p14:tracePt t="9268" x="3756025" y="5399088"/>
          <p14:tracePt t="9269" x="3738563" y="5392738"/>
          <p14:tracePt t="9269" x="3709988" y="5381625"/>
          <p14:tracePt t="9274" x="3602038" y="5370513"/>
          <p14:tracePt t="9282" x="3408363" y="5346700"/>
          <p14:tracePt t="9288" x="3225800" y="5335588"/>
          <p14:tracePt t="9295" x="3014663" y="5335588"/>
          <p14:tracePt t="9303" x="2747963" y="5330825"/>
          <p14:tracePt t="9303" x="2713038" y="5324475"/>
          <p14:tracePt t="9304" x="2679700" y="5324475"/>
          <p14:tracePt t="9305" x="2644775" y="5324475"/>
          <p14:tracePt t="9309" x="2536825" y="5324475"/>
          <p14:tracePt t="9316" x="2314575" y="5318125"/>
          <p14:tracePt t="9323" x="2039938" y="5318125"/>
          <p14:tracePt t="9330" x="1806575" y="5307013"/>
          <p14:tracePt t="9331" x="1744663" y="5307013"/>
          <p14:tracePt t="9332" x="1720850" y="5307013"/>
          <p14:tracePt t="9337" x="1608138" y="5307013"/>
          <p14:tracePt t="9344" x="1447800" y="5295900"/>
          <p14:tracePt t="9351" x="1300163" y="5295900"/>
          <p14:tracePt t="9358" x="1190625" y="5295900"/>
          <p14:tracePt t="9359" x="1139825" y="5295900"/>
          <p14:tracePt t="9360" x="1093788" y="5289550"/>
          <p14:tracePt t="9365" x="1025525" y="5289550"/>
          <p14:tracePt t="9372" x="917575" y="5284788"/>
          <p14:tracePt t="9379" x="803275" y="5273675"/>
          <p14:tracePt t="9380" x="785813" y="5273675"/>
          <p14:tracePt t="9380" x="774700" y="5267325"/>
          <p14:tracePt t="9381" x="758825" y="5267325"/>
          <p14:tracePt t="9386" x="688975" y="5256213"/>
          <p14:tracePt t="9393" x="592138" y="5233988"/>
          <p14:tracePt t="9394" x="576263" y="5233988"/>
          <p14:tracePt t="9394" x="563563" y="5233988"/>
          <p14:tracePt t="9395" x="547688" y="5227638"/>
          <p14:tracePt t="9399" x="490538" y="5216525"/>
          <p14:tracePt t="9407" x="404813" y="5199063"/>
          <p14:tracePt t="9414" x="325438" y="5181600"/>
          <p14:tracePt t="9420" x="261938" y="5170488"/>
          <p14:tracePt t="9427" x="215900" y="5159375"/>
          <p14:tracePt t="9434" x="187325" y="5148263"/>
          <p14:tracePt t="9441" x="153988" y="5141913"/>
          <p14:tracePt t="9448" x="125413" y="5130800"/>
          <p14:tracePt t="9455" x="107950" y="5119688"/>
          <p14:tracePt t="9462" x="90488" y="5119688"/>
          <p14:tracePt t="9469" x="85725" y="5113338"/>
          <p14:tracePt t="9476" x="79375" y="5113338"/>
          <p14:tracePt t="9484" x="74613" y="5113338"/>
          <p14:tracePt t="9490" x="74613" y="5108575"/>
          <p14:tracePt t="9497" x="68263" y="5108575"/>
          <p14:tracePt t="9498" x="68263" y="5102225"/>
          <p14:tracePt t="9508" x="61913" y="5102225"/>
          <p14:tracePt t="9512" x="57150" y="5102225"/>
          <p14:tracePt t="9518" x="50800" y="5095875"/>
          <p14:tracePt t="9525" x="46038" y="5091113"/>
          <p14:tracePt t="9532" x="28575" y="5091113"/>
          <p14:tracePt t="9532" x="28575" y="5084763"/>
          <p14:tracePt t="9538" x="22225" y="5080000"/>
          <p14:tracePt t="9546" x="17463" y="5073650"/>
          <p14:tracePt t="9552" x="17463" y="5067300"/>
          <p14:tracePt t="9559" x="17463" y="5062538"/>
          <p14:tracePt t="9566" x="11113" y="5051425"/>
          <p14:tracePt t="9567" x="6350" y="5045075"/>
          <p14:tracePt t="9573" x="6350" y="5033963"/>
          <p14:tracePt t="9580" x="6350" y="5011738"/>
          <p14:tracePt t="9587" x="6350" y="4987925"/>
          <p14:tracePt t="9594" x="6350" y="4965700"/>
          <p14:tracePt t="9595" x="6350" y="4959350"/>
          <p14:tracePt t="9601" x="11113" y="4937125"/>
          <p14:tracePt t="9608" x="22225" y="4908550"/>
          <p14:tracePt t="9609" x="22225" y="4902200"/>
          <p14:tracePt t="9615" x="34925" y="4886325"/>
          <p14:tracePt t="9622" x="39688" y="4857750"/>
          <p14:tracePt t="9623" x="39688" y="4851400"/>
          <p14:tracePt t="9629" x="46038" y="4840288"/>
          <p14:tracePt t="9636" x="50800" y="4822825"/>
          <p14:tracePt t="9643" x="57150" y="4805363"/>
          <p14:tracePt t="9644" x="57150" y="4800600"/>
          <p14:tracePt t="9650" x="61913" y="4783138"/>
          <p14:tracePt t="9657" x="74613" y="4772025"/>
          <p14:tracePt t="9657" x="74613" y="4765675"/>
          <p14:tracePt t="9663" x="79375" y="4748213"/>
          <p14:tracePt t="9670" x="96838" y="4732338"/>
          <p14:tracePt t="9678" x="119063" y="4703763"/>
          <p14:tracePt t="9678" x="119063" y="4697413"/>
          <p14:tracePt t="9685" x="136525" y="4679950"/>
          <p14:tracePt t="9692" x="160338" y="4657725"/>
          <p14:tracePt t="9698" x="176213" y="4635500"/>
          <p14:tracePt t="9706" x="204788" y="4618038"/>
          <p14:tracePt t="9712" x="233363" y="4594225"/>
          <p14:tracePt t="9719" x="257175" y="4578350"/>
          <p14:tracePt t="9726" x="279400" y="4565650"/>
          <p14:tracePt t="9733" x="301625" y="4549775"/>
          <p14:tracePt t="9741" x="319088" y="4537075"/>
          <p14:tracePt t="9748" x="330200" y="4525963"/>
          <p14:tracePt t="9755" x="341313" y="4525963"/>
          <p14:tracePt t="9768" x="358775" y="4521200"/>
          <p14:tracePt t="9775" x="369888" y="4521200"/>
          <p14:tracePt t="9782" x="382588" y="4521200"/>
          <p14:tracePt t="9783" x="382588" y="4514850"/>
          <p14:tracePt t="9789" x="393700" y="4514850"/>
          <p14:tracePt t="9796" x="411163" y="4514850"/>
          <p14:tracePt t="9803" x="427038" y="4514850"/>
          <p14:tracePt t="9810" x="450850" y="4508500"/>
          <p14:tracePt t="9818" x="479425" y="4503738"/>
          <p14:tracePt t="9824" x="508000" y="4503738"/>
          <p14:tracePt t="9838" x="576263" y="4503738"/>
          <p14:tracePt t="9844" x="620713" y="4497388"/>
          <p14:tracePt t="9851" x="660400" y="4497388"/>
          <p14:tracePt t="9858" x="712788" y="4492625"/>
          <p14:tracePt t="9865" x="752475" y="4492625"/>
          <p14:tracePt t="9866" x="769938" y="4492625"/>
          <p14:tracePt t="9867" x="774700" y="4492625"/>
          <p14:tracePt t="9872" x="798513" y="4492625"/>
          <p14:tracePt t="9879" x="838200" y="4492625"/>
          <p14:tracePt t="9880" x="849313" y="4492625"/>
          <p14:tracePt t="9886" x="877888" y="4492625"/>
          <p14:tracePt t="9893" x="906463" y="4492625"/>
          <p14:tracePt t="9894" x="917575" y="4492625"/>
          <p14:tracePt t="9895" x="928688" y="4492625"/>
          <p14:tracePt t="9900" x="946150" y="4492625"/>
          <p14:tracePt t="9907" x="981075" y="4492625"/>
          <p14:tracePt t="9921" x="1049338" y="4497388"/>
          <p14:tracePt t="9924" x="1071563" y="4503738"/>
          <p14:tracePt t="9935" x="1128713" y="4508500"/>
          <p14:tracePt t="9942" x="1174750" y="4514850"/>
          <p14:tracePt t="9948" x="1219200" y="4514850"/>
          <p14:tracePt t="9955" x="1258888" y="4521200"/>
          <p14:tracePt t="9956" x="1265238" y="4521200"/>
          <p14:tracePt t="9957" x="1271588" y="4521200"/>
          <p14:tracePt t="9962" x="1304925" y="4525963"/>
          <p14:tracePt t="9969" x="1339850" y="4532313"/>
          <p14:tracePt t="9976" x="1384300" y="4537075"/>
          <p14:tracePt t="9983" x="1430338" y="4543425"/>
          <p14:tracePt t="9990" x="1493838" y="4549775"/>
          <p14:tracePt t="9991" x="1509713" y="4554538"/>
          <p14:tracePt t="9992" x="1516063" y="4554538"/>
          <p14:tracePt t="9997" x="1573213" y="4554538"/>
          <p14:tracePt t="10004" x="1641475" y="4560888"/>
          <p14:tracePt t="10011" x="1733550" y="4572000"/>
          <p14:tracePt t="10018" x="1835150" y="4578350"/>
          <p14:tracePt t="10025" x="1966913" y="4589463"/>
          <p14:tracePt t="10032" x="2081213" y="4600575"/>
          <p14:tracePt t="10039" x="2257425" y="4611688"/>
          <p14:tracePt t="10040" x="2303463" y="4611688"/>
          <p14:tracePt t="10041" x="2330450" y="4618038"/>
          <p14:tracePt t="10042" x="2365375" y="4618038"/>
          <p14:tracePt t="10045" x="2479675" y="4622800"/>
          <p14:tracePt t="10053" x="2684463" y="4629150"/>
          <p14:tracePt t="10059" x="2849563" y="4635500"/>
          <p14:tracePt t="10066" x="3128963" y="4635500"/>
          <p14:tracePt t="10073" x="3362325" y="4640263"/>
          <p14:tracePt t="10080" x="3687763" y="4646613"/>
          <p14:tracePt t="10081" x="3784600" y="4646613"/>
          <p14:tracePt t="10082" x="3806825" y="4646613"/>
          <p14:tracePt t="10087" x="3967163" y="4646613"/>
          <p14:tracePt t="10094" x="4297363" y="4657725"/>
          <p14:tracePt t="10095" x="4389438" y="4662488"/>
          <p14:tracePt t="10096" x="4433888" y="4662488"/>
          <p14:tracePt t="10101" x="4656138" y="4679950"/>
          <p14:tracePt t="10108" x="4987925" y="4691063"/>
          <p14:tracePt t="10109" x="5084763" y="4703763"/>
          <p14:tracePt t="10115" x="5322888" y="4714875"/>
          <p14:tracePt t="10122" x="5608638" y="4732338"/>
          <p14:tracePt t="10129" x="5945188" y="4754563"/>
          <p14:tracePt t="10130" x="5984875" y="4754563"/>
          <p14:tracePt t="10130" x="6024563" y="4760913"/>
          <p14:tracePt t="10136" x="6224588" y="4772025"/>
          <p14:tracePt t="10143" x="6497638" y="4783138"/>
          <p14:tracePt t="10144" x="6532563" y="4783138"/>
          <p14:tracePt t="10144" x="6600825" y="4783138"/>
          <p14:tracePt t="10145" x="6618288" y="4783138"/>
          <p14:tracePt t="10150" x="6765925" y="4783138"/>
          <p14:tracePt t="10157" x="7010400" y="4787900"/>
          <p14:tracePt t="10164" x="7232650" y="4787900"/>
          <p14:tracePt t="10170" x="7489825" y="4787900"/>
          <p14:tracePt t="10177" x="7729538" y="4776788"/>
          <p14:tracePt t="10184" x="7883525" y="4776788"/>
          <p14:tracePt t="10191" x="8105775" y="4765675"/>
          <p14:tracePt t="10198" x="8270875" y="4760913"/>
          <p14:tracePt t="10206" x="8401050" y="4754563"/>
          <p14:tracePt t="10206" x="8458200" y="4754563"/>
          <p14:tracePt t="10212" x="8550275" y="4748213"/>
          <p14:tracePt t="10219" x="8647113" y="4748213"/>
          <p14:tracePt t="10226" x="8755063" y="4743450"/>
          <p14:tracePt t="10233" x="8840788" y="4737100"/>
          <p14:tracePt t="10234" x="8858250" y="4737100"/>
          <p14:tracePt t="10235" x="8869363" y="4732338"/>
          <p14:tracePt t="10240" x="8909050" y="4732338"/>
          <p14:tracePt t="10247" x="8983663" y="4732338"/>
          <p14:tracePt t="10254" x="9034463" y="4732338"/>
          <p14:tracePt t="10261" x="9080500" y="4732338"/>
          <p14:tracePt t="10268" x="9113838" y="4732338"/>
          <p14:tracePt t="10269" x="9120188" y="4732338"/>
          <p14:tracePt t="10275" x="9142413" y="4732338"/>
          <p14:tracePt t="10282" x="9182100" y="4732338"/>
          <p14:tracePt t="10289" x="9221788" y="4732338"/>
          <p14:tracePt t="10295" x="9274175" y="4732338"/>
          <p14:tracePt t="10302" x="9336088" y="4737100"/>
          <p14:tracePt t="10309" x="9393238" y="4743450"/>
          <p14:tracePt t="10316" x="9472613" y="4754563"/>
          <p14:tracePt t="10323" x="9536113" y="4765675"/>
          <p14:tracePt t="10330" x="9604375" y="4772025"/>
          <p14:tracePt t="10337" x="9666288" y="4776788"/>
          <p14:tracePt t="10344" x="9723438" y="4776788"/>
          <p14:tracePt t="10351" x="9780588" y="4783138"/>
          <p14:tracePt t="10358" x="9820275" y="4783138"/>
          <p14:tracePt t="10365" x="9861550" y="4783138"/>
          <p14:tracePt t="10372" x="9888538" y="4783138"/>
          <p14:tracePt t="10379" x="9912350" y="4783138"/>
          <p14:tracePt t="10386" x="9929813" y="4783138"/>
          <p14:tracePt t="10394" x="9940925" y="4783138"/>
          <p14:tracePt t="10400" x="9963150" y="4783138"/>
          <p14:tracePt t="10407" x="9985375" y="4776788"/>
          <p14:tracePt t="10414" x="10013950" y="4776788"/>
          <p14:tracePt t="10421" x="10048875" y="4776788"/>
          <p14:tracePt t="10428" x="10088563" y="4776788"/>
          <p14:tracePt t="10435" x="10128250" y="4772025"/>
          <p14:tracePt t="10442" x="10167938" y="4772025"/>
          <p14:tracePt t="10449" x="10209213" y="4765675"/>
          <p14:tracePt t="10455" x="10248900" y="4754563"/>
          <p14:tracePt t="10464" x="10293350" y="4743450"/>
          <p14:tracePt t="10469" x="10339388" y="4732338"/>
          <p14:tracePt t="10484" x="10414000" y="4714875"/>
          <p14:tracePt t="10484" x="10425113" y="4714875"/>
          <p14:tracePt t="10490" x="10442575" y="4708525"/>
          <p14:tracePt t="10497" x="10464800" y="4703763"/>
          <p14:tracePt t="10504" x="10475913" y="4703763"/>
          <p14:tracePt t="10511" x="10493375" y="4697413"/>
          <p14:tracePt t="10518" x="10499725" y="4697413"/>
          <p14:tracePt t="10519" x="10504488" y="4697413"/>
          <p14:tracePt t="10525" x="10510838" y="4697413"/>
          <p14:tracePt t="10570" x="10515600" y="4697413"/>
          <p14:tracePt t="10575" x="10515600" y="4703763"/>
          <p14:tracePt t="10577" x="10521950" y="4703763"/>
          <p14:tracePt t="10587" x="10533063" y="4714875"/>
          <p14:tracePt t="10594" x="10539413" y="4732338"/>
          <p14:tracePt t="10601" x="10556875" y="4760913"/>
          <p14:tracePt t="10608" x="10572750" y="4787900"/>
          <p14:tracePt t="10615" x="10590213" y="4811713"/>
          <p14:tracePt t="10622" x="10607675" y="4840288"/>
          <p14:tracePt t="10623" x="10607675" y="4845050"/>
          <p14:tracePt t="10629" x="10612438" y="4868863"/>
          <p14:tracePt t="10636" x="10618788" y="4891088"/>
          <p14:tracePt t="10643" x="10625138" y="4913313"/>
          <p14:tracePt t="10644" x="10629900" y="4919663"/>
          <p14:tracePt t="10645" x="10629900" y="4926013"/>
          <p14:tracePt t="10650" x="10629900" y="4930775"/>
          <p14:tracePt t="10657" x="10629900" y="4948238"/>
          <p14:tracePt t="10664" x="10629900" y="4959350"/>
          <p14:tracePt t="10671" x="10629900" y="4970463"/>
          <p14:tracePt t="10678" x="10629900" y="4976813"/>
          <p14:tracePt t="10694" x="10629900" y="4983163"/>
          <p14:tracePt t="10696" x="10625138" y="4983163"/>
          <p14:tracePt t="10703" x="10625138" y="4987925"/>
          <p14:tracePt t="10705" x="10618788" y="4987925"/>
          <p14:tracePt t="10712" x="10612438" y="4987925"/>
          <p14:tracePt t="10719" x="10601325" y="4999038"/>
          <p14:tracePt t="10726" x="10590213" y="5005388"/>
          <p14:tracePt t="10733" x="10572750" y="5016500"/>
          <p14:tracePt t="10740" x="10550525" y="5027613"/>
          <p14:tracePt t="10747" x="10539413" y="5033963"/>
          <p14:tracePt t="10754" x="10510838" y="5045075"/>
          <p14:tracePt t="10755" x="10510838" y="5051425"/>
          <p14:tracePt t="10761" x="10487025" y="5056188"/>
          <p14:tracePt t="10768" x="10458450" y="5067300"/>
          <p14:tracePt t="10775" x="10425113" y="5084763"/>
          <p14:tracePt t="10775" x="10418763" y="5091113"/>
          <p14:tracePt t="10776" x="10414000" y="5091113"/>
          <p14:tracePt t="10782" x="10396538" y="5102225"/>
          <p14:tracePt t="10789" x="10361613" y="5119688"/>
          <p14:tracePt t="10796" x="10334625" y="5130800"/>
          <p14:tracePt t="10802" x="10310813" y="5141913"/>
          <p14:tracePt t="10809" x="10293350" y="5148263"/>
          <p14:tracePt t="10816" x="10277475" y="5153025"/>
          <p14:tracePt t="10824" x="10253663" y="5159375"/>
          <p14:tracePt t="10824" x="10248900" y="5164138"/>
          <p14:tracePt t="10830" x="10225088" y="5170488"/>
          <p14:tracePt t="10837" x="10191750" y="5181600"/>
          <p14:tracePt t="10844" x="10152063" y="5187950"/>
          <p14:tracePt t="10851" x="10094913" y="5199063"/>
          <p14:tracePt t="10858" x="10020300" y="5210175"/>
          <p14:tracePt t="10865" x="9952038" y="5221288"/>
          <p14:tracePt t="10866" x="9923463" y="5221288"/>
          <p14:tracePt t="10867" x="9906000" y="5227638"/>
          <p14:tracePt t="10872" x="9848850" y="5233988"/>
          <p14:tracePt t="10879" x="9718675" y="5249863"/>
          <p14:tracePt t="10880" x="9694863" y="5249863"/>
          <p14:tracePt t="10880" x="9678988" y="5249863"/>
          <p14:tracePt t="10881" x="9661525" y="5249863"/>
          <p14:tracePt t="10886" x="9575800" y="5262563"/>
          <p14:tracePt t="10893" x="9421813" y="5273675"/>
          <p14:tracePt t="10893" x="9399588" y="5273675"/>
          <p14:tracePt t="10894" x="9336088" y="5278438"/>
          <p14:tracePt t="10895" x="9324975" y="5278438"/>
          <p14:tracePt t="10899" x="9250363" y="5278438"/>
          <p14:tracePt t="10906" x="9028113" y="5289550"/>
          <p14:tracePt t="10914" x="8851900" y="5289550"/>
          <p14:tracePt t="10921" x="8647113" y="5289550"/>
          <p14:tracePt t="10922" x="8589963" y="5289550"/>
          <p14:tracePt t="10923" x="8566150" y="5289550"/>
          <p14:tracePt t="10924" x="8532813" y="5295900"/>
          <p14:tracePt t="10929" x="8453438" y="5295900"/>
          <p14:tracePt t="10935" x="8328025" y="5295900"/>
          <p14:tracePt t="10948" x="8008938" y="5289550"/>
          <p14:tracePt t="10949" x="7956550" y="5284788"/>
          <p14:tracePt t="10955" x="7815263" y="5284788"/>
          <p14:tracePt t="10962" x="7677150" y="5273675"/>
          <p14:tracePt t="10969" x="7551738" y="5267325"/>
          <p14:tracePt t="10970" x="7518400" y="5262563"/>
          <p14:tracePt t="10976" x="7426325" y="5262563"/>
          <p14:tracePt t="10983" x="7296150" y="5256213"/>
          <p14:tracePt t="10990" x="7170738" y="5249863"/>
          <p14:tracePt t="10991" x="7142163" y="5249863"/>
          <p14:tracePt t="10992" x="7124700" y="5249863"/>
          <p14:tracePt t="10997" x="7056438" y="5249863"/>
          <p14:tracePt t="11004" x="6942138" y="5245100"/>
          <p14:tracePt t="11011" x="6834188" y="5245100"/>
          <p14:tracePt t="11018" x="6715125" y="5245100"/>
          <p14:tracePt t="11019" x="6686550" y="5245100"/>
          <p14:tracePt t="11025" x="6605588" y="5245100"/>
          <p14:tracePt t="11032" x="6497638" y="5245100"/>
          <p14:tracePt t="11039" x="6394450" y="5249863"/>
          <p14:tracePt t="11046" x="6281738" y="5256213"/>
          <p14:tracePt t="11053" x="6184900" y="5256213"/>
          <p14:tracePt t="11060" x="6092825" y="5262563"/>
          <p14:tracePt t="11067" x="5991225" y="5262563"/>
          <p14:tracePt t="11074" x="5876925" y="5267325"/>
          <p14:tracePt t="11081" x="5756275" y="5267325"/>
          <p14:tracePt t="11088" x="5648325" y="5273675"/>
          <p14:tracePt t="11095" x="5522913" y="5273675"/>
          <p14:tracePt t="11101" x="5380038" y="5273675"/>
          <p14:tracePt t="11108" x="5243513" y="5284788"/>
          <p14:tracePt t="11116" x="5113338" y="5289550"/>
          <p14:tracePt t="11123" x="4953000" y="5302250"/>
          <p14:tracePt t="11129" x="4816475" y="5313363"/>
          <p14:tracePt t="11136" x="4645025" y="5324475"/>
          <p14:tracePt t="11143" x="4497388" y="5330825"/>
          <p14:tracePt t="11144" x="4479925" y="5330825"/>
          <p14:tracePt t="11144" x="4462463" y="5330825"/>
          <p14:tracePt t="11145" x="4440238" y="5330825"/>
          <p14:tracePt t="11150" x="4383088" y="5330825"/>
          <p14:tracePt t="11157" x="4217988" y="5330825"/>
          <p14:tracePt t="11164" x="4064000" y="5330825"/>
          <p14:tracePt t="11171" x="3949700" y="5318125"/>
          <p14:tracePt t="11178" x="3848100" y="5302250"/>
          <p14:tracePt t="11185" x="3744913" y="5278438"/>
          <p14:tracePt t="11186" x="3733800" y="5278438"/>
          <p14:tracePt t="11187" x="3716338" y="5273675"/>
          <p14:tracePt t="11192" x="3676650" y="5262563"/>
          <p14:tracePt t="11198" x="3584575" y="5233988"/>
          <p14:tracePt t="11206" x="3487738" y="5199063"/>
          <p14:tracePt t="11213" x="3419475" y="5170488"/>
          <p14:tracePt t="11219" x="3351213" y="5153025"/>
          <p14:tracePt t="11227" x="3289300" y="5130800"/>
          <p14:tracePt t="11233" x="3225800" y="5113338"/>
          <p14:tracePt t="11241" x="3163888" y="5095875"/>
          <p14:tracePt t="11241" x="3135313" y="5091113"/>
          <p14:tracePt t="11242" x="3128963" y="5091113"/>
          <p14:tracePt t="11243" x="3117850" y="5091113"/>
          <p14:tracePt t="11247" x="3089275" y="5080000"/>
          <p14:tracePt t="11254" x="3014663" y="5056188"/>
          <p14:tracePt t="11261" x="2946400" y="5038725"/>
          <p14:tracePt t="11268" x="2860675" y="5011738"/>
          <p14:tracePt t="11269" x="2855913" y="5011738"/>
          <p14:tracePt t="11269" x="2838450" y="5005388"/>
          <p14:tracePt t="11270" x="2827338" y="5005388"/>
          <p14:tracePt t="11275" x="2787650" y="4987925"/>
          <p14:tracePt t="11282" x="2719388" y="4970463"/>
          <p14:tracePt t="11289" x="2667000" y="4948238"/>
          <p14:tracePt t="11296" x="2587625" y="4926013"/>
          <p14:tracePt t="11303" x="2530475" y="4902200"/>
          <p14:tracePt t="11310" x="2468563" y="4886325"/>
          <p14:tracePt t="11316" x="2411413" y="4862513"/>
          <p14:tracePt t="11324" x="2354263" y="4840288"/>
          <p14:tracePt t="11330" x="2274888" y="4811713"/>
          <p14:tracePt t="11337" x="2211388" y="4787900"/>
          <p14:tracePt t="11344" x="2154238" y="4772025"/>
          <p14:tracePt t="11352" x="2108200" y="4748213"/>
          <p14:tracePt t="11352" x="2092325" y="4748213"/>
          <p14:tracePt t="11353" x="2092325" y="4743450"/>
          <p14:tracePt t="11354" x="2081213" y="4743450"/>
          <p14:tracePt t="11358" x="2068513" y="4743450"/>
          <p14:tracePt t="11365" x="2028825" y="4725988"/>
          <p14:tracePt t="11372" x="1989138" y="4714875"/>
          <p14:tracePt t="11379" x="1955800" y="4714875"/>
          <p14:tracePt t="11386" x="1909763" y="4708525"/>
          <p14:tracePt t="11393" x="1857375" y="4697413"/>
          <p14:tracePt t="11400" x="1806575" y="4691063"/>
          <p14:tracePt t="11407" x="1749425" y="4679950"/>
          <p14:tracePt t="11413" x="1663700" y="4668838"/>
          <p14:tracePt t="11420" x="1584325" y="4651375"/>
          <p14:tracePt t="11428" x="1482725" y="4635500"/>
          <p14:tracePt t="11434" x="1401763" y="4622800"/>
          <p14:tracePt t="11441" x="1328738" y="4622800"/>
          <p14:tracePt t="11448" x="1247775" y="4611688"/>
          <p14:tracePt t="11455" x="1174750" y="4606925"/>
          <p14:tracePt t="11462" x="1100138" y="4606925"/>
          <p14:tracePt t="11469" x="1036638" y="4606925"/>
          <p14:tracePt t="11470" x="1020763" y="4606925"/>
          <p14:tracePt t="11471" x="1014413" y="4606925"/>
          <p14:tracePt t="11476" x="974725" y="4606925"/>
          <p14:tracePt t="11483" x="906463" y="4606925"/>
          <p14:tracePt t="11484" x="884238" y="4606925"/>
          <p14:tracePt t="11490" x="831850" y="4606925"/>
          <p14:tracePt t="11497" x="758825" y="4606925"/>
          <p14:tracePt t="11504" x="688975" y="4606925"/>
          <p14:tracePt t="11511" x="620713" y="4606925"/>
          <p14:tracePt t="11518" x="558800" y="4600575"/>
          <p14:tracePt t="11525" x="501650" y="4594225"/>
          <p14:tracePt t="11532" x="466725" y="4594225"/>
          <p14:tracePt t="11539" x="438150" y="4589463"/>
          <p14:tracePt t="11545" x="427038" y="4589463"/>
          <p14:tracePt t="11553" x="422275" y="4583113"/>
          <p14:tracePt t="11610" x="422275" y="4578350"/>
          <p14:tracePt t="11619" x="422275" y="4572000"/>
          <p14:tracePt t="11631" x="422275" y="4565650"/>
          <p14:tracePt t="11634" x="427038" y="4565650"/>
          <p14:tracePt t="11636" x="427038" y="4560888"/>
          <p14:tracePt t="11643" x="433388" y="4554538"/>
          <p14:tracePt t="11644" x="438150" y="4549775"/>
          <p14:tracePt t="11650" x="450850" y="4543425"/>
          <p14:tracePt t="11657" x="466725" y="4532313"/>
          <p14:tracePt t="11658" x="473075" y="4532313"/>
          <p14:tracePt t="11658" x="473075" y="4525963"/>
          <p14:tracePt t="11659" x="479425" y="4525963"/>
          <p14:tracePt t="11664" x="495300" y="4521200"/>
          <p14:tracePt t="11671" x="530225" y="4508500"/>
          <p14:tracePt t="11678" x="569913" y="4497388"/>
          <p14:tracePt t="11685" x="609600" y="4492625"/>
          <p14:tracePt t="11692" x="655638" y="4481513"/>
          <p14:tracePt t="11692" x="666750" y="4481513"/>
          <p14:tracePt t="11698" x="695325" y="4475163"/>
          <p14:tracePt t="11706" x="735013" y="4464050"/>
          <p14:tracePt t="11713" x="769938" y="4457700"/>
          <p14:tracePt t="11727" x="838200" y="4446588"/>
          <p14:tracePt t="11733" x="860425" y="4440238"/>
          <p14:tracePt t="11740" x="889000" y="4440238"/>
          <p14:tracePt t="11748" x="911225" y="4440238"/>
          <p14:tracePt t="11754" x="946150" y="4435475"/>
          <p14:tracePt t="11768" x="1031875" y="4435475"/>
          <p14:tracePt t="11775" x="1089025" y="4435475"/>
          <p14:tracePt t="11783" x="1162050" y="4435475"/>
          <p14:tracePt t="11789" x="1282700" y="4440238"/>
          <p14:tracePt t="11796" x="1412875" y="4452938"/>
          <p14:tracePt t="11803" x="1533525" y="4457700"/>
          <p14:tracePt t="11810" x="1658938" y="4468813"/>
          <p14:tracePt t="11817" x="1835150" y="4481513"/>
          <p14:tracePt t="11823" x="1995488" y="4497388"/>
          <p14:tracePt t="11831" x="2171700" y="4508500"/>
          <p14:tracePt t="11837" x="2343150" y="4525963"/>
          <p14:tracePt t="11844" x="2484438" y="4537075"/>
          <p14:tracePt t="11851" x="2593975" y="4549775"/>
          <p14:tracePt t="11858" x="2719388" y="4554538"/>
          <p14:tracePt t="11865" x="2827338" y="4565650"/>
          <p14:tracePt t="11872" x="2924175" y="4572000"/>
          <p14:tracePt t="11879" x="3038475" y="4583113"/>
          <p14:tracePt t="11886" x="3124200" y="4594225"/>
          <p14:tracePt t="11893" x="3225800" y="4606925"/>
          <p14:tracePt t="11894" x="3260725" y="4606925"/>
          <p14:tracePt t="11900" x="3351213" y="4618038"/>
          <p14:tracePt t="11907" x="3505200" y="4622800"/>
          <p14:tracePt t="11919" x="3790950" y="4622800"/>
          <p14:tracePt t="11925" x="3956050" y="4622800"/>
          <p14:tracePt t="11928" x="4029075" y="4622800"/>
          <p14:tracePt t="11942" x="4486275" y="4606925"/>
          <p14:tracePt t="11948" x="4724400" y="4583113"/>
          <p14:tracePt t="11956" x="4964113" y="4572000"/>
          <p14:tracePt t="11962" x="5232400" y="4560888"/>
          <p14:tracePt t="11969" x="5472113" y="4554538"/>
          <p14:tracePt t="11976" x="5780088" y="4554538"/>
          <p14:tracePt t="11983" x="5995988" y="4554538"/>
          <p14:tracePt t="11990" x="6286500" y="4554538"/>
          <p14:tracePt t="11997" x="6519863" y="4554538"/>
          <p14:tracePt t="12004" x="6788150" y="4560888"/>
          <p14:tracePt t="12011" x="7010400" y="4560888"/>
          <p14:tracePt t="12018" x="7250113" y="4537075"/>
          <p14:tracePt t="12019" x="7307263" y="4537075"/>
          <p14:tracePt t="12025" x="7450138" y="4525963"/>
          <p14:tracePt t="12032" x="7637463" y="4503738"/>
          <p14:tracePt t="12039" x="7837488" y="4481513"/>
          <p14:tracePt t="12045" x="7974013" y="4464050"/>
          <p14:tracePt t="12052" x="8088313" y="4435475"/>
          <p14:tracePt t="12059" x="8185150" y="4418013"/>
          <p14:tracePt t="12066" x="8264525" y="4389438"/>
          <p14:tracePt t="12073" x="8339138" y="4371975"/>
          <p14:tracePt t="12074" x="8356600" y="4360863"/>
          <p14:tracePt t="12075" x="8367713" y="4360863"/>
          <p14:tracePt t="12080" x="8407400" y="4349750"/>
          <p14:tracePt t="12087" x="8464550" y="4332288"/>
          <p14:tracePt t="12094" x="8526463" y="4314825"/>
          <p14:tracePt t="12101" x="8578850" y="4303713"/>
          <p14:tracePt t="12108" x="8636000" y="4292600"/>
          <p14:tracePt t="12109" x="8647113" y="4281488"/>
          <p14:tracePt t="12110" x="8658225" y="4281488"/>
          <p14:tracePt t="12115" x="8686800" y="4275138"/>
          <p14:tracePt t="12122" x="8748713" y="4264025"/>
          <p14:tracePt t="12123" x="8755063" y="4264025"/>
          <p14:tracePt t="12123" x="8766175" y="4264025"/>
          <p14:tracePt t="12129" x="8816975" y="4252913"/>
          <p14:tracePt t="12130" x="8840788" y="4252913"/>
          <p14:tracePt t="12131" x="8851900" y="4252913"/>
          <p14:tracePt t="12136" x="8886825" y="4246563"/>
          <p14:tracePt t="12143" x="8959850" y="4235450"/>
          <p14:tracePt t="12144" x="8970963" y="4235450"/>
          <p14:tracePt t="12144" x="8977313" y="4235450"/>
          <p14:tracePt t="12145" x="8983663" y="4230688"/>
          <p14:tracePt t="12149" x="9017000" y="4224338"/>
          <p14:tracePt t="12157" x="9080500" y="4224338"/>
          <p14:tracePt t="12157" x="9091613" y="4224338"/>
          <p14:tracePt t="12158" x="9096375" y="4217988"/>
          <p14:tracePt t="12163" x="9137650" y="4213225"/>
          <p14:tracePt t="12171" x="9210675" y="4213225"/>
          <p14:tracePt t="12178" x="9278938" y="4213225"/>
          <p14:tracePt t="12184" x="9347200" y="4213225"/>
          <p14:tracePt t="12191" x="9428163" y="4224338"/>
          <p14:tracePt t="12198" x="9512300" y="4241800"/>
          <p14:tracePt t="12205" x="9644063" y="4264025"/>
          <p14:tracePt t="12206" x="9672638" y="4275138"/>
          <p14:tracePt t="12207" x="9690100" y="4281488"/>
          <p14:tracePt t="12212" x="9775825" y="4303713"/>
          <p14:tracePt t="12219" x="9866313" y="4327525"/>
          <p14:tracePt t="12220" x="9894888" y="4332288"/>
          <p14:tracePt t="12221" x="9906000" y="4338638"/>
          <p14:tracePt t="12226" x="9974263" y="4356100"/>
          <p14:tracePt t="12233" x="10059988" y="4378325"/>
          <p14:tracePt t="12240" x="10139363" y="4395788"/>
          <p14:tracePt t="12241" x="10163175" y="4400550"/>
          <p14:tracePt t="12247" x="10213975" y="4411663"/>
          <p14:tracePt t="12248" x="10225088" y="4411663"/>
          <p14:tracePt t="12248" x="10231438" y="4411663"/>
          <p14:tracePt t="12254" x="10277475" y="4424363"/>
          <p14:tracePt t="12255" x="10288588" y="4424363"/>
          <p14:tracePt t="12255" x="10299700" y="4429125"/>
          <p14:tracePt t="12256" x="10299700" y="4435475"/>
          <p14:tracePt t="12261" x="10334625" y="4440238"/>
          <p14:tracePt t="12268" x="10374313" y="4452938"/>
          <p14:tracePt t="12275" x="10402888" y="4464050"/>
          <p14:tracePt t="12282" x="10414000" y="4468813"/>
          <p14:tracePt t="12288" x="10418763" y="4468813"/>
          <p14:tracePt t="12336" x="10425113" y="4468813"/>
          <p14:tracePt t="12338" x="10425113" y="4475163"/>
          <p14:tracePt t="12344" x="10436225" y="4475163"/>
          <p14:tracePt t="12351" x="10458450" y="4481513"/>
          <p14:tracePt t="12359" x="10504488" y="4486275"/>
          <p14:tracePt t="12365" x="10567988" y="4497388"/>
          <p14:tracePt t="12373" x="10641013" y="4514850"/>
          <p14:tracePt t="12380" x="10726738" y="4532313"/>
          <p14:tracePt t="12393" x="10920413" y="4565650"/>
          <p14:tracePt t="12400" x="11012488" y="4583113"/>
          <p14:tracePt t="12407" x="11080750" y="4594225"/>
          <p14:tracePt t="12408" x="11098213" y="4600575"/>
          <p14:tracePt t="12409" x="11114088" y="4606925"/>
          <p14:tracePt t="12410" x="11126788" y="4606925"/>
          <p14:tracePt t="12414" x="11149013" y="4618038"/>
          <p14:tracePt t="12421" x="11182350" y="4629150"/>
          <p14:tracePt t="12428" x="11199813" y="4629150"/>
          <p14:tracePt t="12436" x="11199813" y="4635500"/>
          <p14:tracePt t="12461" x="11199813" y="4640263"/>
          <p14:tracePt t="12464" x="11195050" y="4646613"/>
          <p14:tracePt t="12470" x="11182350" y="4651375"/>
          <p14:tracePt t="12476" x="11171238" y="4657725"/>
          <p14:tracePt t="12483" x="11142663" y="4675188"/>
          <p14:tracePt t="12490" x="11114088" y="4703763"/>
          <p14:tracePt t="12497" x="11080750" y="4719638"/>
          <p14:tracePt t="12504" x="11034713" y="4748213"/>
          <p14:tracePt t="12511" x="11001375" y="4783138"/>
          <p14:tracePt t="12518" x="10955338" y="4816475"/>
          <p14:tracePt t="12519" x="10937875" y="4833938"/>
          <p14:tracePt t="12525" x="10904538" y="4862513"/>
          <p14:tracePt t="12532" x="10858500" y="4908550"/>
          <p14:tracePt t="12534" x="10841038" y="4919663"/>
          <p14:tracePt t="12535" x="10834688" y="4919663"/>
          <p14:tracePt t="12535" x="10829925" y="4926013"/>
          <p14:tracePt t="12539" x="10818813" y="4948238"/>
          <p14:tracePt t="12546" x="10779125" y="4976813"/>
          <p14:tracePt t="12553" x="10755313" y="4999038"/>
          <p14:tracePt t="12560" x="10744200" y="5016500"/>
          <p14:tracePt t="12567" x="10733088" y="5027613"/>
          <p14:tracePt t="12573" x="10721975" y="5045075"/>
          <p14:tracePt t="12581" x="10709275" y="5062538"/>
          <p14:tracePt t="12587" x="10698163" y="5073650"/>
          <p14:tracePt t="12595" x="10682288" y="5091113"/>
          <p14:tracePt t="12595" x="10675938" y="5095875"/>
          <p14:tracePt t="12596" x="10675938" y="5102225"/>
          <p14:tracePt t="12601" x="10664825" y="5113338"/>
          <p14:tracePt t="12608" x="10641013" y="5137150"/>
          <p14:tracePt t="12615" x="10625138" y="5159375"/>
          <p14:tracePt t="12616" x="10612438" y="5170488"/>
          <p14:tracePt t="12617" x="10601325" y="5176838"/>
          <p14:tracePt t="12618" x="10601325" y="5181600"/>
          <p14:tracePt t="12622" x="10583863" y="5192713"/>
          <p14:tracePt t="12629" x="10539413" y="5233988"/>
          <p14:tracePt t="12636" x="10493375" y="5267325"/>
          <p14:tracePt t="12643" x="10436225" y="5307013"/>
          <p14:tracePt t="12650" x="10367963" y="5341938"/>
          <p14:tracePt t="12651" x="10350500" y="5359400"/>
          <p14:tracePt t="12652" x="10339388" y="5359400"/>
          <p14:tracePt t="12653" x="10328275" y="5370513"/>
          <p14:tracePt t="12654" x="10317163" y="5375275"/>
          <p14:tracePt t="12655" x="10306050" y="5375275"/>
          <p14:tracePt t="12658" x="10277475" y="5392738"/>
          <p14:tracePt t="12658" x="10264775" y="5392738"/>
          <p14:tracePt t="12663" x="10202863" y="5421313"/>
          <p14:tracePt t="12671" x="10110788" y="5456238"/>
          <p14:tracePt t="12678" x="10009188" y="5489575"/>
          <p14:tracePt t="12684" x="9906000" y="5507038"/>
          <p14:tracePt t="12691" x="9809163" y="5518150"/>
          <p14:tracePt t="12692" x="9752013" y="5529263"/>
          <p14:tracePt t="12693" x="9740900" y="5529263"/>
          <p14:tracePt t="12698" x="9678988" y="5529263"/>
          <p14:tracePt t="12705" x="9501188" y="5529263"/>
          <p14:tracePt t="12706" x="9456738" y="5529263"/>
          <p14:tracePt t="12707" x="9439275" y="5529263"/>
          <p14:tracePt t="12708" x="9410700" y="5529263"/>
          <p14:tracePt t="12712" x="9342438" y="5529263"/>
          <p14:tracePt t="12719" x="9137650" y="5524500"/>
          <p14:tracePt t="12720" x="9085263" y="5524500"/>
          <p14:tracePt t="12726" x="8863013" y="5513388"/>
          <p14:tracePt t="12733" x="8601075" y="5495925"/>
          <p14:tracePt t="12740" x="8293100" y="5478463"/>
          <p14:tracePt t="12747" x="8013700" y="5461000"/>
          <p14:tracePt t="12748" x="7962900" y="5456238"/>
          <p14:tracePt t="12754" x="7694613" y="5438775"/>
          <p14:tracePt t="12761" x="7426325" y="5427663"/>
          <p14:tracePt t="12768" x="7078663" y="5410200"/>
          <p14:tracePt t="12769" x="7034213" y="5410200"/>
          <p14:tracePt t="12769" x="6988175" y="5410200"/>
          <p14:tracePt t="12770" x="6948488" y="5403850"/>
          <p14:tracePt t="12775" x="6737350" y="5399088"/>
          <p14:tracePt t="12782" x="6464300" y="5399088"/>
          <p14:tracePt t="12789" x="6132513" y="5399088"/>
          <p14:tracePt t="12795" x="5819775" y="5427663"/>
          <p14:tracePt t="12803" x="5476875" y="5461000"/>
          <p14:tracePt t="12809" x="5118100" y="5500688"/>
          <p14:tracePt t="12816" x="4781550" y="5529263"/>
          <p14:tracePt t="12823" x="4422775" y="5553075"/>
          <p14:tracePt t="12830" x="3967163" y="5557838"/>
          <p14:tracePt t="12837" x="3705225" y="5557838"/>
          <p14:tracePt t="12844" x="3403600" y="5540375"/>
          <p14:tracePt t="12851" x="3157538" y="5535613"/>
          <p14:tracePt t="12858" x="2963863" y="5535613"/>
          <p14:tracePt t="12859" x="2906713" y="5535613"/>
          <p14:tracePt t="12860" x="2878138" y="5535613"/>
          <p14:tracePt t="12865" x="2763838" y="5535613"/>
          <p14:tracePt t="12866" x="2735263" y="5535613"/>
          <p14:tracePt t="12866" x="2706688" y="5535613"/>
          <p14:tracePt t="12867" x="2638425" y="5540375"/>
          <p14:tracePt t="12872" x="2536825" y="5540375"/>
          <p14:tracePt t="12879" x="2343150" y="5557838"/>
          <p14:tracePt t="12880" x="2314575" y="5557838"/>
          <p14:tracePt t="12880" x="2279650" y="5564188"/>
          <p14:tracePt t="12881" x="2257425" y="5568950"/>
          <p14:tracePt t="12886" x="2149475" y="5581650"/>
          <p14:tracePt t="12893" x="1949450" y="5597525"/>
          <p14:tracePt t="12893" x="1914525" y="5603875"/>
          <p14:tracePt t="12894" x="1885950" y="5603875"/>
          <p14:tracePt t="12900" x="1738313" y="5626100"/>
          <p14:tracePt t="12907" x="1504950" y="5654675"/>
          <p14:tracePt t="12914" x="1300163" y="5672138"/>
          <p14:tracePt t="12920" x="1082675" y="5694363"/>
          <p14:tracePt t="12928" x="855663" y="5718175"/>
          <p14:tracePt t="12929" x="827088" y="5722938"/>
          <p14:tracePt t="12929" x="798513" y="5722938"/>
          <p14:tracePt t="12930" x="774700" y="5729288"/>
          <p14:tracePt t="12934" x="688975" y="5735638"/>
          <p14:tracePt t="12942" x="512763" y="5751513"/>
          <p14:tracePt t="12948" x="382588" y="5775325"/>
          <p14:tracePt t="12955" x="279400" y="5786438"/>
          <p14:tracePt t="12962" x="204788" y="5786438"/>
          <p14:tracePt t="12969" x="142875" y="5803900"/>
          <p14:tracePt t="12976" x="107950" y="5803900"/>
          <p14:tracePt t="12983" x="85725" y="5808663"/>
          <p14:tracePt t="12990" x="68263" y="5808663"/>
          <p14:tracePt t="12998" x="50800" y="5808663"/>
          <p14:tracePt t="13005" x="46038" y="5808663"/>
          <p14:tracePt t="13012" x="39688" y="5808663"/>
          <p14:tracePt t="13082" x="39688" y="5803900"/>
          <p14:tracePt t="13084" x="39688" y="5797550"/>
          <p14:tracePt t="13088" x="39688" y="5791200"/>
          <p14:tracePt t="13094" x="39688" y="5786438"/>
          <p14:tracePt t="13101" x="50800" y="5764213"/>
          <p14:tracePt t="13108" x="61913" y="5746750"/>
          <p14:tracePt t="13115" x="79375" y="5722938"/>
          <p14:tracePt t="13122" x="90488" y="5711825"/>
          <p14:tracePt t="13129" x="103188" y="5694363"/>
          <p14:tracePt t="13130" x="107950" y="5689600"/>
          <p14:tracePt t="13136" x="114300" y="5678488"/>
          <p14:tracePt t="13143" x="131763" y="5672138"/>
          <p14:tracePt t="13144" x="131763" y="5665788"/>
          <p14:tracePt t="13150" x="136525" y="5654675"/>
          <p14:tracePt t="13157" x="153988" y="5643563"/>
          <p14:tracePt t="13164" x="160338" y="5632450"/>
          <p14:tracePt t="13171" x="171450" y="5626100"/>
          <p14:tracePt t="13178" x="182563" y="5621338"/>
          <p14:tracePt t="13185" x="182563" y="5610225"/>
          <p14:tracePt t="13192" x="193675" y="5603875"/>
          <p14:tracePt t="13198" x="204788" y="5597525"/>
          <p14:tracePt t="13206" x="222250" y="5586413"/>
          <p14:tracePt t="13206" x="228600" y="5586413"/>
          <p14:tracePt t="13207" x="233363" y="5586413"/>
          <p14:tracePt t="13212" x="250825" y="5581650"/>
          <p14:tracePt t="13219" x="296863" y="5568950"/>
          <p14:tracePt t="13226" x="347663" y="5557838"/>
          <p14:tracePt t="13233" x="398463" y="5557838"/>
          <p14:tracePt t="13240" x="455613" y="5553075"/>
          <p14:tracePt t="13247" x="519113" y="5546725"/>
          <p14:tracePt t="13254" x="592138" y="5546725"/>
          <p14:tracePt t="13255" x="609600" y="5546725"/>
          <p14:tracePt t="13256" x="620713" y="5546725"/>
          <p14:tracePt t="13261" x="655638" y="5546725"/>
          <p14:tracePt t="13268" x="706438" y="5546725"/>
          <p14:tracePt t="13269" x="712788" y="5546725"/>
          <p14:tracePt t="13269" x="717550" y="5546725"/>
          <p14:tracePt t="13270" x="723900" y="5546725"/>
          <p14:tracePt t="13271" x="730250" y="5546725"/>
          <p14:tracePt t="13275" x="746125" y="5553075"/>
          <p14:tracePt t="13282" x="774700" y="5557838"/>
          <p14:tracePt t="13289" x="785813" y="5557838"/>
          <p14:tracePt t="13296" x="792163" y="5557838"/>
          <p14:tracePt t="13823" x="798513" y="5557838"/>
          <p14:tracePt t="13826" x="803275" y="5557838"/>
          <p14:tracePt t="13830" x="814388" y="5557838"/>
          <p14:tracePt t="13837" x="849313" y="5546725"/>
          <p14:tracePt t="13845" x="895350" y="5535613"/>
          <p14:tracePt t="13846" x="917575" y="5535613"/>
          <p14:tracePt t="13847" x="923925" y="5535613"/>
          <p14:tracePt t="13859" x="1009650" y="5524500"/>
          <p14:tracePt t="13859" x="1031875" y="5524500"/>
          <p14:tracePt t="13860" x="1036638" y="5524500"/>
          <p14:tracePt t="13861" x="1042988" y="5524500"/>
          <p14:tracePt t="13865" x="1071563" y="5524500"/>
          <p14:tracePt t="13872" x="1135063" y="5524500"/>
          <p14:tracePt t="13879" x="1190625" y="5529263"/>
          <p14:tracePt t="13886" x="1247775" y="5540375"/>
          <p14:tracePt t="13893" x="1293813" y="5546725"/>
          <p14:tracePt t="13894" x="1304925" y="5553075"/>
          <p14:tracePt t="13895" x="1311275" y="5553075"/>
          <p14:tracePt t="13900" x="1333500" y="5553075"/>
          <p14:tracePt t="13907" x="1379538" y="5557838"/>
          <p14:tracePt t="13914" x="1419225" y="5557838"/>
          <p14:tracePt t="13921" x="1458913" y="5564188"/>
          <p14:tracePt t="13928" x="1504950" y="5564188"/>
          <p14:tracePt t="13942" x="1608138" y="5564188"/>
          <p14:tracePt t="13943" x="1612900" y="5564188"/>
          <p14:tracePt t="13944" x="1619250" y="5564188"/>
          <p14:tracePt t="13948" x="1641475" y="5564188"/>
          <p14:tracePt t="13950" x="1652588" y="5557838"/>
          <p14:tracePt t="13950" x="1658938" y="5557838"/>
          <p14:tracePt t="13962" x="1744663" y="5546725"/>
          <p14:tracePt t="13963" x="1755775" y="5540375"/>
          <p14:tracePt t="13964" x="1766888" y="5540375"/>
          <p14:tracePt t="13969" x="1795463" y="5535613"/>
          <p14:tracePt t="13976" x="1852613" y="5529263"/>
          <p14:tracePt t="13983" x="1909763" y="5524500"/>
          <p14:tracePt t="13990" x="1966913" y="5518150"/>
          <p14:tracePt t="13991" x="1989138" y="5513388"/>
          <p14:tracePt t="13992" x="2000250" y="5513388"/>
          <p14:tracePt t="13997" x="2028825" y="5507038"/>
          <p14:tracePt t="14004" x="2074863" y="5500688"/>
          <p14:tracePt t="14005" x="2092325" y="5500688"/>
          <p14:tracePt t="14011" x="2125663" y="5500688"/>
          <p14:tracePt t="14018" x="2206625" y="5495925"/>
          <p14:tracePt t="14019" x="2211388" y="5495925"/>
          <p14:tracePt t="14019" x="2222500" y="5495925"/>
          <p14:tracePt t="14025" x="2274888" y="5489575"/>
          <p14:tracePt t="14032" x="2347913" y="5489575"/>
          <p14:tracePt t="14032" x="2359025" y="5489575"/>
          <p14:tracePt t="14033" x="2376488" y="5489575"/>
          <p14:tracePt t="14034" x="2387600" y="5489575"/>
          <p14:tracePt t="14038" x="2462213" y="5489575"/>
          <p14:tracePt t="14046" x="2559050" y="5489575"/>
          <p14:tracePt t="14053" x="2662238" y="5489575"/>
          <p14:tracePt t="14059" x="2759075" y="5489575"/>
          <p14:tracePt t="14066" x="2873375" y="5489575"/>
          <p14:tracePt t="14073" x="2981325" y="5489575"/>
          <p14:tracePt t="14080" x="3095625" y="5489575"/>
          <p14:tracePt t="14087" x="3208338" y="5489575"/>
          <p14:tracePt t="14094" x="3322638" y="5489575"/>
          <p14:tracePt t="14095" x="3357563" y="5495925"/>
          <p14:tracePt t="14096" x="3368675" y="5495925"/>
          <p14:tracePt t="14101" x="3436938" y="5507038"/>
          <p14:tracePt t="14102" x="3476625" y="5507038"/>
          <p14:tracePt t="14103" x="3487738" y="5507038"/>
          <p14:tracePt t="14108" x="3551238" y="5518150"/>
          <p14:tracePt t="14115" x="3659188" y="5529263"/>
          <p14:tracePt t="14116" x="3694113" y="5535613"/>
          <p14:tracePt t="14117" x="3709988" y="5535613"/>
          <p14:tracePt t="14122" x="3784600" y="5546725"/>
          <p14:tracePt t="14129" x="3921125" y="5564188"/>
          <p14:tracePt t="14130" x="3938588" y="5564188"/>
          <p14:tracePt t="14130" x="3960813" y="5568950"/>
          <p14:tracePt t="14136" x="4046538" y="5575300"/>
          <p14:tracePt t="14143" x="4178300" y="5586413"/>
          <p14:tracePt t="14150" x="4325938" y="5592763"/>
          <p14:tracePt t="14157" x="4451350" y="5603875"/>
          <p14:tracePt t="14164" x="4587875" y="5603875"/>
          <p14:tracePt t="14170" x="4702175" y="5603875"/>
          <p14:tracePt t="14178" x="4810125" y="5597525"/>
          <p14:tracePt t="14184" x="4895850" y="5592763"/>
          <p14:tracePt t="14192" x="4992688" y="5581650"/>
          <p14:tracePt t="14199" x="5095875" y="5564188"/>
          <p14:tracePt t="14205" x="5199063" y="5557838"/>
          <p14:tracePt t="14212" x="5289550" y="5546725"/>
          <p14:tracePt t="14219" x="5392738" y="5540375"/>
          <p14:tracePt t="14227" x="5489575" y="5535613"/>
          <p14:tracePt t="14227" x="5522913" y="5529263"/>
          <p14:tracePt t="14228" x="5534025" y="5529263"/>
          <p14:tracePt t="14233" x="5602288" y="5529263"/>
          <p14:tracePt t="14240" x="5727700" y="5529263"/>
          <p14:tracePt t="14241" x="5768975" y="5524500"/>
          <p14:tracePt t="14242" x="5813425" y="5518150"/>
          <p14:tracePt t="14247" x="5888038" y="5518150"/>
          <p14:tracePt t="14248" x="5934075" y="5513388"/>
          <p14:tracePt t="14249" x="5949950" y="5513388"/>
          <p14:tracePt t="14254" x="6042025" y="5507038"/>
          <p14:tracePt t="14262" x="6184900" y="5495925"/>
          <p14:tracePt t="14269" x="6321425" y="5484813"/>
          <p14:tracePt t="14282" x="6594475" y="5472113"/>
          <p14:tracePt t="14289" x="6737350" y="5472113"/>
          <p14:tracePt t="14296" x="6840538" y="5472113"/>
          <p14:tracePt t="14303" x="6913563" y="5472113"/>
          <p14:tracePt t="14310" x="6953250" y="5472113"/>
          <p14:tracePt t="14317" x="6981825" y="5472113"/>
          <p14:tracePt t="14324" x="6999288" y="5472113"/>
          <p14:tracePt t="14331" x="7005638" y="5472113"/>
          <p14:tracePt t="14374" x="7010400" y="5472113"/>
          <p14:tracePt t="14376" x="7016750" y="5472113"/>
          <p14:tracePt t="14379" x="7021513" y="5478463"/>
          <p14:tracePt t="14386" x="7045325" y="5484813"/>
          <p14:tracePt t="14387" x="7050088" y="5489575"/>
          <p14:tracePt t="14393" x="7067550" y="5500688"/>
          <p14:tracePt t="14394" x="7073900" y="5500688"/>
          <p14:tracePt t="14400" x="7091363" y="5507038"/>
          <p14:tracePt t="14407" x="7107238" y="5513388"/>
          <p14:tracePt t="14414" x="7118350" y="5518150"/>
          <p14:tracePt t="14421" x="7135813" y="5524500"/>
          <p14:tracePt t="14428" x="7146925" y="5524500"/>
          <p14:tracePt t="14435" x="7159625" y="5529263"/>
          <p14:tracePt t="14442" x="7175500" y="5535613"/>
          <p14:tracePt t="14449" x="7199313" y="5540375"/>
          <p14:tracePt t="14455" x="7216775" y="5540375"/>
          <p14:tracePt t="14462" x="7239000" y="5546725"/>
          <p14:tracePt t="14470" x="7261225" y="5553075"/>
          <p14:tracePt t="14476" x="7289800" y="5557838"/>
          <p14:tracePt t="14483" x="7318375" y="5568950"/>
          <p14:tracePt t="14490" x="7346950" y="5581650"/>
          <p14:tracePt t="14497" x="7364413" y="5586413"/>
          <p14:tracePt t="14504" x="7381875" y="5592763"/>
          <p14:tracePt t="14511" x="7386638" y="5592763"/>
          <p14:tracePt t="14538" x="7386638" y="5597525"/>
          <p14:tracePt t="14540" x="7386638" y="5603875"/>
          <p14:tracePt t="14546" x="7392988" y="5610225"/>
          <p14:tracePt t="14553" x="7397750" y="5632450"/>
          <p14:tracePt t="14560" x="7404100" y="5654675"/>
          <p14:tracePt t="14567" x="7404100" y="5689600"/>
          <p14:tracePt t="14573" x="7410450" y="5722938"/>
          <p14:tracePt t="14580" x="7421563" y="5751513"/>
          <p14:tracePt t="14587" x="7426325" y="5780088"/>
          <p14:tracePt t="14594" x="7432675" y="5803900"/>
          <p14:tracePt t="14601" x="7439025" y="5819775"/>
          <p14:tracePt t="14602" x="7439025" y="5826125"/>
          <p14:tracePt t="14608" x="7443788" y="5843588"/>
          <p14:tracePt t="14615" x="7443788" y="5861050"/>
          <p14:tracePt t="14616" x="7450138" y="5865813"/>
          <p14:tracePt t="14622" x="7450138" y="5872163"/>
          <p14:tracePt t="14623" x="7454900" y="5876925"/>
          <p14:tracePt t="14623" x="7454900" y="5883275"/>
          <p14:tracePt t="14629" x="7454900" y="5889625"/>
          <p14:tracePt t="14636" x="7454900" y="5894388"/>
          <p14:tracePt t="14643" x="7461250" y="5905500"/>
          <p14:tracePt t="14650" x="7461250" y="5911850"/>
          <p14:tracePt t="14657" x="7461250" y="5922963"/>
          <p14:tracePt t="14664" x="7467600" y="5934075"/>
          <p14:tracePt t="14671" x="7467600" y="5940425"/>
          <p14:tracePt t="14678" x="7467600" y="5945188"/>
          <p14:tracePt t="14684" x="7467600" y="5951538"/>
          <p14:tracePt t="14692" x="7467600" y="5957888"/>
          <p14:tracePt t="14698" x="7472363" y="5962650"/>
          <p14:tracePt t="14706" x="7472363" y="5969000"/>
          <p14:tracePt t="14716" x="7472363" y="5973763"/>
          <p14:tracePt t="14719" x="7472363" y="5980113"/>
          <p14:tracePt t="14727" x="7472363" y="5986463"/>
          <p14:tracePt t="14735" x="7472363" y="5991225"/>
          <p14:tracePt t="14746" x="7472363" y="5997575"/>
          <p14:tracePt t="14750" x="7472363" y="6002338"/>
          <p14:tracePt t="14755" x="7472363" y="6008688"/>
          <p14:tracePt t="14762" x="7472363" y="6015038"/>
          <p14:tracePt t="14768" x="7472363" y="6019800"/>
          <p14:tracePt t="14775" x="7472363" y="6030913"/>
          <p14:tracePt t="14782" x="7467600" y="6048375"/>
          <p14:tracePt t="14789" x="7461250" y="6054725"/>
          <p14:tracePt t="14795" x="7454900" y="6070600"/>
          <p14:tracePt t="14803" x="7443788" y="6083300"/>
          <p14:tracePt t="14810" x="7439025" y="6094413"/>
          <p14:tracePt t="14817" x="7421563" y="6111875"/>
          <p14:tracePt t="14824" x="7397750" y="6127750"/>
          <p14:tracePt t="14831" x="7381875" y="6145213"/>
          <p14:tracePt t="14837" x="7364413" y="6162675"/>
          <p14:tracePt t="14844" x="7342188" y="6180138"/>
          <p14:tracePt t="14851" x="7318375" y="6191250"/>
          <p14:tracePt t="14858" x="7296150" y="6202363"/>
          <p14:tracePt t="14865" x="7272338" y="6208713"/>
          <p14:tracePt t="14873" x="7243763" y="6219825"/>
          <p14:tracePt t="14880" x="7216775" y="6224588"/>
          <p14:tracePt t="14886" x="7181850" y="6230938"/>
          <p14:tracePt t="14893" x="7146925" y="6237288"/>
          <p14:tracePt t="14900" x="7113588" y="6237288"/>
          <p14:tracePt t="14907" x="7062788" y="6237288"/>
          <p14:tracePt t="14914" x="7005638" y="6237288"/>
          <p14:tracePt t="14922" x="6953250" y="6237288"/>
          <p14:tracePt t="14923" x="6937375" y="6237288"/>
          <p14:tracePt t="14924" x="6913563" y="6237288"/>
          <p14:tracePt t="14924" x="6902450" y="6242050"/>
          <p14:tracePt t="14929" x="6869113" y="6242050"/>
          <p14:tracePt t="14935" x="6794500" y="6242050"/>
          <p14:tracePt t="14942" x="6697663" y="6248400"/>
          <p14:tracePt t="14943" x="6662738" y="6248400"/>
          <p14:tracePt t="14949" x="6589713" y="6248400"/>
          <p14:tracePt t="14957" x="6486525" y="6259513"/>
          <p14:tracePt t="14963" x="6378575" y="6270625"/>
          <p14:tracePt t="14976" x="6184900" y="6281738"/>
          <p14:tracePt t="14977" x="6156325" y="6281738"/>
          <p14:tracePt t="14978" x="6138863" y="6281738"/>
          <p14:tracePt t="14983" x="6088063" y="6288088"/>
          <p14:tracePt t="14990" x="5995988" y="6292850"/>
          <p14:tracePt t="14997" x="5916613" y="6299200"/>
          <p14:tracePt t="15004" x="5837238" y="6305550"/>
          <p14:tracePt t="15005" x="5808663" y="6305550"/>
          <p14:tracePt t="15006" x="5791200" y="6305550"/>
          <p14:tracePt t="15011" x="5745163" y="6316663"/>
          <p14:tracePt t="15018" x="5648325" y="6321425"/>
          <p14:tracePt t="15025" x="5562600" y="6334125"/>
          <p14:tracePt t="15032" x="5426075" y="6350000"/>
          <p14:tracePt t="15033" x="5392738" y="6350000"/>
          <p14:tracePt t="15034" x="5375275" y="6356350"/>
          <p14:tracePt t="15039" x="5322888" y="6356350"/>
          <p14:tracePt t="15046" x="5164138" y="6373813"/>
          <p14:tracePt t="15053" x="5032375" y="6373813"/>
          <p14:tracePt t="15060" x="4919663" y="6384925"/>
          <p14:tracePt t="15067" x="4770438" y="6384925"/>
          <p14:tracePt t="15073" x="4622800" y="6384925"/>
          <p14:tracePt t="15081" x="4446588" y="6384925"/>
          <p14:tracePt t="15082" x="4405313" y="6384925"/>
          <p14:tracePt t="15082" x="4376738" y="6378575"/>
          <p14:tracePt t="15083" x="4360863" y="6378575"/>
          <p14:tracePt t="15084" x="4337050" y="6378575"/>
          <p14:tracePt t="15087" x="4292600" y="6378575"/>
          <p14:tracePt t="15094" x="4138613" y="6373813"/>
          <p14:tracePt t="15101" x="4006850" y="6373813"/>
          <p14:tracePt t="15108" x="3848100" y="6373813"/>
          <p14:tracePt t="15115" x="3709988" y="6373813"/>
          <p14:tracePt t="15116" x="3676650" y="6373813"/>
          <p14:tracePt t="15122" x="3584575" y="6373813"/>
          <p14:tracePt t="15129" x="3476625" y="6373813"/>
          <p14:tracePt t="15136" x="3362325" y="6373813"/>
          <p14:tracePt t="15137" x="3333750" y="6373813"/>
          <p14:tracePt t="15143" x="3249613" y="6373813"/>
          <p14:tracePt t="15150" x="3140075" y="6373813"/>
          <p14:tracePt t="15151" x="3111500" y="6373813"/>
          <p14:tracePt t="15152" x="3095625" y="6373813"/>
          <p14:tracePt t="15157" x="3032125" y="6373813"/>
          <p14:tracePt t="15164" x="2906713" y="6373813"/>
          <p14:tracePt t="15171" x="2787650" y="6373813"/>
          <p14:tracePt t="15178" x="2662238" y="6373813"/>
          <p14:tracePt t="15179" x="2622550" y="6367463"/>
          <p14:tracePt t="15180" x="2605088" y="6367463"/>
          <p14:tracePt t="15181" x="2587625" y="6367463"/>
          <p14:tracePt t="15182" x="2570163" y="6367463"/>
          <p14:tracePt t="15183" x="2554288" y="6367463"/>
          <p14:tracePt t="15187" x="2508250" y="6362700"/>
          <p14:tracePt t="15191" x="2439988" y="6356350"/>
          <p14:tracePt t="15198" x="2325688" y="6350000"/>
          <p14:tracePt t="15205" x="2217738" y="6334125"/>
          <p14:tracePt t="15206" x="2182813" y="6327775"/>
          <p14:tracePt t="15207" x="2171700" y="6327775"/>
          <p14:tracePt t="15212" x="2120900" y="6321425"/>
          <p14:tracePt t="15219" x="2028825" y="6305550"/>
          <p14:tracePt t="15226" x="1943100" y="6299200"/>
          <p14:tracePt t="15227" x="1920875" y="6292850"/>
          <p14:tracePt t="15228" x="1909763" y="6288088"/>
          <p14:tracePt t="15233" x="1863725" y="6281738"/>
          <p14:tracePt t="15240" x="1778000" y="6270625"/>
          <p14:tracePt t="15241" x="1755775" y="6265863"/>
          <p14:tracePt t="15242" x="1749425" y="6265863"/>
          <p14:tracePt t="15247" x="1698625" y="6265863"/>
          <p14:tracePt t="15254" x="1619250" y="6253163"/>
          <p14:tracePt t="15261" x="1527175" y="6248400"/>
          <p14:tracePt t="15268" x="1441450" y="6237288"/>
          <p14:tracePt t="15269" x="1425575" y="6237288"/>
          <p14:tracePt t="15269" x="1412875" y="6237288"/>
          <p14:tracePt t="15270" x="1401763" y="6237288"/>
          <p14:tracePt t="15275" x="1344613" y="6230938"/>
          <p14:tracePt t="15282" x="1254125" y="6224588"/>
          <p14:tracePt t="15289" x="1174750" y="6224588"/>
          <p14:tracePt t="15296" x="1093788" y="6224588"/>
          <p14:tracePt t="15303" x="1014413" y="6219825"/>
          <p14:tracePt t="15303" x="1003300" y="6219825"/>
          <p14:tracePt t="15309" x="952500" y="6219825"/>
          <p14:tracePt t="15316" x="889000" y="6219825"/>
          <p14:tracePt t="15317" x="871538" y="6219825"/>
          <p14:tracePt t="15323" x="842963" y="6219825"/>
          <p14:tracePt t="15330" x="792163" y="6219825"/>
          <p14:tracePt t="15337" x="752475" y="6219825"/>
          <p14:tracePt t="15344" x="723900" y="6219825"/>
          <p14:tracePt t="15351" x="712788" y="6219825"/>
          <p14:tracePt t="15358" x="695325" y="6219825"/>
          <p14:tracePt t="15365" x="684213" y="6219825"/>
          <p14:tracePt t="15372" x="673100" y="6219825"/>
          <p14:tracePt t="15379" x="666750" y="6219825"/>
          <p14:tracePt t="15380" x="660400" y="6219825"/>
          <p14:tracePt t="15386" x="649288" y="6219825"/>
          <p14:tracePt t="15393" x="638175" y="6219825"/>
          <p14:tracePt t="15400" x="627063" y="6213475"/>
          <p14:tracePt t="15407" x="615950" y="6208713"/>
          <p14:tracePt t="15407" x="609600" y="6208713"/>
          <p14:tracePt t="15408" x="604838" y="6208713"/>
          <p14:tracePt t="15413" x="598488" y="6202363"/>
          <p14:tracePt t="15421" x="576263" y="6191250"/>
          <p14:tracePt t="15428" x="558800" y="6184900"/>
          <p14:tracePt t="15434" x="536575" y="6173788"/>
          <p14:tracePt t="15441" x="512763" y="6156325"/>
          <p14:tracePt t="15442" x="501650" y="6156325"/>
          <p14:tracePt t="15443" x="495300" y="6151563"/>
          <p14:tracePt t="15449" x="479425" y="6145213"/>
          <p14:tracePt t="15456" x="450850" y="6127750"/>
          <p14:tracePt t="15462" x="411163" y="6111875"/>
          <p14:tracePt t="15469" x="369888" y="6094413"/>
          <p14:tracePt t="15476" x="341313" y="6076950"/>
          <p14:tracePt t="15477" x="336550" y="6070600"/>
          <p14:tracePt t="15478" x="330200" y="6070600"/>
          <p14:tracePt t="15483" x="319088" y="6059488"/>
          <p14:tracePt t="15490" x="296863" y="6054725"/>
          <p14:tracePt t="15497" x="279400" y="6037263"/>
          <p14:tracePt t="15504" x="268288" y="6026150"/>
          <p14:tracePt t="15512" x="261938" y="6008688"/>
          <p14:tracePt t="15519" x="257175" y="5997575"/>
          <p14:tracePt t="15526" x="250825" y="5980113"/>
          <p14:tracePt t="15532" x="250825" y="5962650"/>
          <p14:tracePt t="15533" x="250825" y="5957888"/>
          <p14:tracePt t="15533" x="250825" y="5951538"/>
          <p14:tracePt t="15539" x="250825" y="5940425"/>
          <p14:tracePt t="15546" x="244475" y="5911850"/>
          <p14:tracePt t="15553" x="244475" y="5883275"/>
          <p14:tracePt t="15560" x="244475" y="5861050"/>
          <p14:tracePt t="15567" x="244475" y="5843588"/>
          <p14:tracePt t="15574" x="244475" y="5819775"/>
          <p14:tracePt t="15581" x="244475" y="5803900"/>
          <p14:tracePt t="15588" x="244475" y="5791200"/>
          <p14:tracePt t="15595" x="250825" y="5775325"/>
          <p14:tracePt t="15602" x="250825" y="5751513"/>
          <p14:tracePt t="15608" x="261938" y="5729288"/>
          <p14:tracePt t="15615" x="268288" y="5700713"/>
          <p14:tracePt t="15616" x="273050" y="5694363"/>
          <p14:tracePt t="15622" x="279400" y="5678488"/>
          <p14:tracePt t="15629" x="285750" y="5661025"/>
          <p14:tracePt t="15630" x="290513" y="5654675"/>
          <p14:tracePt t="15636" x="296863" y="5643563"/>
          <p14:tracePt t="15643" x="301625" y="5626100"/>
          <p14:tracePt t="15650" x="312738" y="5610225"/>
          <p14:tracePt t="15657" x="325438" y="5597525"/>
          <p14:tracePt t="15664" x="341313" y="5581650"/>
          <p14:tracePt t="15671" x="358775" y="5568950"/>
          <p14:tracePt t="15678" x="376238" y="5557838"/>
          <p14:tracePt t="15679" x="382588" y="5557838"/>
          <p14:tracePt t="15679" x="387350" y="5557838"/>
          <p14:tracePt t="15685" x="393700" y="5553075"/>
          <p14:tracePt t="15692" x="427038" y="5540375"/>
          <p14:tracePt t="15699" x="461963" y="5535613"/>
          <p14:tracePt t="15706" x="508000" y="5524500"/>
          <p14:tracePt t="15706" x="519113" y="5524500"/>
          <p14:tracePt t="15712" x="558800" y="5518150"/>
          <p14:tracePt t="15719" x="609600" y="5513388"/>
          <p14:tracePt t="15726" x="673100" y="5507038"/>
          <p14:tracePt t="15733" x="741363" y="5500688"/>
          <p14:tracePt t="15740" x="809625" y="5495925"/>
          <p14:tracePt t="15741" x="827088" y="5495925"/>
          <p14:tracePt t="15742" x="842963" y="5495925"/>
          <p14:tracePt t="15747" x="884238" y="5495925"/>
          <p14:tracePt t="15754" x="981075" y="5495925"/>
          <p14:tracePt t="15761" x="1049338" y="5495925"/>
          <p14:tracePt t="15762" x="1089025" y="5495925"/>
          <p14:tracePt t="15763" x="1100138" y="5495925"/>
          <p14:tracePt t="15768" x="1168400" y="5495925"/>
          <p14:tracePt t="15769" x="1203325" y="5495925"/>
          <p14:tracePt t="15775" x="1271588" y="5495925"/>
          <p14:tracePt t="15782" x="1379538" y="5495925"/>
          <p14:tracePt t="15789" x="1482725" y="5495925"/>
          <p14:tracePt t="15796" x="1573213" y="5495925"/>
          <p14:tracePt t="15803" x="1676400" y="5495925"/>
          <p14:tracePt t="15810" x="1773238" y="5489575"/>
          <p14:tracePt t="15811" x="1824038" y="5489575"/>
          <p14:tracePt t="15812" x="1835150" y="5489575"/>
          <p14:tracePt t="15813" x="1852613" y="5489575"/>
          <p14:tracePt t="15814" x="1870075" y="5489575"/>
          <p14:tracePt t="15819" x="1914525" y="5484813"/>
          <p14:tracePt t="15820" x="1943100" y="5484813"/>
          <p14:tracePt t="15821" x="1960563" y="5484813"/>
          <p14:tracePt t="15822" x="1971675" y="5484813"/>
          <p14:tracePt t="15825" x="2011363" y="5484813"/>
          <p14:tracePt t="15826" x="2024063" y="5484813"/>
          <p14:tracePt t="15827" x="2046288" y="5484813"/>
          <p14:tracePt t="15828" x="2057400" y="5478463"/>
          <p14:tracePt t="15829" x="2074863" y="5478463"/>
          <p14:tracePt t="15833" x="2114550" y="5478463"/>
          <p14:tracePt t="15833" x="2132013" y="5478463"/>
          <p14:tracePt t="15837" x="2171700" y="5478463"/>
          <p14:tracePt t="15844" x="2251075" y="5472113"/>
          <p14:tracePt t="15851" x="2330450" y="5461000"/>
          <p14:tracePt t="15858" x="2405063" y="5461000"/>
          <p14:tracePt t="15865" x="2501900" y="5449888"/>
          <p14:tracePt t="15872" x="2587625" y="5449888"/>
          <p14:tracePt t="15879" x="2667000" y="5449888"/>
          <p14:tracePt t="15886" x="2763838" y="5449888"/>
          <p14:tracePt t="15893" x="2873375" y="5449888"/>
          <p14:tracePt t="15894" x="2889250" y="5449888"/>
          <p14:tracePt t="15894" x="2906713" y="5449888"/>
          <p14:tracePt t="15900" x="2974975" y="5449888"/>
          <p14:tracePt t="15907" x="3095625" y="5456238"/>
          <p14:tracePt t="15907" x="3117850" y="5456238"/>
          <p14:tracePt t="15908" x="3135313" y="5456238"/>
          <p14:tracePt t="15914" x="3236913" y="5472113"/>
          <p14:tracePt t="15921" x="3386138" y="5478463"/>
          <p14:tracePt t="15927" x="3573463" y="5495925"/>
          <p14:tracePt t="15934" x="3727450" y="5513388"/>
          <p14:tracePt t="15942" x="3887788" y="5524500"/>
          <p14:tracePt t="15949" x="4103688" y="5540375"/>
          <p14:tracePt t="15955" x="4292600" y="5553075"/>
          <p14:tracePt t="15956" x="4354513" y="5557838"/>
          <p14:tracePt t="15957" x="4376738" y="5557838"/>
          <p14:tracePt t="15958" x="4418013" y="5557838"/>
          <p14:tracePt t="15959" x="4451350" y="5564188"/>
          <p14:tracePt t="15962" x="4514850" y="5568950"/>
          <p14:tracePt t="15969" x="4776788" y="5592763"/>
          <p14:tracePt t="15976" x="5010150" y="5597525"/>
          <p14:tracePt t="15983" x="5226050" y="5603875"/>
          <p14:tracePt t="15984" x="5300663" y="5603875"/>
          <p14:tracePt t="15985" x="5335588" y="5603875"/>
          <p14:tracePt t="15990" x="5465763" y="5610225"/>
          <p14:tracePt t="15997" x="5672138" y="5614988"/>
          <p14:tracePt t="15998" x="5722938" y="5614988"/>
          <p14:tracePt t="15998" x="5745163" y="5614988"/>
          <p14:tracePt t="15999" x="5756275" y="5614988"/>
          <p14:tracePt t="16004" x="5910263" y="5621338"/>
          <p14:tracePt t="16011" x="6138863" y="5621338"/>
          <p14:tracePt t="16018" x="6354763" y="5621338"/>
          <p14:tracePt t="16019" x="6423025" y="5621338"/>
          <p14:tracePt t="16020" x="6457950" y="5621338"/>
          <p14:tracePt t="16025" x="6618288" y="5621338"/>
          <p14:tracePt t="16032" x="6794500" y="5614988"/>
          <p14:tracePt t="16039" x="7005638" y="5610225"/>
          <p14:tracePt t="16046" x="7170738" y="5597525"/>
          <p14:tracePt t="16053" x="7300913" y="5592763"/>
          <p14:tracePt t="16053" x="7324725" y="5592763"/>
          <p14:tracePt t="16054" x="7342188" y="5592763"/>
          <p14:tracePt t="16059" x="7410450" y="5592763"/>
          <p14:tracePt t="16067" x="7523163" y="5592763"/>
          <p14:tracePt t="16073" x="7637463" y="5592763"/>
          <p14:tracePt t="16080" x="7723188" y="5603875"/>
          <p14:tracePt t="16087" x="7780338" y="5614988"/>
          <p14:tracePt t="16088" x="7802563" y="5614988"/>
          <p14:tracePt t="16089" x="7815263" y="5614988"/>
          <p14:tracePt t="16094" x="7842250" y="5626100"/>
          <p14:tracePt t="16101" x="7899400" y="5638800"/>
          <p14:tracePt t="16108" x="7962900" y="5661025"/>
          <p14:tracePt t="16109" x="7985125" y="5665788"/>
          <p14:tracePt t="16115" x="8031163" y="5678488"/>
          <p14:tracePt t="16122" x="8088313" y="5700713"/>
          <p14:tracePt t="16129" x="8145463" y="5718175"/>
          <p14:tracePt t="16130" x="8162925" y="5722938"/>
          <p14:tracePt t="16136" x="8196263" y="5735638"/>
          <p14:tracePt t="16143" x="8235950" y="5746750"/>
          <p14:tracePt t="16150" x="8264525" y="5757863"/>
          <p14:tracePt t="16157" x="8275638" y="5768975"/>
          <p14:tracePt t="16164" x="8293100" y="5775325"/>
          <p14:tracePt t="16171" x="8299450" y="5780088"/>
          <p14:tracePt t="16178" x="8304213" y="5786438"/>
          <p14:tracePt t="16187" x="8310563" y="5791200"/>
          <p14:tracePt t="16188" x="8315325" y="5791200"/>
          <p14:tracePt t="16195" x="8321675" y="5797550"/>
          <p14:tracePt t="16206" x="8332788" y="5815013"/>
          <p14:tracePt t="16220" x="8367713" y="5848350"/>
          <p14:tracePt t="16227" x="8407400" y="5883275"/>
          <p14:tracePt t="16234" x="8440738" y="5911850"/>
          <p14:tracePt t="16235" x="8453438" y="5922963"/>
          <p14:tracePt t="16236" x="8453438" y="5929313"/>
          <p14:tracePt t="16237" x="8458200" y="5929313"/>
          <p14:tracePt t="16238" x="8458200" y="5934075"/>
          <p14:tracePt t="16239" x="8469313" y="5940425"/>
          <p14:tracePt t="16242" x="8469313" y="5945188"/>
          <p14:tracePt t="16255" x="8493125" y="5980113"/>
          <p14:tracePt t="16261" x="8497888" y="5997575"/>
          <p14:tracePt t="16269" x="8497888" y="6015038"/>
          <p14:tracePt t="16282" x="8486775" y="6070600"/>
          <p14:tracePt t="16283" x="8482013" y="6076950"/>
          <p14:tracePt t="16289" x="8464550" y="6105525"/>
          <p14:tracePt t="16296" x="8418513" y="6145213"/>
          <p14:tracePt t="16303" x="8361363" y="6196013"/>
          <p14:tracePt t="16309" x="8293100" y="6248400"/>
          <p14:tracePt t="16317" x="8202613" y="6310313"/>
          <p14:tracePt t="16317" x="8174038" y="6327775"/>
          <p14:tracePt t="16318" x="8156575" y="6327775"/>
          <p14:tracePt t="16319" x="8145463" y="6338888"/>
          <p14:tracePt t="16323" x="8099425" y="6367463"/>
          <p14:tracePt t="16331" x="8008938" y="6402388"/>
          <p14:tracePt t="16337" x="7912100" y="6435725"/>
          <p14:tracePt t="16344" x="7815263" y="6464300"/>
          <p14:tracePt t="16351" x="7705725" y="6481763"/>
          <p14:tracePt t="16358" x="7615238" y="6499225"/>
          <p14:tracePt t="16366" x="7500938" y="6503988"/>
          <p14:tracePt t="16367" x="7489825" y="6510338"/>
          <p14:tracePt t="16368" x="7472363" y="6510338"/>
          <p14:tracePt t="16369" x="7454900" y="6510338"/>
          <p14:tracePt t="16370" x="7443788" y="6510338"/>
          <p14:tracePt t="16371" x="7432675" y="6516688"/>
          <p14:tracePt t="16375" x="7381875" y="6516688"/>
          <p14:tracePt t="16379" x="7324725" y="6521450"/>
          <p14:tracePt t="16386" x="7210425" y="6532563"/>
          <p14:tracePt t="16387" x="7175500" y="6532563"/>
          <p14:tracePt t="16393" x="7102475" y="6538913"/>
          <p14:tracePt t="16400" x="6981825" y="6550025"/>
          <p14:tracePt t="16407" x="6840538" y="6556375"/>
          <p14:tracePt t="16408" x="6823075" y="6556375"/>
          <p14:tracePt t="16408" x="6799263" y="6561138"/>
          <p14:tracePt t="16409" x="6783388" y="6561138"/>
          <p14:tracePt t="16414" x="6702425" y="6567488"/>
          <p14:tracePt t="16421" x="6548438" y="6572250"/>
          <p14:tracePt t="16428" x="6350000" y="6578600"/>
          <p14:tracePt t="16435" x="6213475" y="6578600"/>
          <p14:tracePt t="16442" x="6002338" y="6578600"/>
          <p14:tracePt t="16448" x="5797550" y="6572250"/>
          <p14:tracePt t="16455" x="5597525" y="6556375"/>
          <p14:tracePt t="16462" x="5364163" y="6538913"/>
          <p14:tracePt t="16469" x="5157788" y="6510338"/>
          <p14:tracePt t="16476" x="4891088" y="6475413"/>
          <p14:tracePt t="16484" x="4702175" y="6453188"/>
          <p14:tracePt t="16491" x="4389438" y="6418263"/>
          <p14:tracePt t="16492" x="4308475" y="6413500"/>
          <p14:tracePt t="16493" x="4268788" y="6407150"/>
          <p14:tracePt t="16497" x="4110038" y="6396038"/>
          <p14:tracePt t="16504" x="3778250" y="6373813"/>
          <p14:tracePt t="16511" x="3500438" y="6356350"/>
          <p14:tracePt t="16518" x="3157538" y="6345238"/>
          <p14:tracePt t="16519" x="3021013" y="6338888"/>
          <p14:tracePt t="16525" x="2781300" y="6334125"/>
          <p14:tracePt t="16532" x="2473325" y="6327775"/>
          <p14:tracePt t="16539" x="2103438" y="6316663"/>
          <p14:tracePt t="16546" x="1766888" y="6310313"/>
          <p14:tracePt t="16547" x="1720850" y="6305550"/>
          <p14:tracePt t="16547" x="1630363" y="6305550"/>
          <p14:tracePt t="16548" x="1584325" y="6305550"/>
          <p14:tracePt t="16552" x="1430338" y="6292850"/>
          <p14:tracePt t="16559" x="1117600" y="6270625"/>
          <p14:tracePt t="16566" x="877888" y="6248400"/>
          <p14:tracePt t="16573" x="592138" y="6208713"/>
          <p14:tracePt t="16580" x="376238" y="6191250"/>
          <p14:tracePt t="16581" x="341313" y="6184900"/>
          <p14:tracePt t="16582" x="319088" y="6184900"/>
          <p14:tracePt t="16587" x="222250" y="6173788"/>
          <p14:tracePt t="16594" x="90488" y="6156325"/>
          <p14:tracePt t="16595" x="57150" y="6151563"/>
          <p14:tracePt t="16596" x="22225" y="6151563"/>
          <p14:tracePt t="16744" x="22225" y="5665788"/>
          <p14:tracePt t="16745" x="34925" y="5661025"/>
          <p14:tracePt t="16745" x="46038" y="5661025"/>
          <p14:tracePt t="16747" x="61913" y="5661025"/>
          <p14:tracePt t="16748" x="79375" y="5654675"/>
          <p14:tracePt t="16749" x="96838" y="5649913"/>
          <p14:tracePt t="16754" x="165100" y="5643563"/>
          <p14:tracePt t="16761" x="301625" y="5626100"/>
          <p14:tracePt t="16769" x="519113" y="5621338"/>
          <p14:tracePt t="16770" x="581025" y="5621338"/>
          <p14:tracePt t="16775" x="769938" y="5621338"/>
          <p14:tracePt t="16782" x="1025525" y="5621338"/>
          <p14:tracePt t="16789" x="1357313" y="5632450"/>
          <p14:tracePt t="16796" x="1698625" y="5643563"/>
          <p14:tracePt t="16803" x="2046288" y="5661025"/>
          <p14:tracePt t="16804" x="2057400" y="5661025"/>
          <p14:tracePt t="16804" x="2103438" y="5665788"/>
          <p14:tracePt t="16810" x="2319338" y="5672138"/>
          <p14:tracePt t="16817" x="2662238" y="5683250"/>
          <p14:tracePt t="16824" x="2935288" y="5689600"/>
          <p14:tracePt t="16831" x="3265488" y="5694363"/>
          <p14:tracePt t="16845" x="3727450" y="5700713"/>
          <p14:tracePt t="16851" x="3949700" y="5707063"/>
          <p14:tracePt t="16859" x="4110038" y="5711825"/>
          <p14:tracePt t="16866" x="4229100" y="5718175"/>
          <p14:tracePt t="16873" x="4325938" y="5718175"/>
          <p14:tracePt t="16879" x="4411663" y="5729288"/>
          <p14:tracePt t="16886" x="4491038" y="5735638"/>
          <p14:tracePt t="16887" x="4525963" y="5735638"/>
          <p14:tracePt t="16893" x="4565650" y="5740400"/>
          <p14:tracePt t="16901" x="4645025" y="5746750"/>
          <p14:tracePt t="16907" x="4708525" y="5757863"/>
          <p14:tracePt t="16914" x="4787900" y="5775325"/>
          <p14:tracePt t="16922" x="4873625" y="5791200"/>
          <p14:tracePt t="16928" x="4935538" y="5803900"/>
          <p14:tracePt t="16942" x="5089525" y="5832475"/>
          <p14:tracePt t="16942" x="5106988" y="5837238"/>
          <p14:tracePt t="16949" x="5175250" y="5848350"/>
          <p14:tracePt t="16956" x="5278438" y="5861050"/>
          <p14:tracePt t="16962" x="5368925" y="5876925"/>
          <p14:tracePt t="16969" x="5448300" y="5883275"/>
          <p14:tracePt t="16976" x="5522913" y="5889625"/>
          <p14:tracePt t="16983" x="5597525" y="5889625"/>
          <p14:tracePt t="16990" x="5654675" y="5889625"/>
          <p14:tracePt t="16997" x="5716588" y="5889625"/>
          <p14:tracePt t="17004" x="5768975" y="5883275"/>
          <p14:tracePt t="17011" x="5797550" y="5876925"/>
          <p14:tracePt t="17018" x="5842000" y="5872163"/>
          <p14:tracePt t="17025" x="5881688" y="5865813"/>
          <p14:tracePt t="17032" x="5916613" y="5854700"/>
          <p14:tracePt t="17039" x="5945188" y="5848350"/>
          <p14:tracePt t="17046" x="5978525" y="5843588"/>
          <p14:tracePt t="17053" x="6024563" y="5832475"/>
          <p14:tracePt t="17060" x="6070600" y="5819775"/>
          <p14:tracePt t="17067" x="6121400" y="5815013"/>
          <p14:tracePt t="17068" x="6138863" y="5815013"/>
          <p14:tracePt t="17074" x="6189663" y="5803900"/>
          <p14:tracePt t="17081" x="6264275" y="5803900"/>
          <p14:tracePt t="17087" x="6367463" y="5803900"/>
          <p14:tracePt t="17094" x="6469063" y="5803900"/>
          <p14:tracePt t="17101" x="6600825" y="5803900"/>
          <p14:tracePt t="17102" x="6657975" y="5803900"/>
          <p14:tracePt t="17103" x="6680200" y="5803900"/>
          <p14:tracePt t="17108" x="6754813" y="5815013"/>
          <p14:tracePt t="17115" x="6884988" y="5826125"/>
          <p14:tracePt t="17122" x="7010400" y="5837238"/>
          <p14:tracePt t="17129" x="7142163" y="5854700"/>
          <p14:tracePt t="17136" x="7256463" y="5865813"/>
          <p14:tracePt t="17143" x="7353300" y="5883275"/>
          <p14:tracePt t="17144" x="7369175" y="5883275"/>
          <p14:tracePt t="17144" x="7386638" y="5883275"/>
          <p14:tracePt t="17145" x="7404100" y="5883275"/>
          <p14:tracePt t="17150" x="7461250" y="5900738"/>
          <p14:tracePt t="17157" x="7558088" y="5916613"/>
          <p14:tracePt t="17164" x="7648575" y="5934075"/>
          <p14:tracePt t="17164" x="7661275" y="5934075"/>
          <p14:tracePt t="17165" x="7666038" y="5934075"/>
          <p14:tracePt t="17171" x="7712075" y="5945188"/>
          <p14:tracePt t="17178" x="7762875" y="5957888"/>
          <p14:tracePt t="17184" x="7797800" y="5962650"/>
          <p14:tracePt t="17192" x="7815263" y="5969000"/>
          <p14:tracePt t="17192" x="7820025" y="5969000"/>
          <p14:tracePt t="17193" x="7826375" y="5969000"/>
          <p14:tracePt t="17198" x="7826375" y="5973763"/>
          <p14:tracePt t="17280" x="7826375" y="5980113"/>
          <p14:tracePt t="17283" x="7826375" y="5986463"/>
          <p14:tracePt t="17289" x="7826375" y="5991225"/>
          <p14:tracePt t="17296" x="7826375" y="6002338"/>
          <p14:tracePt t="17303" x="7826375" y="6015038"/>
          <p14:tracePt t="17309" x="7826375" y="6026150"/>
          <p14:tracePt t="17317" x="7826375" y="6042025"/>
          <p14:tracePt t="17323" x="7815263" y="6059488"/>
          <p14:tracePt t="17330" x="7802563" y="6076950"/>
          <p14:tracePt t="17331" x="7791450" y="6083300"/>
          <p14:tracePt t="17337" x="7773988" y="6099175"/>
          <p14:tracePt t="17344" x="7751763" y="6127750"/>
          <p14:tracePt t="17345" x="7740650" y="6134100"/>
          <p14:tracePt t="17351" x="7723188" y="6151563"/>
          <p14:tracePt t="17352" x="7712075" y="6156325"/>
          <p14:tracePt t="17358" x="7689850" y="6173788"/>
          <p14:tracePt t="17365" x="7648575" y="6196013"/>
          <p14:tracePt t="17366" x="7637463" y="6202363"/>
          <p14:tracePt t="17372" x="7608888" y="6219825"/>
          <p14:tracePt t="17379" x="7569200" y="6237288"/>
          <p14:tracePt t="17380" x="7558088" y="6242050"/>
          <p14:tracePt t="17386" x="7518400" y="6259513"/>
          <p14:tracePt t="17393" x="7461250" y="6281738"/>
          <p14:tracePt t="17394" x="7450138" y="6281738"/>
          <p14:tracePt t="17394" x="7443788" y="6281738"/>
          <p14:tracePt t="17395" x="7432675" y="6288088"/>
          <p14:tracePt t="17400" x="7397750" y="6299200"/>
          <p14:tracePt t="17407" x="7318375" y="6327775"/>
          <p14:tracePt t="17407" x="7307263" y="6334125"/>
          <p14:tracePt t="17408" x="7300913" y="6338888"/>
          <p14:tracePt t="17414" x="7232650" y="6362700"/>
          <p14:tracePt t="17421" x="7142163" y="6396038"/>
          <p14:tracePt t="17428" x="7034213" y="6435725"/>
          <p14:tracePt t="17435" x="6948488" y="6453188"/>
          <p14:tracePt t="17442" x="6827838" y="6492875"/>
          <p14:tracePt t="17448" x="6715125" y="6516688"/>
          <p14:tracePt t="17456" x="6565900" y="6550025"/>
          <p14:tracePt t="17462" x="6383338" y="6589713"/>
          <p14:tracePt t="17469" x="6189663" y="6629400"/>
          <p14:tracePt t="17476" x="5938838" y="6657975"/>
          <p14:tracePt t="17483" x="5734050" y="6686550"/>
          <p14:tracePt t="17484" x="5688013" y="6686550"/>
          <p14:tracePt t="17485" x="5654675" y="6686550"/>
          <p14:tracePt t="17491" x="5483225" y="6697663"/>
          <p14:tracePt t="17498" x="5243513" y="6710363"/>
          <p14:tracePt t="17511" x="4765675" y="6710363"/>
          <p14:tracePt t="17518" x="4451350" y="6686550"/>
          <p14:tracePt t="17525" x="4200525" y="6657975"/>
          <p14:tracePt t="17532" x="3949700" y="6642100"/>
          <p14:tracePt t="17539" x="3694113" y="6613525"/>
          <p14:tracePt t="17546" x="3448050" y="6589713"/>
          <p14:tracePt t="17553" x="3254375" y="6572250"/>
          <p14:tracePt t="17554" x="3152775" y="6567488"/>
          <p14:tracePt t="17555" x="3124200" y="6561138"/>
          <p14:tracePt t="17557" x="3082925" y="6561138"/>
          <p14:tracePt t="17558" x="3049588" y="6556375"/>
          <p14:tracePt t="17558" x="3021013" y="6556375"/>
          <p14:tracePt t="17563" x="2878138" y="6550025"/>
          <p14:tracePt t="17563" x="2855913" y="6550025"/>
          <p14:tracePt t="17564" x="2827338" y="6550025"/>
          <p14:tracePt t="17567" x="2787650" y="6543675"/>
          <p14:tracePt t="17581" x="2217738" y="6527800"/>
          <p14:tracePt t="17587" x="1960563" y="6516688"/>
          <p14:tracePt t="17594" x="1658938" y="6499225"/>
          <p14:tracePt t="17601" x="1384300" y="6475413"/>
          <p14:tracePt t="17608" x="1128713" y="6442075"/>
          <p14:tracePt t="17615" x="809625" y="6391275"/>
          <p14:tracePt t="17616" x="730250" y="6373813"/>
          <p14:tracePt t="17617" x="701675" y="6367463"/>
          <p14:tracePt t="17622" x="530225" y="6345238"/>
          <p14:tracePt t="17629" x="257175" y="6299200"/>
          <p14:tracePt t="17630" x="182563" y="6288088"/>
          <p14:tracePt t="17822" x="28575" y="5387975"/>
          <p14:tracePt t="17822" x="46038" y="5381625"/>
          <p14:tracePt t="17825" x="74613" y="5381625"/>
          <p14:tracePt t="17830" x="142875" y="5364163"/>
          <p14:tracePt t="17837" x="330200" y="5330825"/>
          <p14:tracePt t="17844" x="473075" y="5313363"/>
          <p14:tracePt t="17851" x="633413" y="5295900"/>
          <p14:tracePt t="17858" x="763588" y="5284788"/>
          <p14:tracePt t="17865" x="923925" y="5267325"/>
          <p14:tracePt t="17866" x="963613" y="5262563"/>
          <p14:tracePt t="17867" x="981075" y="5262563"/>
          <p14:tracePt t="17872" x="1054100" y="5249863"/>
          <p14:tracePt t="17873" x="1089025" y="5249863"/>
          <p14:tracePt t="17879" x="1203325" y="5233988"/>
          <p14:tracePt t="17886" x="1339850" y="5216525"/>
          <p14:tracePt t="17893" x="1465263" y="5205413"/>
          <p14:tracePt t="17894" x="1487488" y="5205413"/>
          <p14:tracePt t="17894" x="1527175" y="5205413"/>
          <p14:tracePt t="17895" x="1544638" y="5199063"/>
          <p14:tracePt t="17900" x="1635125" y="5192713"/>
          <p14:tracePt t="17907" x="1789113" y="5187950"/>
          <p14:tracePt t="17914" x="2000250" y="5181600"/>
          <p14:tracePt t="17921" x="2222500" y="5176838"/>
          <p14:tracePt t="17922" x="2257425" y="5176838"/>
          <p14:tracePt t="17930" x="2497138" y="5176838"/>
          <p14:tracePt t="17930" x="2570163" y="5176838"/>
          <p14:tracePt t="17931" x="2593975" y="5176838"/>
          <p14:tracePt t="17935" x="2706688" y="5176838"/>
          <p14:tracePt t="17949" x="3186113" y="5176838"/>
          <p14:tracePt t="17949" x="3289300" y="5176838"/>
          <p14:tracePt t="17950" x="3328988" y="5176838"/>
          <p14:tracePt t="17955" x="3482975" y="5176838"/>
          <p14:tracePt t="17962" x="3722688" y="5192713"/>
          <p14:tracePt t="17963" x="3790950" y="5199063"/>
          <p14:tracePt t="17964" x="3824288" y="5205413"/>
          <p14:tracePt t="17969" x="3995738" y="5221288"/>
          <p14:tracePt t="17976" x="4235450" y="5245100"/>
          <p14:tracePt t="17983" x="4446588" y="5273675"/>
          <p14:tracePt t="17990" x="4645025" y="5307013"/>
          <p14:tracePt t="17991" x="4679950" y="5313363"/>
          <p14:tracePt t="17991" x="4702175" y="5313363"/>
          <p14:tracePt t="17992" x="4724400" y="5318125"/>
          <p14:tracePt t="17997" x="4838700" y="5346700"/>
          <p14:tracePt t="18004" x="5010150" y="5375275"/>
          <p14:tracePt t="18005" x="5032375" y="5381625"/>
          <p14:tracePt t="18005" x="5049838" y="5381625"/>
          <p14:tracePt t="18006" x="5073650" y="5387975"/>
          <p14:tracePt t="18011" x="5181600" y="5414963"/>
          <p14:tracePt t="18018" x="5340350" y="5456238"/>
          <p14:tracePt t="18019" x="5364163" y="5467350"/>
          <p14:tracePt t="18019" x="5397500" y="5472113"/>
          <p14:tracePt t="18020" x="5414963" y="5478463"/>
          <p14:tracePt t="18025" x="5534025" y="5518150"/>
          <p14:tracePt t="18032" x="5734050" y="5568950"/>
          <p14:tracePt t="18032" x="5756275" y="5575300"/>
          <p14:tracePt t="18033" x="5791200" y="5575300"/>
          <p14:tracePt t="18039" x="5899150" y="5610225"/>
          <p14:tracePt t="18046" x="6088063" y="5649913"/>
          <p14:tracePt t="18046" x="6110288" y="5654675"/>
          <p14:tracePt t="18047" x="6145213" y="5661025"/>
          <p14:tracePt t="18053" x="6281738" y="5689600"/>
          <p14:tracePt t="18060" x="6435725" y="5718175"/>
          <p14:tracePt t="18067" x="6605588" y="5746750"/>
          <p14:tracePt t="18074" x="6719888" y="5764213"/>
          <p14:tracePt t="18081" x="6805613" y="5775325"/>
          <p14:tracePt t="18088" x="6880225" y="5786438"/>
          <p14:tracePt t="18094" x="6908800" y="5797550"/>
          <p14:tracePt t="18101" x="6919913" y="5803900"/>
          <p14:tracePt t="18102" x="6924675" y="5803900"/>
          <p14:tracePt t="18132" x="6924675" y="5808663"/>
          <p14:tracePt t="18136" x="6924675" y="5815013"/>
          <p14:tracePt t="18140" x="6924675" y="5819775"/>
          <p14:tracePt t="18150" x="6924675" y="5843588"/>
          <p14:tracePt t="18151" x="6924675" y="5848350"/>
          <p14:tracePt t="18157" x="6924675" y="5865813"/>
          <p14:tracePt t="18164" x="6924675" y="5889625"/>
          <p14:tracePt t="18171" x="6924675" y="5911850"/>
          <p14:tracePt t="18178" x="6924675" y="5922963"/>
          <p14:tracePt t="18180" x="6924675" y="5929313"/>
          <p14:tracePt t="18180" x="6924675" y="5934075"/>
          <p14:tracePt t="18186" x="6924675" y="5940425"/>
          <p14:tracePt t="20026" x="6924675" y="5945188"/>
          <p14:tracePt t="20030" x="6919913" y="5951538"/>
          <p14:tracePt t="20032" x="6908800" y="5957888"/>
          <p14:tracePt t="20039" x="6856413" y="5991225"/>
          <p14:tracePt t="20046" x="6794500" y="6026150"/>
          <p14:tracePt t="20047" x="6759575" y="6042025"/>
          <p14:tracePt t="20052" x="6673850" y="6070600"/>
          <p14:tracePt t="20060" x="6543675" y="6116638"/>
          <p14:tracePt t="20068" x="6361113" y="6173788"/>
          <p14:tracePt t="20074" x="6149975" y="6213475"/>
          <p14:tracePt t="20088" x="5665788" y="6292850"/>
          <p14:tracePt t="20088" x="5586413" y="6299200"/>
          <p14:tracePt t="20089" x="5551488" y="6305550"/>
          <p14:tracePt t="20094" x="5386388" y="6327775"/>
          <p14:tracePt t="20101" x="5153025" y="6350000"/>
          <p14:tracePt t="20108" x="4987925" y="6362700"/>
          <p14:tracePt t="20115" x="4770438" y="6378575"/>
          <p14:tracePt t="20116" x="4730750" y="6378575"/>
          <p14:tracePt t="20117" x="4708525" y="6378575"/>
          <p14:tracePt t="20122" x="4633913" y="6384925"/>
          <p14:tracePt t="20129" x="4530725" y="6396038"/>
          <p14:tracePt t="20136" x="4457700" y="6396038"/>
          <p14:tracePt t="20143" x="4394200" y="6396038"/>
          <p14:tracePt t="20150" x="4365625" y="6402388"/>
          <p14:tracePt t="20157" x="4349750" y="6402388"/>
          <p14:tracePt t="20164" x="4337050" y="6402388"/>
          <p14:tracePt t="20171" x="4332288" y="6402388"/>
          <p14:tracePt t="20178" x="4325938" y="6402388"/>
          <p14:tracePt t="20231" x="4321175" y="6402388"/>
          <p14:tracePt t="20235" x="4314825" y="6402388"/>
          <p14:tracePt t="20235" x="4308475" y="6402388"/>
          <p14:tracePt t="20241" x="4303713" y="6396038"/>
          <p14:tracePt t="20247" x="4286250" y="6378575"/>
          <p14:tracePt t="20254" x="4264025" y="6367463"/>
          <p14:tracePt t="20261" x="4251325" y="6362700"/>
          <p14:tracePt t="20268" x="4240213" y="6356350"/>
          <p14:tracePt t="20275" x="4224338" y="6350000"/>
          <p14:tracePt t="20282" x="4206875" y="6350000"/>
          <p14:tracePt t="20290" x="4189413" y="6345238"/>
          <p14:tracePt t="20291" x="4189413" y="6338888"/>
          <p14:tracePt t="20292" x="4183063" y="6338888"/>
          <p14:tracePt t="20296" x="4171950" y="6338888"/>
          <p14:tracePt t="20303" x="4160838" y="6334125"/>
          <p14:tracePt t="20309" x="4143375" y="6334125"/>
          <p14:tracePt t="20317" x="4125913" y="6327775"/>
          <p14:tracePt t="20317" x="4121150" y="6321425"/>
          <p14:tracePt t="20323" x="4103688" y="6321425"/>
          <p14:tracePt t="20330" x="4086225" y="6321425"/>
          <p14:tracePt t="20337" x="4075113" y="6321425"/>
          <p14:tracePt t="20344" x="4057650" y="6321425"/>
          <p14:tracePt t="20345" x="4057650" y="6316663"/>
          <p14:tracePt t="20351" x="4046538" y="6316663"/>
          <p14:tracePt t="20358" x="4041775" y="6316663"/>
          <p14:tracePt t="20365" x="4035425" y="6316663"/>
          <p14:tracePt t="20374" x="4029075" y="6316663"/>
          <p14:tracePt t="20467" x="4035425" y="6316663"/>
          <p14:tracePt t="20502" x="4041775" y="6316663"/>
          <p14:tracePt t="20507" x="4046538" y="6316663"/>
          <p14:tracePt t="34461" x="4041775" y="6316663"/>
          <p14:tracePt t="34464" x="4035425" y="6310313"/>
          <p14:tracePt t="34464" x="4024313" y="6310313"/>
          <p14:tracePt t="34470" x="4006850" y="6292850"/>
          <p14:tracePt t="34477" x="3960813" y="6253163"/>
          <p14:tracePt t="34484" x="3916363" y="6196013"/>
          <p14:tracePt t="34490" x="3876675" y="6140450"/>
          <p14:tracePt t="34498" x="3835400" y="6070600"/>
          <p14:tracePt t="34504" x="3790950" y="5997575"/>
          <p14:tracePt t="34511" x="3756025" y="5940425"/>
          <p14:tracePt t="34519" x="3722688" y="5883275"/>
          <p14:tracePt t="34519" x="3709988" y="5865813"/>
          <p14:tracePt t="34532" x="3681413" y="5797550"/>
          <p14:tracePt t="34533" x="3681413" y="5791200"/>
          <p14:tracePt t="34539" x="3676650" y="5780088"/>
          <p14:tracePt t="34546" x="3676650" y="5775325"/>
          <p14:tracePt t="34561" x="3681413" y="5775325"/>
          <p14:tracePt t="34567" x="3687763" y="5775325"/>
          <p14:tracePt t="34574" x="3705225" y="5775325"/>
          <p14:tracePt t="34581" x="3722688" y="5775325"/>
          <p14:tracePt t="34638" x="3727450" y="5775325"/>
          <p14:tracePt t="34641" x="3733800" y="5775325"/>
          <p14:tracePt t="34645" x="3738563" y="5775325"/>
          <p14:tracePt t="34646" x="3744913" y="5775325"/>
          <p14:tracePt t="34646" x="3751263" y="5775325"/>
          <p14:tracePt t="34647" x="3756025" y="5775325"/>
          <p14:tracePt t="34652" x="3790950" y="5775325"/>
          <p14:tracePt t="34653" x="3802063" y="5775325"/>
          <p14:tracePt t="34653" x="3806825" y="5775325"/>
          <p14:tracePt t="34654" x="3819525" y="5775325"/>
          <p14:tracePt t="34655" x="3830638" y="5775325"/>
          <p14:tracePt t="34664" x="3960813" y="5775325"/>
          <p14:tracePt t="34672" x="4092575" y="5786438"/>
          <p14:tracePt t="34685" x="4537075" y="5808663"/>
          <p14:tracePt t="34692" x="4770438" y="5832475"/>
          <p14:tracePt t="34700" x="5021263" y="5865813"/>
          <p14:tracePt t="34706" x="5249863" y="5900738"/>
          <p14:tracePt t="34713" x="5403850" y="5929313"/>
          <p14:tracePt t="34720" x="5500688" y="5934075"/>
          <p14:tracePt t="34727" x="5557838" y="5934075"/>
          <p14:tracePt t="34734" x="5597525" y="5905500"/>
          <p14:tracePt t="34735" x="5608638" y="5889625"/>
          <p14:tracePt t="34735" x="5608638" y="5876925"/>
          <p14:tracePt t="34741" x="5619750" y="5837238"/>
          <p14:tracePt t="34748" x="5619750" y="5722938"/>
          <p14:tracePt t="34762" x="5614988" y="5256213"/>
          <p14:tracePt t="34762" x="5614988" y="5192713"/>
          <p14:tracePt t="34768" x="5608638" y="4954588"/>
          <p14:tracePt t="34775" x="5608638" y="4618038"/>
          <p14:tracePt t="34782" x="5619750" y="4264025"/>
          <p14:tracePt t="34789" x="5643563" y="3944938"/>
          <p14:tracePt t="34796" x="5665788" y="3700463"/>
          <p14:tracePt t="34797" x="5672138" y="3659188"/>
          <p14:tracePt t="34798" x="5672138" y="3625850"/>
          <p14:tracePt t="34798" x="5676900" y="3575050"/>
          <p14:tracePt t="34803" x="5694363" y="3449638"/>
          <p14:tracePt t="34810" x="5722938" y="3260725"/>
          <p14:tracePt t="34811" x="5734050" y="3203575"/>
          <p14:tracePt t="34812" x="5734050" y="3198813"/>
          <p14:tracePt t="34817" x="5745163" y="3135313"/>
          <p14:tracePt t="34824" x="5773738" y="2963863"/>
          <p14:tracePt t="34831" x="5791200" y="2851150"/>
          <p14:tracePt t="34837" x="5797550" y="2765425"/>
          <p14:tracePt t="34845" x="5802313" y="2679700"/>
          <p14:tracePt t="34851" x="5802313" y="2611438"/>
          <p14:tracePt t="34859" x="5802313" y="2559050"/>
          <p14:tracePt t="34860" x="5802313" y="2547938"/>
          <p14:tracePt t="34860" x="5802313" y="2530475"/>
          <p14:tracePt t="34865" x="5802313" y="2501900"/>
          <p14:tracePt t="34872" x="5819775" y="2468563"/>
          <p14:tracePt t="34879" x="5830888" y="2422525"/>
          <p14:tracePt t="34880" x="5837238" y="2411413"/>
          <p14:tracePt t="34881" x="5837238" y="2405063"/>
          <p14:tracePt t="34886" x="5853113" y="2376488"/>
          <p14:tracePt t="34893" x="5888038" y="2320925"/>
          <p14:tracePt t="34900" x="5938838" y="2239963"/>
          <p14:tracePt t="34907" x="5991225" y="2166938"/>
          <p14:tracePt t="34914" x="6030913" y="2085975"/>
          <p14:tracePt t="34921" x="6070600" y="2000250"/>
          <p14:tracePt t="34934" x="6121400" y="1870075"/>
          <p14:tracePt t="34944" x="6138863" y="1801813"/>
          <p14:tracePt t="34945" x="6138863" y="1790700"/>
          <p14:tracePt t="34951" x="6149975" y="1749425"/>
          <p14:tracePt t="34952" x="6149975" y="1744663"/>
          <p14:tracePt t="34953" x="6149975" y="1738313"/>
          <p14:tracePt t="34954" x="6149975" y="1727200"/>
          <p14:tracePt t="34963" x="6161088" y="1681163"/>
          <p14:tracePt t="34963" x="6161088" y="1670050"/>
          <p14:tracePt t="34964" x="6161088" y="1665288"/>
          <p14:tracePt t="34969" x="6167438" y="1641475"/>
          <p14:tracePt t="34977" x="6178550" y="1601788"/>
          <p14:tracePt t="34984" x="6184900" y="1562100"/>
          <p14:tracePt t="34985" x="6184900" y="1550988"/>
          <p14:tracePt t="34985" x="6184900" y="1544638"/>
          <p14:tracePt t="34990" x="6196013" y="1516063"/>
          <p14:tracePt t="34997" x="6207125" y="1465263"/>
          <p14:tracePt t="35004" x="6224588" y="1397000"/>
          <p14:tracePt t="35005" x="6224588" y="1385888"/>
          <p14:tracePt t="35006" x="6229350" y="1368425"/>
          <p14:tracePt t="35006" x="6229350" y="1362075"/>
          <p14:tracePt t="35011" x="6235700" y="1317625"/>
          <p14:tracePt t="35019" x="6253163" y="1214438"/>
          <p14:tracePt t="35019" x="6257925" y="1179513"/>
          <p14:tracePt t="35021" x="6257925" y="1157288"/>
          <p14:tracePt t="35021" x="6270625" y="1146175"/>
          <p14:tracePt t="35025" x="6275388" y="1082675"/>
          <p14:tracePt t="35032" x="6297613" y="935038"/>
          <p14:tracePt t="35039" x="6321425" y="798513"/>
          <p14:tracePt t="35046" x="6343650" y="666750"/>
          <p14:tracePt t="35047" x="6343650" y="649288"/>
          <p14:tracePt t="35047" x="6343650" y="633413"/>
          <p14:tracePt t="35048" x="6350000" y="615950"/>
          <p14:tracePt t="35053" x="6367463" y="519113"/>
          <p14:tracePt t="35060" x="6378575" y="427038"/>
          <p14:tracePt t="35067" x="6394450" y="307975"/>
          <p14:tracePt t="35074" x="6407150" y="215900"/>
          <p14:tracePt t="35081" x="6418263" y="136525"/>
          <p14:tracePt t="35081" x="6423025" y="119063"/>
          <p14:tracePt t="35082" x="6429375" y="103188"/>
          <p14:tracePt t="35087" x="6435725" y="39688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137BF44-9A01-6FBF-0B27-A9ABF66CB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2861734"/>
            <a:ext cx="8825657" cy="1915647"/>
          </a:xfrm>
        </p:spPr>
        <p:txBody>
          <a:bodyPr/>
          <a:lstStyle/>
          <a:p>
            <a:r>
              <a:rPr lang="pt-BR" dirty="0"/>
              <a:t>POCOTECH – SANOFI 2024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D4FC2C15-564E-5E37-DAE8-D0CDA5D17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3600" b="0" i="0" u="none" strike="noStrike" baseline="0" dirty="0">
                <a:solidFill>
                  <a:srgbClr val="EC1C5A"/>
                </a:solidFill>
                <a:latin typeface="Calibri" panose="020F0502020204030204" pitchFamily="34" charset="0"/>
              </a:rPr>
              <a:t>DIGITAL SYSTEM LAB </a:t>
            </a:r>
            <a:endParaRPr lang="pt-BR" sz="36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E1396A5-8E90-6B4F-07E4-C61C73610EC2}"/>
              </a:ext>
            </a:extLst>
          </p:cNvPr>
          <p:cNvSpPr txBox="1"/>
          <p:nvPr/>
        </p:nvSpPr>
        <p:spPr>
          <a:xfrm>
            <a:off x="1154955" y="495300"/>
            <a:ext cx="6522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YOLO – Algoritmo de inteligência artificial </a:t>
            </a:r>
          </a:p>
          <a:p>
            <a:r>
              <a:rPr lang="pt-BR" b="1" dirty="0"/>
              <a:t>Transformar em PowerPoint – Apenas um esboço</a:t>
            </a:r>
          </a:p>
          <a:p>
            <a:r>
              <a:rPr lang="pt-BR" b="1" dirty="0"/>
              <a:t>Servidor em nuvem (</a:t>
            </a:r>
            <a:r>
              <a:rPr lang="pt-BR" b="1" dirty="0" err="1"/>
              <a:t>azure</a:t>
            </a:r>
            <a:r>
              <a:rPr lang="pt-BR" b="1" dirty="0"/>
              <a:t>) </a:t>
            </a:r>
          </a:p>
        </p:txBody>
      </p:sp>
      <p:pic>
        <p:nvPicPr>
          <p:cNvPr id="7" name="Áudio 6">
            <a:hlinkClick r:id="" action="ppaction://media"/>
            <a:extLst>
              <a:ext uri="{FF2B5EF4-FFF2-40B4-BE49-F238E27FC236}">
                <a16:creationId xmlns:a16="http://schemas.microsoft.com/office/drawing/2014/main" id="{1E704E2D-AD86-79E0-D8A8-CB1701F1DA1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14280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364"/>
    </mc:Choice>
    <mc:Fallback>
      <p:transition spd="slow" advTm="233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21" x="4948238" y="6840538"/>
          <p14:tracePt t="129" x="4953000" y="6846888"/>
          <p14:tracePt t="802" x="4816475" y="6818313"/>
          <p14:tracePt t="804" x="4810125" y="6778625"/>
          <p14:tracePt t="805" x="4810125" y="6772275"/>
          <p14:tracePt t="811" x="4781550" y="6710363"/>
          <p14:tracePt t="811" x="4781550" y="6697663"/>
          <p14:tracePt t="812" x="4781550" y="6675438"/>
          <p14:tracePt t="817" x="4759325" y="6629400"/>
          <p14:tracePt t="824" x="4708525" y="6453188"/>
          <p14:tracePt t="831" x="4645025" y="6265863"/>
          <p14:tracePt t="838" x="4576763" y="6083300"/>
          <p14:tracePt t="838" x="4554538" y="6019800"/>
          <p14:tracePt t="839" x="4543425" y="5991225"/>
          <p14:tracePt t="845" x="4491038" y="5848350"/>
          <p14:tracePt t="845" x="4475163" y="5791200"/>
          <p14:tracePt t="846" x="4462463" y="5757863"/>
          <p14:tracePt t="851" x="4418013" y="5626100"/>
          <p14:tracePt t="858" x="4360863" y="5467350"/>
          <p14:tracePt t="865" x="4292600" y="5273675"/>
          <p14:tracePt t="866" x="4257675" y="5187950"/>
          <p14:tracePt t="872" x="4211638" y="5084763"/>
          <p14:tracePt t="879" x="4143375" y="4937125"/>
          <p14:tracePt t="886" x="4092575" y="4833938"/>
          <p14:tracePt t="899" x="3978275" y="4618038"/>
          <p14:tracePt t="902" x="3960813" y="4578350"/>
          <p14:tracePt t="903" x="3956050" y="4560888"/>
          <p14:tracePt t="907" x="3932238" y="4532313"/>
          <p14:tracePt t="914" x="3887788" y="4452938"/>
          <p14:tracePt t="915" x="3876675" y="4435475"/>
          <p14:tracePt t="916" x="3870325" y="4424363"/>
          <p14:tracePt t="916" x="3870325" y="4411663"/>
          <p14:tracePt t="921" x="3852863" y="4383088"/>
          <p14:tracePt t="928" x="3824288" y="4327525"/>
          <p14:tracePt t="935" x="3784600" y="4252913"/>
          <p14:tracePt t="942" x="3762375" y="4202113"/>
          <p14:tracePt t="942" x="3756025" y="4184650"/>
          <p14:tracePt t="948" x="3751263" y="4160838"/>
          <p14:tracePt t="956" x="3738563" y="4105275"/>
          <p14:tracePt t="965" x="3733800" y="4030663"/>
          <p14:tracePt t="966" x="3733800" y="4019550"/>
          <p14:tracePt t="971" x="3733800" y="3979863"/>
          <p14:tracePt t="971" x="3733800" y="3962400"/>
          <p14:tracePt t="976" x="3733800" y="3933825"/>
          <p14:tracePt t="983" x="3733800" y="3876675"/>
          <p14:tracePt t="990" x="3733800" y="3813175"/>
          <p14:tracePt t="997" x="3727450" y="3756025"/>
          <p14:tracePt t="1004" x="3722688" y="3694113"/>
          <p14:tracePt t="1005" x="3716338" y="3676650"/>
          <p14:tracePt t="1011" x="3709988" y="3643313"/>
          <p14:tracePt t="1018" x="3705225" y="3579813"/>
          <p14:tracePt t="1025" x="3698875" y="3522663"/>
          <p14:tracePt t="1032" x="3681413" y="3454400"/>
          <p14:tracePt t="1039" x="3676650" y="3392488"/>
          <p14:tracePt t="1040" x="3670300" y="3368675"/>
          <p14:tracePt t="1041" x="3670300" y="3352800"/>
          <p14:tracePt t="1046" x="3665538" y="3324225"/>
          <p14:tracePt t="1053" x="3659188" y="3254375"/>
          <p14:tracePt t="1067" x="3613150" y="3089275"/>
          <p14:tracePt t="1068" x="3608388" y="3073400"/>
          <p14:tracePt t="1068" x="3608388" y="3060700"/>
          <p14:tracePt t="1073" x="3590925" y="3016250"/>
          <p14:tracePt t="1080" x="3562350" y="2952750"/>
          <p14:tracePt t="1087" x="3527425" y="2890838"/>
          <p14:tracePt t="1094" x="3494088" y="2827338"/>
          <p14:tracePt t="1101" x="3459163" y="2770188"/>
          <p14:tracePt t="1102" x="3459163" y="2765425"/>
          <p14:tracePt t="1102" x="3448050" y="2759075"/>
          <p14:tracePt t="1103" x="3448050" y="2741613"/>
          <p14:tracePt t="1108" x="3425825" y="2719388"/>
          <p14:tracePt t="1115" x="3375025" y="2662238"/>
          <p14:tracePt t="1122" x="3322638" y="2605088"/>
          <p14:tracePt t="1129" x="3278188" y="2571750"/>
          <p14:tracePt t="1130" x="3271838" y="2565400"/>
          <p14:tracePt t="1131" x="3265488" y="2559050"/>
          <p14:tracePt t="1131" x="3260725" y="2559050"/>
          <p14:tracePt t="1136" x="3236913" y="2536825"/>
          <p14:tracePt t="1144" x="3208338" y="2514600"/>
          <p14:tracePt t="1144" x="3186113" y="2497138"/>
          <p14:tracePt t="1145" x="3175000" y="2497138"/>
          <p14:tracePt t="1146" x="3175000" y="2486025"/>
          <p14:tracePt t="1150" x="3163888" y="2479675"/>
          <p14:tracePt t="1157" x="3124200" y="2457450"/>
          <p14:tracePt t="1172" x="3027363" y="2371725"/>
          <p14:tracePt t="1178" x="2974975" y="2332038"/>
          <p14:tracePt t="1185" x="2917825" y="2286000"/>
          <p14:tracePt t="1192" x="2867025" y="2246313"/>
          <p14:tracePt t="1199" x="2809875" y="2206625"/>
          <p14:tracePt t="1206" x="2741613" y="2171700"/>
          <p14:tracePt t="1214" x="2651125" y="2132013"/>
          <p14:tracePt t="1215" x="2627313" y="2120900"/>
          <p14:tracePt t="1216" x="2616200" y="2120900"/>
          <p14:tracePt t="1224" x="2530475" y="2092325"/>
          <p14:tracePt t="1225" x="2525713" y="2092325"/>
          <p14:tracePt t="1228" x="2497138" y="2085975"/>
          <p14:tracePt t="1229" x="2490788" y="2081213"/>
          <p14:tracePt t="1233" x="2444750" y="2074863"/>
          <p14:tracePt t="1241" x="2371725" y="2052638"/>
          <p14:tracePt t="1247" x="2290763" y="2041525"/>
          <p14:tracePt t="1255" x="2233613" y="2028825"/>
          <p14:tracePt t="1255" x="2217738" y="2024063"/>
          <p14:tracePt t="1256" x="2206625" y="2024063"/>
          <p14:tracePt t="1257" x="2193925" y="2024063"/>
          <p14:tracePt t="1261" x="2178050" y="2017713"/>
          <p14:tracePt t="1269" x="2103438" y="2000250"/>
          <p14:tracePt t="1270" x="2074863" y="1995488"/>
          <p14:tracePt t="1270" x="2063750" y="1995488"/>
          <p14:tracePt t="1275" x="2039938" y="1995488"/>
          <p14:tracePt t="1282" x="1989138" y="1978025"/>
          <p14:tracePt t="1289" x="1931988" y="1960563"/>
          <p14:tracePt t="1296" x="1881188" y="1931988"/>
          <p14:tracePt t="1303" x="1835150" y="1909763"/>
          <p14:tracePt t="1304" x="1817688" y="1909763"/>
          <p14:tracePt t="1310" x="1789113" y="1892300"/>
          <p14:tracePt t="1317" x="1749425" y="1870075"/>
          <p14:tracePt t="1318" x="1738313" y="1863725"/>
          <p14:tracePt t="1323" x="1720850" y="1846263"/>
          <p14:tracePt t="1331" x="1681163" y="1830388"/>
          <p14:tracePt t="1338" x="1652588" y="1812925"/>
          <p14:tracePt t="1344" x="1619250" y="1795463"/>
          <p14:tracePt t="1351" x="1584325" y="1766888"/>
          <p14:tracePt t="1358" x="1544638" y="1733550"/>
          <p14:tracePt t="1365" x="1498600" y="1676400"/>
          <p14:tracePt t="1372" x="1436688" y="1619250"/>
          <p14:tracePt t="1373" x="1419225" y="1595438"/>
          <p14:tracePt t="1379" x="1362075" y="1550988"/>
          <p14:tracePt t="1386" x="1282700" y="1476375"/>
          <p14:tracePt t="1393" x="1190625" y="1408113"/>
          <p14:tracePt t="1394" x="1185863" y="1397000"/>
          <p14:tracePt t="1395" x="1162050" y="1373188"/>
          <p14:tracePt t="1400" x="1135063" y="1357313"/>
          <p14:tracePt t="1407" x="1049338" y="1282700"/>
          <p14:tracePt t="1414" x="985838" y="1231900"/>
          <p14:tracePt t="1421" x="911225" y="1163638"/>
          <p14:tracePt t="1428" x="866775" y="1117600"/>
          <p14:tracePt t="1435" x="827088" y="1071563"/>
          <p14:tracePt t="1442" x="809625" y="1038225"/>
          <p14:tracePt t="1449" x="803275" y="1020763"/>
          <p14:tracePt t="1450" x="803275" y="1014413"/>
          <p14:tracePt t="1450" x="803275" y="1003300"/>
          <p14:tracePt t="1455" x="803275" y="996950"/>
          <p14:tracePt t="1462" x="798513" y="981075"/>
          <p14:tracePt t="1470" x="798513" y="968375"/>
          <p14:tracePt t="1477" x="798513" y="952500"/>
          <p14:tracePt t="1483" x="798513" y="946150"/>
          <p14:tracePt t="1490" x="798513" y="941388"/>
          <p14:tracePt t="1497" x="809625" y="928688"/>
          <p14:tracePt t="1504" x="820738" y="917575"/>
          <p14:tracePt t="1511" x="831850" y="900113"/>
          <p14:tracePt t="1518" x="855663" y="884238"/>
          <p14:tracePt t="1525" x="877888" y="855663"/>
          <p14:tracePt t="1526" x="884238" y="849313"/>
          <p14:tracePt t="1532" x="900113" y="831850"/>
          <p14:tracePt t="1539" x="923925" y="809625"/>
          <p14:tracePt t="1546" x="939800" y="792163"/>
          <p14:tracePt t="1553" x="957263" y="769938"/>
          <p14:tracePt t="1560" x="968375" y="752475"/>
          <p14:tracePt t="1566" x="974725" y="741363"/>
          <p14:tracePt t="1574" x="981075" y="730250"/>
          <p14:tracePt t="1580" x="985838" y="723900"/>
          <p14:tracePt t="1589" x="985838" y="717550"/>
          <p14:tracePt t="1597" x="992188" y="717550"/>
          <p14:tracePt t="1605" x="992188" y="712788"/>
          <p14:tracePt t="1609" x="992188" y="706438"/>
          <p14:tracePt t="1615" x="992188" y="701675"/>
          <p14:tracePt t="1622" x="996950" y="695325"/>
          <p14:tracePt t="1629" x="1003300" y="684213"/>
          <p14:tracePt t="1638" x="1003300" y="677863"/>
          <p14:tracePt t="1650" x="1003300" y="673100"/>
          <p14:tracePt t="1956" x="1009650" y="673100"/>
          <p14:tracePt t="1961" x="1014413" y="673100"/>
          <p14:tracePt t="1963" x="1020763" y="666750"/>
          <p14:tracePt t="1964" x="1025525" y="661988"/>
          <p14:tracePt t="1969" x="1042988" y="655638"/>
          <p14:tracePt t="1976" x="1077913" y="627063"/>
          <p14:tracePt t="1983" x="1111250" y="592138"/>
          <p14:tracePt t="1990" x="1139825" y="576263"/>
          <p14:tracePt t="1997" x="1157288" y="558800"/>
          <p14:tracePt t="2004" x="1162050" y="552450"/>
          <p14:tracePt t="2011" x="1168400" y="552450"/>
          <p14:tracePt t="2012" x="1168400" y="547688"/>
          <p14:tracePt t="2018" x="1174750" y="547688"/>
          <p14:tracePt t="2026" x="1179513" y="547688"/>
          <p14:tracePt t="2026" x="1179513" y="541338"/>
          <p14:tracePt t="2032" x="1179513" y="536575"/>
          <p14:tracePt t="2039" x="1185863" y="530225"/>
          <p14:tracePt t="2046" x="1196975" y="512763"/>
          <p14:tracePt t="2053" x="1208088" y="501650"/>
          <p14:tracePt t="2060" x="1225550" y="490538"/>
          <p14:tracePt t="2066" x="1231900" y="484188"/>
          <p14:tracePt t="2073" x="1243013" y="479425"/>
          <p14:tracePt t="2080" x="1247775" y="466725"/>
          <p14:tracePt t="2088" x="1254125" y="466725"/>
          <p14:tracePt t="2094" x="1254125" y="461963"/>
          <p14:tracePt t="2101" x="1258888" y="461963"/>
          <p14:tracePt t="2134" x="1258888" y="455613"/>
          <p14:tracePt t="2143" x="1265238" y="450850"/>
          <p14:tracePt t="2146" x="1265238" y="444500"/>
          <p14:tracePt t="2151" x="1271588" y="439738"/>
          <p14:tracePt t="2156" x="1271588" y="427038"/>
          <p14:tracePt t="2164" x="1282700" y="415925"/>
          <p14:tracePt t="2171" x="1300163" y="398463"/>
          <p14:tracePt t="2178" x="1322388" y="387350"/>
          <p14:tracePt t="2184" x="1344613" y="369888"/>
          <p14:tracePt t="2192" x="1362075" y="365125"/>
          <p14:tracePt t="2192" x="1368425" y="358775"/>
          <p14:tracePt t="2198" x="1384300" y="354013"/>
          <p14:tracePt t="2205" x="1397000" y="347663"/>
          <p14:tracePt t="2212" x="1408113" y="347663"/>
          <p14:tracePt t="2213" x="1412875" y="347663"/>
          <p14:tracePt t="2219" x="1419225" y="347663"/>
          <p14:tracePt t="2226" x="1425575" y="347663"/>
          <p14:tracePt t="2234" x="1430338" y="347663"/>
          <p14:tracePt t="2242" x="1436688" y="347663"/>
          <p14:tracePt t="2247" x="1441450" y="347663"/>
          <p14:tracePt t="2254" x="1454150" y="347663"/>
          <p14:tracePt t="2261" x="1470025" y="347663"/>
          <p14:tracePt t="2268" x="1493838" y="347663"/>
          <p14:tracePt t="2275" x="1527175" y="347663"/>
          <p14:tracePt t="2281" x="1555750" y="347663"/>
          <p14:tracePt t="2289" x="1608138" y="347663"/>
          <p14:tracePt t="2296" x="1658938" y="347663"/>
          <p14:tracePt t="2303" x="1709738" y="347663"/>
          <p14:tracePt t="2310" x="1760538" y="347663"/>
          <p14:tracePt t="2317" x="1812925" y="347663"/>
          <p14:tracePt t="2318" x="1824038" y="347663"/>
          <p14:tracePt t="2318" x="1830388" y="347663"/>
          <p14:tracePt t="2323" x="1852613" y="347663"/>
          <p14:tracePt t="2330" x="1898650" y="354013"/>
          <p14:tracePt t="2338" x="1943100" y="358775"/>
          <p14:tracePt t="2339" x="1955800" y="358775"/>
          <p14:tracePt t="2339" x="1966913" y="358775"/>
          <p14:tracePt t="2344" x="1982788" y="358775"/>
          <p14:tracePt t="2351" x="2024063" y="358775"/>
          <p14:tracePt t="2358" x="2052638" y="358775"/>
          <p14:tracePt t="2365" x="2068513" y="365125"/>
          <p14:tracePt t="2372" x="2097088" y="365125"/>
          <p14:tracePt t="2379" x="2114550" y="365125"/>
          <p14:tracePt t="2386" x="2132013" y="365125"/>
          <p14:tracePt t="2387" x="2143125" y="365125"/>
          <p14:tracePt t="2394" x="2154238" y="369888"/>
          <p14:tracePt t="2401" x="2189163" y="376238"/>
          <p14:tracePt t="2408" x="2222500" y="382588"/>
          <p14:tracePt t="2421" x="2297113" y="404813"/>
          <p14:tracePt t="2428" x="2330450" y="415925"/>
          <p14:tracePt t="2435" x="2371725" y="433388"/>
          <p14:tracePt t="2442" x="2400300" y="450850"/>
          <p14:tracePt t="2449" x="2422525" y="461963"/>
          <p14:tracePt t="2456" x="2439988" y="473075"/>
          <p14:tracePt t="2463" x="2455863" y="484188"/>
          <p14:tracePt t="2469" x="2473325" y="501650"/>
          <p14:tracePt t="2478" x="2484438" y="512763"/>
          <p14:tracePt t="2484" x="2497138" y="519113"/>
          <p14:tracePt t="2498" x="2501900" y="530225"/>
          <p14:tracePt t="2505" x="2501900" y="536575"/>
          <p14:tracePt t="2511" x="2501900" y="541338"/>
          <p14:tracePt t="2518" x="2501900" y="547688"/>
          <p14:tracePt t="2525" x="2501900" y="552450"/>
          <p14:tracePt t="2532" x="2501900" y="569913"/>
          <p14:tracePt t="2539" x="2501900" y="581025"/>
          <p14:tracePt t="2546" x="2501900" y="598488"/>
          <p14:tracePt t="2553" x="2501900" y="615950"/>
          <p14:tracePt t="2560" x="2501900" y="638175"/>
          <p14:tracePt t="2567" x="2490788" y="666750"/>
          <p14:tracePt t="2573" x="2484438" y="690563"/>
          <p14:tracePt t="2580" x="2473325" y="712788"/>
          <p14:tracePt t="2588" x="2462213" y="735013"/>
          <p14:tracePt t="2589" x="2455863" y="741363"/>
          <p14:tracePt t="2589" x="2455863" y="746125"/>
          <p14:tracePt t="2594" x="2444750" y="758825"/>
          <p14:tracePt t="2601" x="2428875" y="781050"/>
          <p14:tracePt t="2608" x="2416175" y="809625"/>
          <p14:tracePt t="2615" x="2387600" y="831850"/>
          <p14:tracePt t="2622" x="2371725" y="849313"/>
          <p14:tracePt t="2630" x="2347913" y="871538"/>
          <p14:tracePt t="2636" x="2336800" y="877888"/>
          <p14:tracePt t="2650" x="2303463" y="889000"/>
          <p14:tracePt t="2657" x="2286000" y="895350"/>
          <p14:tracePt t="2664" x="2257425" y="900113"/>
          <p14:tracePt t="2671" x="2222500" y="900113"/>
          <p14:tracePt t="2678" x="2182813" y="900113"/>
          <p14:tracePt t="2685" x="2136775" y="900113"/>
          <p14:tracePt t="2692" x="2085975" y="900113"/>
          <p14:tracePt t="2693" x="2068513" y="900113"/>
          <p14:tracePt t="2693" x="2057400" y="900113"/>
          <p14:tracePt t="2698" x="2024063" y="900113"/>
          <p14:tracePt t="2706" x="1960563" y="900113"/>
          <p14:tracePt t="2707" x="1949450" y="900113"/>
          <p14:tracePt t="2708" x="1938338" y="900113"/>
          <p14:tracePt t="2709" x="1931988" y="900113"/>
          <p14:tracePt t="2709" x="1909763" y="900113"/>
          <p14:tracePt t="2710" x="1898650" y="900113"/>
          <p14:tracePt t="2713" x="1892300" y="900113"/>
          <p14:tracePt t="2713" x="1870075" y="900113"/>
          <p14:tracePt t="2719" x="1812925" y="900113"/>
          <p14:tracePt t="2726" x="1733550" y="906463"/>
          <p14:tracePt t="2733" x="1647825" y="912813"/>
          <p14:tracePt t="2740" x="1562100" y="917575"/>
          <p14:tracePt t="2747" x="1498600" y="935038"/>
          <p14:tracePt t="2754" x="1390650" y="952500"/>
          <p14:tracePt t="2761" x="1316038" y="974725"/>
          <p14:tracePt t="2768" x="1219200" y="985838"/>
          <p14:tracePt t="2775" x="1139825" y="992188"/>
          <p14:tracePt t="2782" x="1042988" y="996950"/>
          <p14:tracePt t="2789" x="928688" y="1003300"/>
          <p14:tracePt t="2790" x="900113" y="1003300"/>
          <p14:tracePt t="2790" x="884238" y="1003300"/>
          <p14:tracePt t="2795" x="827088" y="1003300"/>
          <p14:tracePt t="2803" x="712788" y="1003300"/>
          <p14:tracePt t="2809" x="633413" y="985838"/>
          <p14:tracePt t="2817" x="552450" y="952500"/>
          <p14:tracePt t="2817" x="536575" y="935038"/>
          <p14:tracePt t="2823" x="512763" y="912813"/>
          <p14:tracePt t="2830" x="479425" y="866775"/>
          <p14:tracePt t="2837" x="466725" y="827088"/>
          <p14:tracePt t="2838" x="461963" y="820738"/>
          <p14:tracePt t="2838" x="461963" y="815975"/>
          <p14:tracePt t="2839" x="461963" y="809625"/>
          <p14:tracePt t="2844" x="461963" y="792163"/>
          <p14:tracePt t="2851" x="461963" y="769938"/>
          <p14:tracePt t="2858" x="461963" y="752475"/>
          <p14:tracePt t="2865" x="473075" y="741363"/>
          <p14:tracePt t="2872" x="479425" y="730250"/>
          <p14:tracePt t="2879" x="490538" y="712788"/>
          <p14:tracePt t="2886" x="501650" y="701675"/>
          <p14:tracePt t="2893" x="523875" y="684213"/>
          <p14:tracePt t="2900" x="541338" y="673100"/>
          <p14:tracePt t="2908" x="563563" y="644525"/>
          <p14:tracePt t="2908" x="569913" y="638175"/>
          <p14:tracePt t="2914" x="581025" y="633413"/>
          <p14:tracePt t="2921" x="598488" y="609600"/>
          <p14:tracePt t="2928" x="620713" y="581025"/>
          <p14:tracePt t="2928" x="627063" y="576263"/>
          <p14:tracePt t="2929" x="633413" y="569913"/>
          <p14:tracePt t="2934" x="644525" y="552450"/>
          <p14:tracePt t="2941" x="673100" y="530225"/>
          <p14:tracePt t="2948" x="695325" y="508000"/>
          <p14:tracePt t="2955" x="723900" y="490538"/>
          <p14:tracePt t="2962" x="741363" y="479425"/>
          <p14:tracePt t="2969" x="769938" y="473075"/>
          <p14:tracePt t="2976" x="785813" y="466725"/>
          <p14:tracePt t="2983" x="814388" y="466725"/>
          <p14:tracePt t="2990" x="838200" y="461963"/>
          <p14:tracePt t="2997" x="866775" y="455613"/>
          <p14:tracePt t="3004" x="889000" y="455613"/>
          <p14:tracePt t="3011" x="911225" y="455613"/>
          <p14:tracePt t="3018" x="939800" y="455613"/>
          <p14:tracePt t="3025" x="963613" y="461963"/>
          <p14:tracePt t="3032" x="992188" y="466725"/>
          <p14:tracePt t="3040" x="1031875" y="479425"/>
          <p14:tracePt t="3047" x="1065213" y="490538"/>
          <p14:tracePt t="3053" x="1089025" y="501650"/>
          <p14:tracePt t="3060" x="1117600" y="508000"/>
          <p14:tracePt t="3067" x="1146175" y="519113"/>
          <p14:tracePt t="3074" x="1179513" y="523875"/>
          <p14:tracePt t="3081" x="1203325" y="536575"/>
          <p14:tracePt t="3088" x="1236663" y="541338"/>
          <p14:tracePt t="3095" x="1258888" y="547688"/>
          <p14:tracePt t="3101" x="1293813" y="558800"/>
          <p14:tracePt t="3108" x="1328738" y="558800"/>
          <p14:tracePt t="3116" x="1362075" y="565150"/>
          <p14:tracePt t="3123" x="1397000" y="565150"/>
          <p14:tracePt t="3137" x="1425575" y="565150"/>
          <p14:tracePt t="3137" x="1430338" y="565150"/>
          <p14:tracePt t="3144" x="1436688" y="565150"/>
          <p14:tracePt t="3150" x="1441450" y="565150"/>
          <p14:tracePt t="3159" x="1447800" y="565150"/>
          <p14:tracePt t="3165" x="1454150" y="565150"/>
          <p14:tracePt t="3172" x="1458913" y="558800"/>
          <p14:tracePt t="3172" x="1465263" y="558800"/>
          <p14:tracePt t="3177" x="1470025" y="558800"/>
          <p14:tracePt t="3185" x="1476375" y="558800"/>
          <p14:tracePt t="3191" x="1482725" y="558800"/>
          <p14:tracePt t="3198" x="1487488" y="552450"/>
          <p14:tracePt t="3206" x="1493838" y="552450"/>
          <p14:tracePt t="3213" x="1498600" y="552450"/>
          <p14:tracePt t="3223" x="1504950" y="552450"/>
          <p14:tracePt t="3227" x="1509713" y="552450"/>
          <p14:tracePt t="3233" x="1516063" y="547688"/>
          <p14:tracePt t="3240" x="1533525" y="547688"/>
          <p14:tracePt t="3247" x="1555750" y="547688"/>
          <p14:tracePt t="3254" x="1573213" y="547688"/>
          <p14:tracePt t="3261" x="1590675" y="547688"/>
          <p14:tracePt t="3268" x="1608138" y="541338"/>
          <p14:tracePt t="3275" x="1624013" y="536575"/>
          <p14:tracePt t="3282" x="1647825" y="536575"/>
          <p14:tracePt t="3289" x="1676400" y="523875"/>
          <p14:tracePt t="3296" x="1698625" y="523875"/>
          <p14:tracePt t="3303" x="1720850" y="519113"/>
          <p14:tracePt t="3310" x="1738313" y="512763"/>
          <p14:tracePt t="3317" x="1760538" y="512763"/>
          <p14:tracePt t="3317" x="1766888" y="508000"/>
          <p14:tracePt t="3318" x="1773238" y="508000"/>
          <p14:tracePt t="3323" x="1778000" y="508000"/>
          <p14:tracePt t="3331" x="1789113" y="501650"/>
          <p14:tracePt t="3338" x="1801813" y="501650"/>
          <p14:tracePt t="3344" x="1806575" y="495300"/>
          <p14:tracePt t="3351" x="1812925" y="495300"/>
          <p14:tracePt t="3358" x="1817688" y="495300"/>
          <p14:tracePt t="3365" x="1824038" y="495300"/>
          <p14:tracePt t="3372" x="1835150" y="495300"/>
          <p14:tracePt t="3379" x="1841500" y="495300"/>
          <p14:tracePt t="3391" x="1846263" y="495300"/>
          <p14:tracePt t="3402" x="1852613" y="495300"/>
          <p14:tracePt t="3408" x="1857375" y="495300"/>
          <p14:tracePt t="3413" x="1863725" y="495300"/>
          <p14:tracePt t="3417" x="1870075" y="495300"/>
          <p14:tracePt t="3421" x="1881188" y="495300"/>
          <p14:tracePt t="3427" x="1892300" y="495300"/>
          <p14:tracePt t="3434" x="1909763" y="495300"/>
          <p14:tracePt t="3435" x="1920875" y="501650"/>
          <p14:tracePt t="3441" x="1943100" y="508000"/>
          <p14:tracePt t="3448" x="1978025" y="512763"/>
          <p14:tracePt t="3449" x="2000250" y="519113"/>
          <p14:tracePt t="3455" x="2035175" y="530225"/>
          <p14:tracePt t="3462" x="2085975" y="547688"/>
          <p14:tracePt t="3469" x="2143125" y="558800"/>
          <p14:tracePt t="3476" x="2206625" y="569913"/>
          <p14:tracePt t="3483" x="2268538" y="587375"/>
          <p14:tracePt t="3490" x="2314575" y="592138"/>
          <p14:tracePt t="3497" x="2359025" y="598488"/>
          <p14:tracePt t="3504" x="2387600" y="609600"/>
          <p14:tracePt t="3511" x="2400300" y="609600"/>
          <p14:tracePt t="3518" x="2422525" y="615950"/>
          <p14:tracePt t="3525" x="2422525" y="620713"/>
          <p14:tracePt t="3571" x="2422525" y="627063"/>
          <p14:tracePt t="3579" x="2422525" y="633413"/>
          <p14:tracePt t="3994" x="2422525" y="638175"/>
          <p14:tracePt t="3997" x="2428875" y="638175"/>
          <p14:tracePt t="3999" x="2433638" y="638175"/>
          <p14:tracePt t="4012" x="2473325" y="644525"/>
          <p14:tracePt t="4018" x="2490788" y="644525"/>
          <p14:tracePt t="4025" x="2530475" y="644525"/>
          <p14:tracePt t="4026" x="2547938" y="649288"/>
          <p14:tracePt t="4026" x="2554288" y="649288"/>
          <p14:tracePt t="4032" x="2581275" y="649288"/>
          <p14:tracePt t="4039" x="2644775" y="661988"/>
          <p14:tracePt t="4039" x="2662238" y="661988"/>
          <p14:tracePt t="4040" x="2673350" y="666750"/>
          <p14:tracePt t="4045" x="2713038" y="666750"/>
          <p14:tracePt t="4053" x="2798763" y="677863"/>
          <p14:tracePt t="4059" x="2878138" y="690563"/>
          <p14:tracePt t="4060" x="2901950" y="690563"/>
          <p14:tracePt t="4061" x="2913063" y="695325"/>
          <p14:tracePt t="4066" x="2970213" y="695325"/>
          <p14:tracePt t="4074" x="3049588" y="706438"/>
          <p14:tracePt t="4074" x="3078163" y="712788"/>
          <p14:tracePt t="4075" x="3089275" y="712788"/>
          <p14:tracePt t="4080" x="3157538" y="723900"/>
          <p14:tracePt t="4087" x="3236913" y="730250"/>
          <p14:tracePt t="4088" x="3249613" y="735013"/>
          <p14:tracePt t="4089" x="3260725" y="735013"/>
          <p14:tracePt t="4089" x="3278188" y="735013"/>
          <p14:tracePt t="4094" x="3317875" y="741363"/>
          <p14:tracePt t="4101" x="3397250" y="746125"/>
          <p14:tracePt t="4108" x="3482975" y="752475"/>
          <p14:tracePt t="4115" x="3579813" y="758825"/>
          <p14:tracePt t="4122" x="3670300" y="763588"/>
          <p14:tracePt t="4129" x="3751263" y="763588"/>
          <p14:tracePt t="4130" x="3767138" y="763588"/>
          <p14:tracePt t="4136" x="3830638" y="763588"/>
          <p14:tracePt t="4143" x="3921125" y="763588"/>
          <p14:tracePt t="4150" x="4006850" y="763588"/>
          <p14:tracePt t="4151" x="4035425" y="763588"/>
          <p14:tracePt t="4151" x="4046538" y="763588"/>
          <p14:tracePt t="4157" x="4098925" y="763588"/>
          <p14:tracePt t="4164" x="4183063" y="763588"/>
          <p14:tracePt t="4164" x="4206875" y="763588"/>
          <p14:tracePt t="4165" x="4217988" y="763588"/>
          <p14:tracePt t="4170" x="4257675" y="763588"/>
          <p14:tracePt t="4177" x="4337050" y="763588"/>
          <p14:tracePt t="4184" x="4400550" y="763588"/>
          <p14:tracePt t="4185" x="4422775" y="763588"/>
          <p14:tracePt t="4191" x="4468813" y="763588"/>
          <p14:tracePt t="4199" x="4525963" y="763588"/>
          <p14:tracePt t="4199" x="4543425" y="763588"/>
          <p14:tracePt t="4200" x="4548188" y="763588"/>
          <p14:tracePt t="4206" x="4583113" y="763588"/>
          <p14:tracePt t="4212" x="4627563" y="763588"/>
          <p14:tracePt t="4219" x="4662488" y="763588"/>
          <p14:tracePt t="4227" x="4697413" y="769938"/>
          <p14:tracePt t="4233" x="4724400" y="774700"/>
          <p14:tracePt t="4240" x="4752975" y="781050"/>
          <p14:tracePt t="4247" x="4770438" y="787400"/>
          <p14:tracePt t="4254" x="4787900" y="792163"/>
          <p14:tracePt t="4261" x="4799013" y="798513"/>
          <p14:tracePt t="4268" x="4810125" y="803275"/>
          <p14:tracePt t="4276" x="4827588" y="809625"/>
          <p14:tracePt t="4282" x="4838700" y="815975"/>
          <p14:tracePt t="4289" x="4849813" y="827088"/>
          <p14:tracePt t="4296" x="4867275" y="831850"/>
          <p14:tracePt t="4303" x="4884738" y="838200"/>
          <p14:tracePt t="4310" x="4902200" y="842963"/>
          <p14:tracePt t="4317" x="4919663" y="849313"/>
          <p14:tracePt t="4324" x="4948238" y="860425"/>
          <p14:tracePt t="4330" x="4981575" y="866775"/>
          <p14:tracePt t="4337" x="5016500" y="871538"/>
          <p14:tracePt t="4338" x="5045075" y="877888"/>
          <p14:tracePt t="4345" x="5073650" y="877888"/>
          <p14:tracePt t="4352" x="5113338" y="884238"/>
          <p14:tracePt t="4352" x="5129213" y="884238"/>
          <p14:tracePt t="4365" x="5181600" y="889000"/>
          <p14:tracePt t="4366" x="5186363" y="895350"/>
          <p14:tracePt t="4372" x="5210175" y="895350"/>
          <p14:tracePt t="4379" x="5226050" y="900113"/>
          <p14:tracePt t="4380" x="5232400" y="900113"/>
          <p14:tracePt t="4386" x="5238750" y="900113"/>
          <p14:tracePt t="4393" x="5243513" y="900113"/>
          <p14:tracePt t="4400" x="5243513" y="906463"/>
          <p14:tracePt t="4407" x="5254625" y="906463"/>
          <p14:tracePt t="4414" x="5254625" y="912813"/>
          <p14:tracePt t="4421" x="5260975" y="917575"/>
          <p14:tracePt t="4428" x="5260975" y="923925"/>
          <p14:tracePt t="4435" x="5272088" y="928688"/>
          <p14:tracePt t="4442" x="5278438" y="928688"/>
          <p14:tracePt t="4443" x="5278438" y="935038"/>
          <p14:tracePt t="4448" x="5283200" y="941388"/>
          <p14:tracePt t="4456" x="5283200" y="946150"/>
          <p14:tracePt t="4462" x="5295900" y="952500"/>
          <p14:tracePt t="4470" x="5300663" y="957263"/>
          <p14:tracePt t="4476" x="5300663" y="963613"/>
          <p14:tracePt t="4483" x="5300663" y="968375"/>
          <p14:tracePt t="4490" x="5307013" y="968375"/>
          <p14:tracePt t="6947" x="5307013" y="974725"/>
          <p14:tracePt t="6953" x="5307013" y="981075"/>
          <p14:tracePt t="6957" x="5307013" y="985838"/>
          <p14:tracePt t="6963" x="5307013" y="996950"/>
          <p14:tracePt t="6969" x="5307013" y="1009650"/>
          <p14:tracePt t="6976" x="5300663" y="1020763"/>
          <p14:tracePt t="8048" x="5295900" y="1020763"/>
          <p14:tracePt t="8054" x="5289550" y="1020763"/>
          <p14:tracePt t="8061" x="5278438" y="1014413"/>
          <p14:tracePt t="8067" x="5267325" y="1009650"/>
          <p14:tracePt t="8074" x="5232400" y="1003300"/>
          <p14:tracePt t="8088" x="5146675" y="981075"/>
          <p14:tracePt t="8088" x="5129213" y="974725"/>
          <p14:tracePt t="8089" x="5124450" y="974725"/>
          <p14:tracePt t="8095" x="5100638" y="974725"/>
          <p14:tracePt t="8095" x="5078413" y="968375"/>
          <p14:tracePt t="8102" x="5027613" y="957263"/>
          <p14:tracePt t="8103" x="5003800" y="957263"/>
          <p14:tracePt t="8103" x="4992688" y="957263"/>
          <p14:tracePt t="8110" x="4913313" y="952500"/>
          <p14:tracePt t="8111" x="4895850" y="952500"/>
          <p14:tracePt t="8111" x="4878388" y="952500"/>
          <p14:tracePt t="8117" x="4799013" y="946150"/>
          <p14:tracePt t="8117" x="4781550" y="946150"/>
          <p14:tracePt t="8129" x="4565650" y="941388"/>
          <p14:tracePt t="8130" x="4537075" y="941388"/>
          <p14:tracePt t="8136" x="4429125" y="941388"/>
          <p14:tracePt t="8143" x="4235450" y="941388"/>
          <p14:tracePt t="8150" x="4064000" y="941388"/>
          <p14:tracePt t="8157" x="3848100" y="941388"/>
          <p14:tracePt t="8164" x="3681413" y="941388"/>
          <p14:tracePt t="8171" x="3522663" y="935038"/>
          <p14:tracePt t="8178" x="3278188" y="923925"/>
          <p14:tracePt t="8179" x="3232150" y="917575"/>
          <p14:tracePt t="8185" x="3124200" y="912813"/>
          <p14:tracePt t="8185" x="3082925" y="912813"/>
          <p14:tracePt t="8192" x="2981325" y="906463"/>
          <p14:tracePt t="8192" x="2963863" y="906463"/>
          <p14:tracePt t="8198" x="2878138" y="906463"/>
          <p14:tracePt t="8205" x="2809875" y="900113"/>
          <p14:tracePt t="8212" x="2752725" y="900113"/>
          <p14:tracePt t="8213" x="2747963" y="900113"/>
          <p14:tracePt t="8214" x="2735263" y="900113"/>
          <p14:tracePt t="8219" x="2713038" y="900113"/>
          <p14:tracePt t="8226" x="2684463" y="900113"/>
          <p14:tracePt t="8233" x="2679700" y="900113"/>
          <p14:tracePt t="8240" x="2679700" y="906463"/>
          <p14:tracePt t="8380" x="2684463" y="906463"/>
          <p14:tracePt t="8387" x="2690813" y="906463"/>
          <p14:tracePt t="8393" x="2695575" y="906463"/>
          <p14:tracePt t="8394" x="2701925" y="906463"/>
          <p14:tracePt t="8395" x="2706688" y="906463"/>
          <p14:tracePt t="8400" x="2713038" y="906463"/>
          <p14:tracePt t="8407" x="2724150" y="906463"/>
          <p14:tracePt t="8414" x="2741613" y="906463"/>
          <p14:tracePt t="8421" x="2759075" y="900113"/>
          <p14:tracePt t="8435" x="2805113" y="889000"/>
          <p14:tracePt t="8449" x="2873375" y="871538"/>
          <p14:tracePt t="8456" x="2906713" y="866775"/>
          <p14:tracePt t="8463" x="2946400" y="866775"/>
          <p14:tracePt t="8470" x="2992438" y="866775"/>
          <p14:tracePt t="8477" x="3043238" y="860425"/>
          <p14:tracePt t="8477" x="3054350" y="860425"/>
          <p14:tracePt t="8483" x="3095625" y="860425"/>
          <p14:tracePt t="8498" x="3192463" y="860425"/>
          <p14:tracePt t="8504" x="3236913" y="855663"/>
          <p14:tracePt t="8511" x="3265488" y="855663"/>
          <p14:tracePt t="8512" x="3289300" y="855663"/>
          <p14:tracePt t="8513" x="3300413" y="855663"/>
          <p14:tracePt t="8518" x="3317875" y="855663"/>
          <p14:tracePt t="8525" x="3351213" y="849313"/>
          <p14:tracePt t="8532" x="3368675" y="849313"/>
          <p14:tracePt t="8539" x="3379788" y="842963"/>
          <p14:tracePt t="8982" x="3379788" y="849313"/>
          <p14:tracePt t="8984" x="3375025" y="849313"/>
          <p14:tracePt t="8990" x="3362325" y="860425"/>
          <p14:tracePt t="8997" x="3340100" y="871538"/>
          <p14:tracePt t="9004" x="3317875" y="889000"/>
          <p14:tracePt t="9011" x="3289300" y="895350"/>
          <p14:tracePt t="9018" x="3260725" y="900113"/>
          <p14:tracePt t="9025" x="3225800" y="906463"/>
          <p14:tracePt t="9032" x="3186113" y="906463"/>
          <p14:tracePt t="9040" x="3146425" y="912813"/>
          <p14:tracePt t="9053" x="3043238" y="912813"/>
          <p14:tracePt t="9054" x="3027363" y="912813"/>
          <p14:tracePt t="9055" x="3014663" y="912813"/>
          <p14:tracePt t="9056" x="3003550" y="912813"/>
          <p14:tracePt t="9060" x="2946400" y="912813"/>
          <p14:tracePt t="9067" x="2895600" y="912813"/>
          <p14:tracePt t="9074" x="2809875" y="912813"/>
          <p14:tracePt t="9081" x="2724150" y="912813"/>
          <p14:tracePt t="9095" x="2547938" y="912813"/>
          <p14:tracePt t="9095" x="2525713" y="912813"/>
          <p14:tracePt t="9101" x="2479675" y="912813"/>
          <p14:tracePt t="9109" x="2354263" y="912813"/>
          <p14:tracePt t="9116" x="2262188" y="912813"/>
          <p14:tracePt t="9123" x="2149475" y="923925"/>
          <p14:tracePt t="9129" x="2046288" y="928688"/>
          <p14:tracePt t="9136" x="1943100" y="941388"/>
          <p14:tracePt t="9143" x="1830388" y="952500"/>
          <p14:tracePt t="9150" x="1720850" y="963613"/>
          <p14:tracePt t="9157" x="1601788" y="974725"/>
          <p14:tracePt t="9164" x="1498600" y="985838"/>
          <p14:tracePt t="9171" x="1401763" y="996950"/>
          <p14:tracePt t="9178" x="1316038" y="1003300"/>
          <p14:tracePt t="9179" x="1287463" y="1009650"/>
          <p14:tracePt t="9180" x="1282700" y="1009650"/>
          <p14:tracePt t="9181" x="1271588" y="1009650"/>
          <p14:tracePt t="9185" x="1236663" y="1014413"/>
          <p14:tracePt t="9199" x="1128713" y="1020763"/>
          <p14:tracePt t="9205" x="1106488" y="1025525"/>
          <p14:tracePt t="9213" x="1065213" y="1025525"/>
          <p14:tracePt t="9219" x="1049338" y="1025525"/>
          <p14:tracePt t="9227" x="1042988" y="1025525"/>
          <p14:tracePt t="9233" x="1036638" y="1025525"/>
          <p14:tracePt t="9351" x="1042988" y="1025525"/>
          <p14:tracePt t="9354" x="1049338" y="1025525"/>
          <p14:tracePt t="9359" x="1054100" y="1025525"/>
          <p14:tracePt t="9365" x="1060450" y="1020763"/>
          <p14:tracePt t="9373" x="1077913" y="1009650"/>
          <p14:tracePt t="9380" x="1089025" y="1003300"/>
          <p14:tracePt t="9393" x="1117600" y="985838"/>
          <p14:tracePt t="9400" x="1122363" y="981075"/>
          <p14:tracePt t="9407" x="1135063" y="974725"/>
          <p14:tracePt t="9414" x="1139825" y="974725"/>
          <p14:tracePt t="9421" x="1146175" y="968375"/>
          <p14:tracePt t="9428" x="1150938" y="963613"/>
          <p14:tracePt t="9435" x="1157288" y="963613"/>
          <p14:tracePt t="9442" x="1162050" y="963613"/>
          <p14:tracePt t="9459" x="1168400" y="963613"/>
          <p14:tracePt t="9490" x="1168400" y="957263"/>
          <p14:tracePt t="9493" x="1174750" y="957263"/>
          <p14:tracePt t="9512" x="1179513" y="957263"/>
          <p14:tracePt t="9576" x="1185863" y="957263"/>
          <p14:tracePt t="9582" x="1190625" y="957263"/>
          <p14:tracePt t="9587" x="1196975" y="957263"/>
          <p14:tracePt t="9590" x="1203325" y="957263"/>
          <p14:tracePt t="9594" x="1214438" y="957263"/>
          <p14:tracePt t="9601" x="1231900" y="957263"/>
          <p14:tracePt t="9608" x="1247775" y="957263"/>
          <p14:tracePt t="9616" x="1276350" y="963613"/>
          <p14:tracePt t="9616" x="1282700" y="963613"/>
          <p14:tracePt t="9622" x="1300163" y="968375"/>
          <p14:tracePt t="9629" x="1333500" y="974725"/>
          <p14:tracePt t="9636" x="1390650" y="981075"/>
          <p14:tracePt t="9643" x="1441450" y="985838"/>
          <p14:tracePt t="9650" x="1516063" y="1003300"/>
          <p14:tracePt t="9657" x="1658938" y="1031875"/>
          <p14:tracePt t="9664" x="1841500" y="1066800"/>
          <p14:tracePt t="9671" x="2081213" y="1106488"/>
          <p14:tracePt t="9678" x="2325688" y="1139825"/>
          <p14:tracePt t="9685" x="2616200" y="1179513"/>
          <p14:tracePt t="9692" x="2952750" y="1208088"/>
          <p14:tracePt t="9706" x="3590925" y="1236663"/>
          <p14:tracePt t="9707" x="3636963" y="1236663"/>
          <p14:tracePt t="9713" x="3921125" y="1236663"/>
          <p14:tracePt t="9714" x="4006850" y="1236663"/>
          <p14:tracePt t="9720" x="4160838" y="1236663"/>
          <p14:tracePt t="9727" x="4400550" y="1225550"/>
          <p14:tracePt t="9733" x="4600575" y="1208088"/>
          <p14:tracePt t="9741" x="4724400" y="1192213"/>
          <p14:tracePt t="9747" x="4833938" y="1174750"/>
          <p14:tracePt t="9754" x="4906963" y="1157288"/>
          <p14:tracePt t="9761" x="4948238" y="1150938"/>
          <p14:tracePt t="9769" x="4975225" y="1139825"/>
          <p14:tracePt t="9776" x="4992688" y="1135063"/>
          <p14:tracePt t="9789" x="5010150" y="1128713"/>
          <p14:tracePt t="9796" x="5016500" y="1128713"/>
          <p14:tracePt t="9803" x="5021263" y="1122363"/>
          <p14:tracePt t="9810" x="5027613" y="1122363"/>
          <p14:tracePt t="9817" x="5032375" y="1117600"/>
          <p14:tracePt t="9824" x="5038725" y="1117600"/>
          <p14:tracePt t="9831" x="5045075" y="1117600"/>
          <p14:tracePt t="9837" x="5056188" y="1111250"/>
          <p14:tracePt t="9844" x="5067300" y="1111250"/>
          <p14:tracePt t="9851" x="5084763" y="1106488"/>
          <p14:tracePt t="9858" x="5113338" y="1106488"/>
          <p14:tracePt t="9865" x="5135563" y="1106488"/>
          <p14:tracePt t="9872" x="5157788" y="1100138"/>
          <p14:tracePt t="9879" x="5181600" y="1093788"/>
          <p14:tracePt t="9886" x="5192713" y="1093788"/>
          <p14:tracePt t="9893" x="5203825" y="1093788"/>
          <p14:tracePt t="9900" x="5214938" y="1093788"/>
          <p14:tracePt t="9908" x="5221288" y="1093788"/>
          <p14:tracePt t="9914" x="5226050" y="1093788"/>
          <p14:tracePt t="10011" x="5221288" y="1093788"/>
          <p14:tracePt t="10017" x="5214938" y="1093788"/>
          <p14:tracePt t="10019" x="5210175" y="1093788"/>
          <p14:tracePt t="10025" x="5203825" y="1093788"/>
          <p14:tracePt t="10032" x="5199063" y="1093788"/>
          <p14:tracePt t="10039" x="5181600" y="1093788"/>
          <p14:tracePt t="10046" x="5164138" y="1093788"/>
          <p14:tracePt t="10053" x="5129213" y="1093788"/>
          <p14:tracePt t="10053" x="5118100" y="1093788"/>
          <p14:tracePt t="10054" x="5113338" y="1093788"/>
          <p14:tracePt t="10060" x="5089525" y="1100138"/>
          <p14:tracePt t="10067" x="5038725" y="1106488"/>
          <p14:tracePt t="10068" x="5027613" y="1106488"/>
          <p14:tracePt t="10068" x="5021263" y="1106488"/>
          <p14:tracePt t="10073" x="4981575" y="1106488"/>
          <p14:tracePt t="10081" x="4906963" y="1106488"/>
          <p14:tracePt t="10081" x="4884738" y="1106488"/>
          <p14:tracePt t="10087" x="4833938" y="1106488"/>
          <p14:tracePt t="10088" x="4822825" y="1106488"/>
          <p14:tracePt t="10089" x="4810125" y="1106488"/>
          <p14:tracePt t="10089" x="4799013" y="1100138"/>
          <p14:tracePt t="10094" x="4748213" y="1100138"/>
          <p14:tracePt t="10101" x="4673600" y="1089025"/>
          <p14:tracePt t="10102" x="4645025" y="1082675"/>
          <p14:tracePt t="10103" x="4633913" y="1082675"/>
          <p14:tracePt t="10108" x="4559300" y="1077913"/>
          <p14:tracePt t="10115" x="4451350" y="1060450"/>
          <p14:tracePt t="10122" x="4332288" y="1042988"/>
          <p14:tracePt t="10129" x="4224338" y="1025525"/>
          <p14:tracePt t="10136" x="4143375" y="1014413"/>
          <p14:tracePt t="10143" x="4041775" y="996950"/>
          <p14:tracePt t="10144" x="3995738" y="992188"/>
          <p14:tracePt t="10144" x="3978275" y="992188"/>
          <p14:tracePt t="10150" x="3921125" y="981075"/>
          <p14:tracePt t="10157" x="3819525" y="963613"/>
          <p14:tracePt t="10164" x="3709988" y="952500"/>
          <p14:tracePt t="10165" x="3681413" y="946150"/>
          <p14:tracePt t="10165" x="3670300" y="946150"/>
          <p14:tracePt t="10171" x="3608388" y="941388"/>
          <p14:tracePt t="10178" x="3511550" y="928688"/>
          <p14:tracePt t="10178" x="3476625" y="923925"/>
          <p14:tracePt t="10179" x="3459163" y="923925"/>
          <p14:tracePt t="10184" x="3408363" y="923925"/>
          <p14:tracePt t="10192" x="3317875" y="912813"/>
          <p14:tracePt t="10199" x="3225800" y="906463"/>
          <p14:tracePt t="10199" x="3192463" y="906463"/>
          <p14:tracePt t="10205" x="3135313" y="906463"/>
          <p14:tracePt t="10206" x="3106738" y="906463"/>
          <p14:tracePt t="10212" x="3043238" y="906463"/>
          <p14:tracePt t="10219" x="2974975" y="900113"/>
          <p14:tracePt t="10226" x="2913063" y="900113"/>
          <p14:tracePt t="10227" x="2906713" y="900113"/>
          <p14:tracePt t="10227" x="2901950" y="900113"/>
          <p14:tracePt t="10233" x="2867025" y="900113"/>
          <p14:tracePt t="10240" x="2816225" y="912813"/>
          <p14:tracePt t="10241" x="2809875" y="912813"/>
          <p14:tracePt t="10247" x="2770188" y="923925"/>
          <p14:tracePt t="10254" x="2741613" y="935038"/>
          <p14:tracePt t="10261" x="2719388" y="946150"/>
          <p14:tracePt t="10268" x="2701925" y="952500"/>
          <p14:tracePt t="10275" x="2695575" y="957263"/>
          <p14:tracePt t="10283" x="2690813" y="957263"/>
          <p14:tracePt t="10331" x="2690813" y="963613"/>
          <p14:tracePt t="10378" x="2695575" y="963613"/>
          <p14:tracePt t="10382" x="2701925" y="963613"/>
          <p14:tracePt t="10386" x="2706688" y="963613"/>
          <p14:tracePt t="10393" x="2719388" y="963613"/>
          <p14:tracePt t="10400" x="2735263" y="963613"/>
          <p14:tracePt t="10407" x="2759075" y="963613"/>
          <p14:tracePt t="10414" x="2787650" y="963613"/>
          <p14:tracePt t="10421" x="2816225" y="963613"/>
          <p14:tracePt t="10435" x="2895600" y="963613"/>
          <p14:tracePt t="10442" x="2935288" y="963613"/>
          <p14:tracePt t="10442" x="2952750" y="963613"/>
          <p14:tracePt t="10448" x="2986088" y="968375"/>
          <p14:tracePt t="10456" x="3049588" y="974725"/>
          <p14:tracePt t="10463" x="3124200" y="974725"/>
          <p14:tracePt t="10464" x="3146425" y="974725"/>
          <p14:tracePt t="10464" x="3168650" y="974725"/>
          <p14:tracePt t="10470" x="3221038" y="981075"/>
          <p14:tracePt t="10484" x="3386138" y="985838"/>
          <p14:tracePt t="10491" x="3482975" y="985838"/>
          <p14:tracePt t="10491" x="3511550" y="985838"/>
          <p14:tracePt t="10497" x="3579813" y="985838"/>
          <p14:tracePt t="10504" x="3665538" y="985838"/>
          <p14:tracePt t="10511" x="3727450" y="985838"/>
          <p14:tracePt t="10518" x="3784600" y="981075"/>
          <p14:tracePt t="10525" x="3830638" y="981075"/>
          <p14:tracePt t="10532" x="3863975" y="981075"/>
          <p14:tracePt t="10539" x="3892550" y="981075"/>
          <p14:tracePt t="10546" x="3921125" y="981075"/>
          <p14:tracePt t="10553" x="3938588" y="985838"/>
          <p14:tracePt t="10560" x="3967163" y="985838"/>
          <p14:tracePt t="10567" x="3989388" y="985838"/>
          <p14:tracePt t="10574" x="4002088" y="985838"/>
          <p14:tracePt t="10575" x="4013200" y="985838"/>
          <p14:tracePt t="10588" x="4041775" y="985838"/>
          <p14:tracePt t="10595" x="4057650" y="985838"/>
          <p14:tracePt t="10602" x="4075113" y="985838"/>
          <p14:tracePt t="10603" x="4081463" y="985838"/>
          <p14:tracePt t="10603" x="4086225" y="985838"/>
          <p14:tracePt t="10608" x="4098925" y="985838"/>
          <p14:tracePt t="10615" x="4114800" y="985838"/>
          <p14:tracePt t="10622" x="4132263" y="981075"/>
          <p14:tracePt t="10629" x="4143375" y="981075"/>
          <p14:tracePt t="10638" x="4154488" y="981075"/>
          <p14:tracePt t="10643" x="4171950" y="981075"/>
          <p14:tracePt t="10657" x="4189413" y="974725"/>
          <p14:tracePt t="10658" x="4195763" y="974725"/>
          <p14:tracePt t="10664" x="4206875" y="974725"/>
          <p14:tracePt t="10671" x="4211638" y="974725"/>
          <p14:tracePt t="10678" x="4224338" y="974725"/>
          <p14:tracePt t="10684" x="4229100" y="974725"/>
          <p14:tracePt t="10691" x="4235450" y="974725"/>
          <p14:tracePt t="10700" x="4240213" y="974725"/>
          <p14:tracePt t="10705" x="4246563" y="974725"/>
          <p14:tracePt t="10716" x="4251325" y="974725"/>
          <p14:tracePt t="10727" x="4257675" y="981075"/>
          <p14:tracePt t="10732" x="4257675" y="985838"/>
          <p14:tracePt t="10733" x="4264025" y="985838"/>
          <p14:tracePt t="10740" x="4268788" y="985838"/>
          <p14:tracePt t="10747" x="4275138" y="992188"/>
          <p14:tracePt t="10755" x="4279900" y="992188"/>
          <p14:tracePt t="10762" x="4279900" y="996950"/>
          <p14:tracePt t="10768" x="4292600" y="996950"/>
          <p14:tracePt t="10776" x="4297363" y="996950"/>
          <p14:tracePt t="10782" x="4303713" y="996950"/>
          <p14:tracePt t="10789" x="4314825" y="996950"/>
          <p14:tracePt t="10790" x="4314825" y="1003300"/>
          <p14:tracePt t="10796" x="4321175" y="1003300"/>
          <p14:tracePt t="10803" x="4325938" y="1003300"/>
          <p14:tracePt t="10809" x="4332288" y="1003300"/>
          <p14:tracePt t="10817" x="4337050" y="1003300"/>
          <p14:tracePt t="10910" x="4343400" y="1003300"/>
          <p14:tracePt t="10917" x="4349750" y="1003300"/>
          <p14:tracePt t="10922" x="4354513" y="1003300"/>
          <p14:tracePt t="10924" x="4360863" y="1003300"/>
          <p14:tracePt t="10928" x="4365625" y="1003300"/>
          <p14:tracePt t="10935" x="4371975" y="1003300"/>
          <p14:tracePt t="10942" x="4376738" y="1003300"/>
          <p14:tracePt t="10949" x="4389438" y="1003300"/>
          <p14:tracePt t="10956" x="4394200" y="1003300"/>
          <p14:tracePt t="10970" x="4411663" y="1003300"/>
          <p14:tracePt t="10977" x="4418013" y="1003300"/>
          <p14:tracePt t="10985" x="4422775" y="1003300"/>
          <p14:tracePt t="11122" x="4422775" y="1009650"/>
          <p14:tracePt t="11129" x="4422775" y="1014413"/>
          <p14:tracePt t="11131" x="4418013" y="1014413"/>
          <p14:tracePt t="11136" x="4411663" y="1025525"/>
          <p14:tracePt t="11143" x="4389438" y="1038225"/>
          <p14:tracePt t="11150" x="4360863" y="1049338"/>
          <p14:tracePt t="11157" x="4332288" y="1060450"/>
          <p14:tracePt t="11164" x="4286250" y="1071563"/>
          <p14:tracePt t="11171" x="4235450" y="1082675"/>
          <p14:tracePt t="11178" x="4154488" y="1089025"/>
          <p14:tracePt t="11179" x="4138613" y="1093788"/>
          <p14:tracePt t="11179" x="4132263" y="1093788"/>
          <p14:tracePt t="11185" x="4086225" y="1100138"/>
          <p14:tracePt t="11192" x="3984625" y="1111250"/>
          <p14:tracePt t="11199" x="3887788" y="1122363"/>
          <p14:tracePt t="11206" x="3790950" y="1128713"/>
          <p14:tracePt t="11213" x="3694113" y="1139825"/>
          <p14:tracePt t="11213" x="3648075" y="1139825"/>
          <p14:tracePt t="11220" x="3573463" y="1139825"/>
          <p14:tracePt t="11226" x="3500438" y="1146175"/>
          <p14:tracePt t="11233" x="3390900" y="1146175"/>
          <p14:tracePt t="11240" x="3294063" y="1146175"/>
          <p14:tracePt t="11247" x="3168650" y="1135063"/>
          <p14:tracePt t="11254" x="3043238" y="1122363"/>
          <p14:tracePt t="11261" x="2946400" y="1117600"/>
          <p14:tracePt t="11268" x="2816225" y="1117600"/>
          <p14:tracePt t="11275" x="2719388" y="1111250"/>
          <p14:tracePt t="11276" x="2684463" y="1111250"/>
          <p14:tracePt t="11276" x="2667000" y="1111250"/>
          <p14:tracePt t="11282" x="2587625" y="1106488"/>
          <p14:tracePt t="11289" x="2468563" y="1106488"/>
          <p14:tracePt t="11296" x="2336800" y="1106488"/>
          <p14:tracePt t="11303" x="2233613" y="1106488"/>
          <p14:tracePt t="11304" x="2200275" y="1106488"/>
          <p14:tracePt t="11304" x="2182813" y="1106488"/>
          <p14:tracePt t="11310" x="2132013" y="1106488"/>
          <p14:tracePt t="11317" x="2046288" y="1117600"/>
          <p14:tracePt t="11317" x="2006600" y="1117600"/>
          <p14:tracePt t="11324" x="1938338" y="1122363"/>
          <p14:tracePt t="11324" x="1909763" y="1122363"/>
          <p14:tracePt t="11330" x="1870075" y="1128713"/>
          <p14:tracePt t="11338" x="1801813" y="1135063"/>
          <p14:tracePt t="11338" x="1778000" y="1139825"/>
          <p14:tracePt t="11344" x="1738313" y="1139825"/>
          <p14:tracePt t="11351" x="1670050" y="1139825"/>
          <p14:tracePt t="11358" x="1624013" y="1139825"/>
          <p14:tracePt t="11365" x="1584325" y="1139825"/>
          <p14:tracePt t="11372" x="1550988" y="1139825"/>
          <p14:tracePt t="11379" x="1516063" y="1139825"/>
          <p14:tracePt t="11386" x="1487488" y="1135063"/>
          <p14:tracePt t="11393" x="1454150" y="1135063"/>
          <p14:tracePt t="11400" x="1425575" y="1135063"/>
          <p14:tracePt t="11407" x="1397000" y="1128713"/>
          <p14:tracePt t="11414" x="1368425" y="1128713"/>
          <p14:tracePt t="11421" x="1344613" y="1128713"/>
          <p14:tracePt t="11428" x="1328738" y="1128713"/>
          <p14:tracePt t="11428" x="1322388" y="1128713"/>
          <p14:tracePt t="11435" x="1316038" y="1128713"/>
          <p14:tracePt t="11441" x="1311275" y="1128713"/>
          <p14:tracePt t="11449" x="1311275" y="1135063"/>
          <p14:tracePt t="11474" x="1304925" y="1135063"/>
          <p14:tracePt t="11544" x="1304925" y="1139825"/>
          <p14:tracePt t="11547" x="1304925" y="1146175"/>
          <p14:tracePt t="11554" x="1304925" y="1150938"/>
          <p14:tracePt t="11562" x="1304925" y="1157288"/>
          <p14:tracePt t="11567" x="1304925" y="1163638"/>
          <p14:tracePt t="11574" x="1304925" y="1168400"/>
          <p14:tracePt t="11581" x="1304925" y="1174750"/>
          <p14:tracePt t="11589" x="1304925" y="1179513"/>
          <p14:tracePt t="11601" x="1304925" y="1185863"/>
          <p14:tracePt t="11605" x="1304925" y="1192213"/>
          <p14:tracePt t="11619" x="1304925" y="1196975"/>
          <p14:tracePt t="11628" x="1304925" y="1203325"/>
          <p14:tracePt t="11639" x="1304925" y="1208088"/>
          <p14:tracePt t="11647" x="1304925" y="1214438"/>
          <p14:tracePt t="11651" x="1304925" y="1219200"/>
          <p14:tracePt t="11659" x="1300163" y="1225550"/>
          <p14:tracePt t="11671" x="1300163" y="1236663"/>
          <p14:tracePt t="11678" x="1293813" y="1236663"/>
          <p14:tracePt t="11685" x="1293813" y="1247775"/>
          <p14:tracePt t="11692" x="1287463" y="1247775"/>
          <p14:tracePt t="11699" x="1287463" y="1265238"/>
          <p14:tracePt t="11706" x="1276350" y="1271588"/>
          <p14:tracePt t="11713" x="1271588" y="1282700"/>
          <p14:tracePt t="11713" x="1265238" y="1289050"/>
          <p14:tracePt t="11719" x="1254125" y="1293813"/>
          <p14:tracePt t="11726" x="1247775" y="1300163"/>
          <p14:tracePt t="11727" x="1247775" y="1304925"/>
          <p14:tracePt t="11728" x="1243013" y="1304925"/>
          <p14:tracePt t="11733" x="1243013" y="1311275"/>
          <p14:tracePt t="11741" x="1231900" y="1317625"/>
          <p14:tracePt t="11747" x="1225550" y="1322388"/>
          <p14:tracePt t="11896" x="1231900" y="1322388"/>
          <p14:tracePt t="11899" x="1236663" y="1322388"/>
          <p14:tracePt t="11901" x="1243013" y="1322388"/>
          <p14:tracePt t="11907" x="1258888" y="1322388"/>
          <p14:tracePt t="11914" x="1293813" y="1322388"/>
          <p14:tracePt t="11921" x="1339850" y="1322388"/>
          <p14:tracePt t="11928" x="1384300" y="1333500"/>
          <p14:tracePt t="11935" x="1476375" y="1339850"/>
          <p14:tracePt t="11942" x="1579563" y="1350963"/>
          <p14:tracePt t="11949" x="1676400" y="1357313"/>
          <p14:tracePt t="11956" x="1806575" y="1373188"/>
          <p14:tracePt t="11962" x="1914525" y="1379538"/>
          <p14:tracePt t="11970" x="2039938" y="1390650"/>
          <p14:tracePt t="11970" x="2085975" y="1397000"/>
          <p14:tracePt t="11971" x="2103438" y="1401763"/>
          <p14:tracePt t="11976" x="2189163" y="1408113"/>
          <p14:tracePt t="11983" x="2314575" y="1414463"/>
          <p14:tracePt t="11990" x="2468563" y="1425575"/>
          <p14:tracePt t="11997" x="2598738" y="1430338"/>
          <p14:tracePt t="12004" x="2684463" y="1436688"/>
          <p14:tracePt t="12011" x="2776538" y="1443038"/>
          <p14:tracePt t="12018" x="2867025" y="1443038"/>
          <p14:tracePt t="12025" x="2928938" y="1447800"/>
          <p14:tracePt t="12026" x="2946400" y="1447800"/>
          <p14:tracePt t="12026" x="2952750" y="1447800"/>
          <p14:tracePt t="12032" x="2974975" y="1447800"/>
          <p14:tracePt t="12039" x="3021013" y="1447800"/>
          <p14:tracePt t="12046" x="3060700" y="1447800"/>
          <p14:tracePt t="12053" x="3100388" y="1447800"/>
          <p14:tracePt t="12060" x="3140075" y="1447800"/>
          <p14:tracePt t="12067" x="3179763" y="1447800"/>
          <p14:tracePt t="12068" x="3192463" y="1447800"/>
          <p14:tracePt t="12069" x="3197225" y="1447800"/>
          <p14:tracePt t="12070" x="3203575" y="1447800"/>
          <p14:tracePt t="12070" x="3208338" y="1447800"/>
          <p14:tracePt t="12073" x="3214688" y="1447800"/>
          <p14:tracePt t="12080" x="3271838" y="1447800"/>
          <p14:tracePt t="12087" x="3311525" y="1447800"/>
          <p14:tracePt t="12094" x="3368675" y="1447800"/>
          <p14:tracePt t="12101" x="3425825" y="1447800"/>
          <p14:tracePt t="12102" x="3436938" y="1447800"/>
          <p14:tracePt t="12103" x="3448050" y="1447800"/>
          <p14:tracePt t="12103" x="3459163" y="1447800"/>
          <p14:tracePt t="12108" x="3494088" y="1447800"/>
          <p14:tracePt t="12115" x="3556000" y="1447800"/>
          <p14:tracePt t="12122" x="3636963" y="1447800"/>
          <p14:tracePt t="12130" x="3716338" y="1443038"/>
          <p14:tracePt t="12131" x="3738563" y="1443038"/>
          <p14:tracePt t="12131" x="3744913" y="1443038"/>
          <p14:tracePt t="12136" x="3773488" y="1443038"/>
          <p14:tracePt t="12143" x="3870325" y="1443038"/>
          <p14:tracePt t="12150" x="3960813" y="1443038"/>
          <p14:tracePt t="12157" x="4064000" y="1436688"/>
          <p14:tracePt t="12164" x="4154488" y="1430338"/>
          <p14:tracePt t="12165" x="4167188" y="1430338"/>
          <p14:tracePt t="12166" x="4178300" y="1430338"/>
          <p14:tracePt t="12167" x="4217988" y="1430338"/>
          <p14:tracePt t="12167" x="4229100" y="1430338"/>
          <p14:tracePt t="12171" x="4264025" y="1425575"/>
          <p14:tracePt t="12178" x="4371975" y="1425575"/>
          <p14:tracePt t="12185" x="4475163" y="1425575"/>
          <p14:tracePt t="12192" x="4594225" y="1425575"/>
          <p14:tracePt t="12199" x="4697413" y="1425575"/>
          <p14:tracePt t="12206" x="4799013" y="1425575"/>
          <p14:tracePt t="12213" x="4867275" y="1425575"/>
          <p14:tracePt t="12220" x="4935538" y="1425575"/>
          <p14:tracePt t="12221" x="4953000" y="1425575"/>
          <p14:tracePt t="12222" x="4959350" y="1425575"/>
          <p14:tracePt t="12223" x="4970463" y="1425575"/>
          <p14:tracePt t="12223" x="4975225" y="1425575"/>
          <p14:tracePt t="12227" x="4987925" y="1425575"/>
          <p14:tracePt t="12234" x="5032375" y="1425575"/>
          <p14:tracePt t="12241" x="5067300" y="1425575"/>
          <p14:tracePt t="12247" x="5089525" y="1425575"/>
          <p14:tracePt t="12254" x="5100638" y="1425575"/>
          <p14:tracePt t="12301" x="5106988" y="1425575"/>
          <p14:tracePt t="12315" x="5106988" y="1419225"/>
          <p14:tracePt t="12318" x="5113338" y="1419225"/>
          <p14:tracePt t="12326" x="5113338" y="1414463"/>
          <p14:tracePt t="12330" x="5113338" y="1408113"/>
          <p14:tracePt t="12342" x="5113338" y="1401763"/>
          <p14:tracePt t="12344" x="5118100" y="1401763"/>
          <p14:tracePt t="12351" x="5118100" y="1397000"/>
          <p14:tracePt t="12370" x="5118100" y="1390650"/>
          <p14:tracePt t="12383" x="5118100" y="1385888"/>
          <p14:tracePt t="12390" x="5118100" y="1379538"/>
          <p14:tracePt t="12397" x="5113338" y="1379538"/>
          <p14:tracePt t="12399" x="5113338" y="1373188"/>
          <p14:tracePt t="12401" x="5106988" y="1373188"/>
          <p14:tracePt t="12408" x="5100638" y="1368425"/>
          <p14:tracePt t="12414" x="5095875" y="1368425"/>
          <p14:tracePt t="12421" x="5089525" y="1362075"/>
          <p14:tracePt t="12428" x="5078413" y="1362075"/>
          <p14:tracePt t="12435" x="5056188" y="1357313"/>
          <p14:tracePt t="12442" x="5027613" y="1357313"/>
          <p14:tracePt t="12449" x="4999038" y="1350963"/>
          <p14:tracePt t="12456" x="4964113" y="1350963"/>
          <p14:tracePt t="12463" x="4919663" y="1350963"/>
          <p14:tracePt t="12464" x="4906963" y="1350963"/>
          <p14:tracePt t="12465" x="4902200" y="1350963"/>
          <p14:tracePt t="12465" x="4891088" y="1350963"/>
          <p14:tracePt t="12469" x="4867275" y="1350963"/>
          <p14:tracePt t="12477" x="4810125" y="1350963"/>
          <p14:tracePt t="12483" x="4752975" y="1350963"/>
          <p14:tracePt t="12490" x="4668838" y="1357313"/>
          <p14:tracePt t="12497" x="4587875" y="1357313"/>
          <p14:tracePt t="12504" x="4519613" y="1357313"/>
          <p14:tracePt t="12512" x="4462463" y="1357313"/>
          <p14:tracePt t="12518" x="4389438" y="1357313"/>
          <p14:tracePt t="12525" x="4325938" y="1357313"/>
          <p14:tracePt t="12532" x="4268788" y="1357313"/>
          <p14:tracePt t="12539" x="4189413" y="1357313"/>
          <p14:tracePt t="12546" x="4125913" y="1350963"/>
          <p14:tracePt t="12553" x="4057650" y="1344613"/>
          <p14:tracePt t="12560" x="3967163" y="1328738"/>
          <p14:tracePt t="12567" x="3881438" y="1322388"/>
          <p14:tracePt t="12574" x="3790950" y="1311275"/>
          <p14:tracePt t="12580" x="3676650" y="1300163"/>
          <p14:tracePt t="12587" x="3584575" y="1293813"/>
          <p14:tracePt t="12594" x="3471863" y="1271588"/>
          <p14:tracePt t="12602" x="3346450" y="1265238"/>
          <p14:tracePt t="12602" x="3311525" y="1260475"/>
          <p14:tracePt t="12608" x="3232150" y="1247775"/>
          <p14:tracePt t="12615" x="3117850" y="1236663"/>
          <p14:tracePt t="12616" x="3100388" y="1231900"/>
          <p14:tracePt t="12617" x="3082925" y="1231900"/>
          <p14:tracePt t="12617" x="3067050" y="1225550"/>
          <p14:tracePt t="12622" x="3014663" y="1219200"/>
          <p14:tracePt t="12630" x="2901950" y="1203325"/>
          <p14:tracePt t="12630" x="2855913" y="1192213"/>
          <p14:tracePt t="12636" x="2787650" y="1179513"/>
          <p14:tracePt t="12643" x="2684463" y="1157288"/>
          <p14:tracePt t="12650" x="2513013" y="1135063"/>
          <p14:tracePt t="12657" x="2387600" y="1111250"/>
          <p14:tracePt t="12664" x="2251075" y="1093788"/>
          <p14:tracePt t="12671" x="2092325" y="1066800"/>
          <p14:tracePt t="12678" x="1943100" y="1042988"/>
          <p14:tracePt t="12685" x="1789113" y="1014413"/>
          <p14:tracePt t="12692" x="1624013" y="992188"/>
          <p14:tracePt t="12692" x="1579563" y="985838"/>
          <p14:tracePt t="12698" x="1482725" y="981075"/>
          <p14:tracePt t="12705" x="1300163" y="957263"/>
          <p14:tracePt t="12712" x="1157288" y="952500"/>
          <p14:tracePt t="12713" x="1128713" y="946150"/>
          <p14:tracePt t="12714" x="1106488" y="946150"/>
          <p14:tracePt t="12714" x="1093788" y="946150"/>
          <p14:tracePt t="12719" x="1009650" y="941388"/>
          <p14:tracePt t="12726" x="871538" y="935038"/>
          <p14:tracePt t="12733" x="758825" y="928688"/>
          <p14:tracePt t="12740" x="666750" y="923925"/>
          <p14:tracePt t="12747" x="576263" y="923925"/>
          <p14:tracePt t="12754" x="501650" y="923925"/>
          <p14:tracePt t="12761" x="450850" y="923925"/>
          <p14:tracePt t="12768" x="398463" y="923925"/>
          <p14:tracePt t="12775" x="365125" y="928688"/>
          <p14:tracePt t="12782" x="341313" y="928688"/>
          <p14:tracePt t="12789" x="312738" y="941388"/>
          <p14:tracePt t="12796" x="290513" y="946150"/>
          <p14:tracePt t="12803" x="285750" y="952500"/>
          <p14:tracePt t="12810" x="279400" y="957263"/>
          <p14:tracePt t="12817" x="273050" y="963613"/>
          <p14:tracePt t="12824" x="268288" y="963613"/>
          <p14:tracePt t="12831" x="261938" y="968375"/>
          <p14:tracePt t="12838" x="257175" y="974725"/>
          <p14:tracePt t="12845" x="244475" y="981075"/>
          <p14:tracePt t="12852" x="239713" y="992188"/>
          <p14:tracePt t="12858" x="233363" y="992188"/>
          <p14:tracePt t="12866" x="233363" y="996950"/>
          <p14:tracePt t="12873" x="228600" y="1003300"/>
          <p14:tracePt t="12879" x="222250" y="1003300"/>
          <p14:tracePt t="12886" x="222250" y="1009650"/>
          <p14:tracePt t="12894" x="222250" y="1014413"/>
          <p14:tracePt t="12905" x="222250" y="1020763"/>
          <p14:tracePt t="12910" x="215900" y="1025525"/>
          <p14:tracePt t="12918" x="215900" y="1031875"/>
          <p14:tracePt t="12921" x="215900" y="1038225"/>
          <p14:tracePt t="12935" x="215900" y="1060450"/>
          <p14:tracePt t="12942" x="215900" y="1066800"/>
          <p14:tracePt t="12949" x="222250" y="1071563"/>
          <p14:tracePt t="12956" x="228600" y="1082675"/>
          <p14:tracePt t="12963" x="239713" y="1093788"/>
          <p14:tracePt t="12970" x="250825" y="1106488"/>
          <p14:tracePt t="12977" x="261938" y="1111250"/>
          <p14:tracePt t="12978" x="273050" y="1117600"/>
          <p14:tracePt t="12983" x="285750" y="1122363"/>
          <p14:tracePt t="12990" x="307975" y="1135063"/>
          <p14:tracePt t="12997" x="354013" y="1150938"/>
          <p14:tracePt t="13004" x="404813" y="1163638"/>
          <p14:tracePt t="13011" x="450850" y="1174750"/>
          <p14:tracePt t="13018" x="519113" y="1185863"/>
          <p14:tracePt t="13025" x="592138" y="1196975"/>
          <p14:tracePt t="13032" x="695325" y="1214438"/>
          <p14:tracePt t="13039" x="785813" y="1219200"/>
          <p14:tracePt t="13046" x="917575" y="1225550"/>
          <p14:tracePt t="13053" x="996950" y="1225550"/>
          <p14:tracePt t="13054" x="1049338" y="1231900"/>
          <p14:tracePt t="13054" x="1093788" y="1231900"/>
          <p14:tracePt t="13060" x="1157288" y="1231900"/>
          <p14:tracePt t="13067" x="1254125" y="1231900"/>
          <p14:tracePt t="13074" x="1350963" y="1231900"/>
          <p14:tracePt t="13080" x="1430338" y="1231900"/>
          <p14:tracePt t="13087" x="1509713" y="1225550"/>
          <p14:tracePt t="13094" x="1590675" y="1225550"/>
          <p14:tracePt t="13102" x="1652588" y="1219200"/>
          <p14:tracePt t="13102" x="1663700" y="1214438"/>
          <p14:tracePt t="13103" x="1681163" y="1214438"/>
          <p14:tracePt t="13108" x="1709738" y="1214438"/>
          <p14:tracePt t="13115" x="1744663" y="1208088"/>
          <p14:tracePt t="13122" x="1773238" y="1203325"/>
          <p14:tracePt t="13130" x="1795463" y="1196975"/>
          <p14:tracePt t="13136" x="1812925" y="1196975"/>
          <p14:tracePt t="13143" x="1835150" y="1192213"/>
          <p14:tracePt t="13150" x="1852613" y="1192213"/>
          <p14:tracePt t="13157" x="1874838" y="1185863"/>
          <p14:tracePt t="13164" x="1892300" y="1179513"/>
          <p14:tracePt t="13171" x="1909763" y="1179513"/>
          <p14:tracePt t="13178" x="1943100" y="1174750"/>
          <p14:tracePt t="13185" x="1966913" y="1174750"/>
          <p14:tracePt t="13192" x="1989138" y="1174750"/>
          <p14:tracePt t="13199" x="2011363" y="1174750"/>
          <p14:tracePt t="13206" x="2046288" y="1174750"/>
          <p14:tracePt t="13213" x="2081213" y="1174750"/>
          <p14:tracePt t="13219" x="2108200" y="1174750"/>
          <p14:tracePt t="13227" x="2143125" y="1174750"/>
          <p14:tracePt t="13228" x="2154238" y="1174750"/>
          <p14:tracePt t="13229" x="2160588" y="1174750"/>
          <p14:tracePt t="13233" x="2182813" y="1179513"/>
          <p14:tracePt t="13240" x="2233613" y="1185863"/>
          <p14:tracePt t="13247" x="2290763" y="1192213"/>
          <p14:tracePt t="13256" x="2343150" y="1196975"/>
          <p14:tracePt t="13258" x="2371725" y="1196975"/>
          <p14:tracePt t="13261" x="2416175" y="1203325"/>
          <p14:tracePt t="13264" x="2451100" y="1203325"/>
          <p14:tracePt t="13265" x="2462213" y="1203325"/>
          <p14:tracePt t="13267" x="2501900" y="1208088"/>
          <p14:tracePt t="13285" x="2730500" y="1219200"/>
          <p14:tracePt t="13286" x="2747963" y="1219200"/>
          <p14:tracePt t="13287" x="2759075" y="1219200"/>
          <p14:tracePt t="13290" x="2816225" y="1219200"/>
          <p14:tracePt t="13298" x="2901950" y="1225550"/>
          <p14:tracePt t="13300" x="2952750" y="1225550"/>
          <p14:tracePt t="13301" x="2963863" y="1225550"/>
          <p14:tracePt t="13302" x="2974975" y="1225550"/>
          <p14:tracePt t="13305" x="3009900" y="1225550"/>
          <p14:tracePt t="13306" x="3021013" y="1225550"/>
          <p14:tracePt t="13308" x="3049588" y="1225550"/>
          <p14:tracePt t="13309" x="3054350" y="1225550"/>
          <p14:tracePt t="13312" x="3089275" y="1225550"/>
          <p14:tracePt t="13317" x="3124200" y="1225550"/>
          <p14:tracePt t="13324" x="3197225" y="1225550"/>
          <p14:tracePt t="13331" x="3254375" y="1225550"/>
          <p14:tracePt t="13338" x="3305175" y="1219200"/>
          <p14:tracePt t="13345" x="3346450" y="1214438"/>
          <p14:tracePt t="13351" x="3386138" y="1214438"/>
          <p14:tracePt t="13359" x="3430588" y="1214438"/>
          <p14:tracePt t="13359" x="3443288" y="1208088"/>
          <p14:tracePt t="13374" x="3568700" y="1208088"/>
          <p14:tracePt t="13377" x="3584575" y="1208088"/>
          <p14:tracePt t="13379" x="3619500" y="1208088"/>
          <p14:tracePt t="13386" x="3681413" y="1208088"/>
          <p14:tracePt t="13393" x="3762375" y="1214438"/>
          <p14:tracePt t="13400" x="3835400" y="1214438"/>
          <p14:tracePt t="13407" x="3903663" y="1214438"/>
          <p14:tracePt t="13414" x="3995738" y="1214438"/>
          <p14:tracePt t="13415" x="4017963" y="1214438"/>
          <p14:tracePt t="13416" x="4029075" y="1219200"/>
          <p14:tracePt t="13417" x="4041775" y="1219200"/>
          <p14:tracePt t="13421" x="4081463" y="1225550"/>
          <p14:tracePt t="13428" x="4160838" y="1236663"/>
          <p14:tracePt t="13435" x="4251325" y="1254125"/>
          <p14:tracePt t="13442" x="4332288" y="1265238"/>
          <p14:tracePt t="13443" x="4354513" y="1271588"/>
          <p14:tracePt t="13443" x="4371975" y="1271588"/>
          <p14:tracePt t="13449" x="4405313" y="1282700"/>
          <p14:tracePt t="13456" x="4486275" y="1289050"/>
          <p14:tracePt t="13463" x="4565650" y="1300163"/>
          <p14:tracePt t="13470" x="4633913" y="1300163"/>
          <p14:tracePt t="13477" x="4702175" y="1300163"/>
          <p14:tracePt t="13484" x="4765675" y="1300163"/>
          <p14:tracePt t="13498" x="4919663" y="1300163"/>
          <p14:tracePt t="13505" x="4999038" y="1300163"/>
          <p14:tracePt t="13506" x="5021263" y="1300163"/>
          <p14:tracePt t="13507" x="5032375" y="1300163"/>
          <p14:tracePt t="13511" x="5067300" y="1293813"/>
          <p14:tracePt t="13518" x="5135563" y="1289050"/>
          <p14:tracePt t="13525" x="5192713" y="1282700"/>
          <p14:tracePt t="13532" x="5249863" y="1271588"/>
          <p14:tracePt t="13539" x="5283200" y="1260475"/>
          <p14:tracePt t="13547" x="5307013" y="1254125"/>
          <p14:tracePt t="13553" x="5335588" y="1247775"/>
          <p14:tracePt t="13560" x="5346700" y="1243013"/>
          <p14:tracePt t="13567" x="5357813" y="1236663"/>
          <p14:tracePt t="13568" x="5364163" y="1236663"/>
          <p14:tracePt t="13574" x="5364163" y="1231900"/>
          <p14:tracePt t="13581" x="5368925" y="1231900"/>
          <p14:tracePt t="13663" x="5368925" y="1236663"/>
          <p14:tracePt t="13666" x="5364163" y="1243013"/>
          <p14:tracePt t="13666" x="5357813" y="1243013"/>
          <p14:tracePt t="13671" x="5351463" y="1247775"/>
          <p14:tracePt t="13678" x="5329238" y="1271588"/>
          <p14:tracePt t="13685" x="5300663" y="1289050"/>
          <p14:tracePt t="13692" x="5267325" y="1304925"/>
          <p14:tracePt t="13693" x="5254625" y="1311275"/>
          <p14:tracePt t="13693" x="5249863" y="1317625"/>
          <p14:tracePt t="13699" x="5221288" y="1328738"/>
          <p14:tracePt t="13706" x="5181600" y="1344613"/>
          <p14:tracePt t="13713" x="5146675" y="1362075"/>
          <p14:tracePt t="13720" x="5106988" y="1373188"/>
          <p14:tracePt t="13727" x="5078413" y="1379538"/>
          <p14:tracePt t="13728" x="5060950" y="1385888"/>
          <p14:tracePt t="13729" x="5049838" y="1385888"/>
          <p14:tracePt t="13733" x="5032375" y="1390650"/>
          <p14:tracePt t="13741" x="4992688" y="1397000"/>
          <p14:tracePt t="13747" x="4953000" y="1408113"/>
          <p14:tracePt t="13754" x="4895850" y="1419225"/>
          <p14:tracePt t="13761" x="4838700" y="1430338"/>
          <p14:tracePt t="13762" x="4816475" y="1430338"/>
          <p14:tracePt t="13763" x="4810125" y="1430338"/>
          <p14:tracePt t="13764" x="4805363" y="1430338"/>
          <p14:tracePt t="13768" x="4765675" y="1443038"/>
          <p14:tracePt t="13775" x="4684713" y="1454150"/>
          <p14:tracePt t="13782" x="4548188" y="1476375"/>
          <p14:tracePt t="13789" x="4411663" y="1487488"/>
          <p14:tracePt t="13796" x="4292600" y="1498600"/>
          <p14:tracePt t="13803" x="4160838" y="1504950"/>
          <p14:tracePt t="13804" x="4125913" y="1504950"/>
          <p14:tracePt t="13805" x="4110038" y="1504950"/>
          <p14:tracePt t="13810" x="4041775" y="1504950"/>
          <p14:tracePt t="13817" x="3927475" y="1504950"/>
          <p14:tracePt t="13817" x="3898900" y="1498600"/>
          <p14:tracePt t="13824" x="3819525" y="1498600"/>
          <p14:tracePt t="13831" x="3709988" y="1482725"/>
          <p14:tracePt t="13831" x="3676650" y="1476375"/>
          <p14:tracePt t="13837" x="3608388" y="1465263"/>
          <p14:tracePt t="13844" x="3527425" y="1454150"/>
          <p14:tracePt t="13851" x="3430588" y="1430338"/>
          <p14:tracePt t="13852" x="3419475" y="1425575"/>
          <p14:tracePt t="13858" x="3368675" y="1414463"/>
          <p14:tracePt t="13865" x="3311525" y="1397000"/>
          <p14:tracePt t="13872" x="3271838" y="1385888"/>
          <p14:tracePt t="13879" x="3243263" y="1373188"/>
          <p14:tracePt t="13886" x="3221038" y="1373188"/>
          <p14:tracePt t="13893" x="3208338" y="1368425"/>
          <p14:tracePt t="13894" x="3203575" y="1368425"/>
          <p14:tracePt t="13900" x="3197225" y="1362075"/>
          <p14:tracePt t="13907" x="3186113" y="1362075"/>
          <p14:tracePt t="13914" x="3179763" y="1362075"/>
          <p14:tracePt t="13936" x="3175000" y="1362075"/>
          <p14:tracePt t="13945" x="3168650" y="1362075"/>
          <p14:tracePt t="13949" x="3163888" y="1362075"/>
          <p14:tracePt t="13955" x="3152775" y="1362075"/>
          <p14:tracePt t="13962" x="3135313" y="1362075"/>
          <p14:tracePt t="13969" x="3111500" y="1368425"/>
          <p14:tracePt t="13976" x="3089275" y="1368425"/>
          <p14:tracePt t="13983" x="3060700" y="1368425"/>
          <p14:tracePt t="13990" x="3038475" y="1373188"/>
          <p14:tracePt t="13997" x="3014663" y="1379538"/>
          <p14:tracePt t="14004" x="2992438" y="1385888"/>
          <p14:tracePt t="14011" x="2981325" y="1385888"/>
          <p14:tracePt t="14018" x="2963863" y="1385888"/>
          <p14:tracePt t="14025" x="2941638" y="1390650"/>
          <p14:tracePt t="14032" x="2928938" y="1397000"/>
          <p14:tracePt t="14039" x="2924175" y="1397000"/>
          <p14:tracePt t="14046" x="2913063" y="1408113"/>
          <p14:tracePt t="14054" x="2906713" y="1408113"/>
          <p14:tracePt t="14060" x="2901950" y="1408113"/>
          <p14:tracePt t="14067" x="2895600" y="1414463"/>
          <p14:tracePt t="14074" x="2895600" y="1419225"/>
          <p14:tracePt t="14081" x="2889250" y="1419225"/>
          <p14:tracePt t="14088" x="2884488" y="1425575"/>
          <p14:tracePt t="14095" x="2878138" y="1430338"/>
          <p14:tracePt t="14120" x="2873375" y="1430338"/>
          <p14:tracePt t="14981" x="2878138" y="1430338"/>
          <p14:tracePt t="14983" x="2884488" y="1430338"/>
          <p14:tracePt t="14990" x="2906713" y="1436688"/>
          <p14:tracePt t="14997" x="2946400" y="1443038"/>
          <p14:tracePt t="15005" x="2998788" y="1454150"/>
          <p14:tracePt t="15006" x="3027363" y="1465263"/>
          <p14:tracePt t="15007" x="3038475" y="1465263"/>
          <p14:tracePt t="15008" x="3043238" y="1465263"/>
          <p14:tracePt t="15009" x="3071813" y="1476375"/>
          <p14:tracePt t="15010" x="3082925" y="1476375"/>
          <p14:tracePt t="15013" x="3117850" y="1482725"/>
          <p14:tracePt t="15018" x="3157538" y="1498600"/>
          <p14:tracePt t="15025" x="3232150" y="1516063"/>
          <p14:tracePt t="15032" x="3333750" y="1544638"/>
          <p14:tracePt t="15039" x="3403600" y="1568450"/>
          <p14:tracePt t="15046" x="3516313" y="1601788"/>
          <p14:tracePt t="15053" x="3613150" y="1630363"/>
          <p14:tracePt t="15060" x="3698875" y="1665288"/>
          <p14:tracePt t="15067" x="3795713" y="1698625"/>
          <p14:tracePt t="15074" x="3870325" y="1733550"/>
          <p14:tracePt t="15080" x="3978275" y="1773238"/>
          <p14:tracePt t="15088" x="4064000" y="1812925"/>
          <p14:tracePt t="15089" x="4086225" y="1819275"/>
          <p14:tracePt t="15094" x="4143375" y="1846263"/>
          <p14:tracePt t="15101" x="4211638" y="1870075"/>
          <p14:tracePt t="15108" x="4286250" y="1898650"/>
          <p14:tracePt t="15115" x="4354513" y="1920875"/>
          <p14:tracePt t="15122" x="4418013" y="1938338"/>
          <p14:tracePt t="15129" x="4457700" y="1949450"/>
          <p14:tracePt t="15130" x="4468813" y="1949450"/>
          <p14:tracePt t="15131" x="4475163" y="1949450"/>
          <p14:tracePt t="15136" x="4497388" y="1949450"/>
          <p14:tracePt t="15143" x="4525963" y="1949450"/>
          <p14:tracePt t="15150" x="4554538" y="1949450"/>
          <p14:tracePt t="15157" x="4583113" y="1949450"/>
          <p14:tracePt t="15164" x="4600575" y="1949450"/>
          <p14:tracePt t="15171" x="4622800" y="1944688"/>
          <p14:tracePt t="15178" x="4645025" y="1938338"/>
          <p14:tracePt t="15185" x="4668838" y="1931988"/>
          <p14:tracePt t="15192" x="4691063" y="1920875"/>
          <p14:tracePt t="15199" x="4719638" y="1916113"/>
          <p14:tracePt t="15205" x="4741863" y="1909763"/>
          <p14:tracePt t="15212" x="4776788" y="1898650"/>
          <p14:tracePt t="15219" x="4810125" y="1892300"/>
          <p14:tracePt t="15226" x="4849813" y="1887538"/>
          <p14:tracePt t="15233" x="4884738" y="1887538"/>
          <p14:tracePt t="15240" x="4924425" y="1881188"/>
          <p14:tracePt t="15247" x="4964113" y="1881188"/>
          <p14:tracePt t="15254" x="5003800" y="1870075"/>
          <p14:tracePt t="15261" x="5032375" y="1870075"/>
          <p14:tracePt t="15268" x="5060950" y="1858963"/>
          <p14:tracePt t="15275" x="5095875" y="1852613"/>
          <p14:tracePt t="15282" x="5118100" y="1841500"/>
          <p14:tracePt t="15289" x="5135563" y="1841500"/>
          <p14:tracePt t="15296" x="5153025" y="1835150"/>
          <p14:tracePt t="15303" x="5157788" y="1830388"/>
          <p14:tracePt t="15310" x="5170488" y="1830388"/>
          <p14:tracePt t="15349" x="5164138" y="1830388"/>
          <p14:tracePt t="15354" x="5157788" y="1830388"/>
          <p14:tracePt t="22676" x="5170488" y="1830388"/>
          <p14:tracePt t="22679" x="5175250" y="1830388"/>
          <p14:tracePt t="22680" x="5181600" y="1830388"/>
          <p14:tracePt t="22681" x="5186363" y="1830388"/>
          <p14:tracePt t="22685" x="5203825" y="1824038"/>
          <p14:tracePt t="22692" x="5249863" y="1806575"/>
          <p14:tracePt t="22693" x="5267325" y="1795463"/>
          <p14:tracePt t="22694" x="5272088" y="1790700"/>
          <p14:tracePt t="22695" x="5283200" y="1790700"/>
          <p14:tracePt t="22700" x="5307013" y="1766888"/>
          <p14:tracePt t="22713" x="5403850" y="1676400"/>
          <p14:tracePt t="22727" x="5461000" y="1562100"/>
          <p14:tracePt t="22728" x="5465763" y="1539875"/>
          <p14:tracePt t="22734" x="5489575" y="1476375"/>
          <p14:tracePt t="22735" x="5494338" y="1465263"/>
          <p14:tracePt t="22736" x="5500688" y="1454150"/>
          <p14:tracePt t="22741" x="5522913" y="1397000"/>
          <p14:tracePt t="22742" x="5522913" y="1373188"/>
          <p14:tracePt t="22743" x="5534025" y="1350963"/>
          <p14:tracePt t="22744" x="5540375" y="1339850"/>
          <p14:tracePt t="22749" x="5562600" y="1254125"/>
          <p14:tracePt t="22750" x="5568950" y="1236663"/>
          <p14:tracePt t="22755" x="5591175" y="1150938"/>
          <p14:tracePt t="22761" x="5630863" y="1014413"/>
          <p14:tracePt t="22768" x="5683250" y="838200"/>
          <p14:tracePt t="22775" x="5716588" y="695325"/>
          <p14:tracePt t="22782" x="5762625" y="479425"/>
          <p14:tracePt t="22789" x="5784850" y="336550"/>
          <p14:tracePt t="22796" x="5808663" y="228600"/>
          <p14:tracePt t="22810" x="5865813" y="90488"/>
          <p14:tracePt t="22811" x="5870575" y="74613"/>
          <p14:tracePt t="22811" x="5876925" y="63500"/>
          <p14:tracePt t="22817" x="5899150" y="39688"/>
        </p14:tracePtLst>
      </p14:laserTraceLst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2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266</TotalTime>
  <Words>80</Words>
  <Application>Microsoft Office PowerPoint</Application>
  <PresentationFormat>Widescreen</PresentationFormat>
  <Paragraphs>18</Paragraphs>
  <Slides>7</Slides>
  <Notes>0</Notes>
  <HiddenSlides>0</HiddenSlides>
  <MMClips>7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Aptos</vt:lpstr>
      <vt:lpstr>Calibri</vt:lpstr>
      <vt:lpstr>Century Gothic</vt:lpstr>
      <vt:lpstr>Wingdings 3</vt:lpstr>
      <vt:lpstr>Íon</vt:lpstr>
      <vt:lpstr>Apresentação do PowerPoint</vt:lpstr>
      <vt:lpstr>Nosso projeto – Malas e  periféricos </vt:lpstr>
      <vt:lpstr>Apresentação do PowerPoint</vt:lpstr>
      <vt:lpstr>Apresentação do PowerPoint</vt:lpstr>
      <vt:lpstr>Apresentação do PowerPoint</vt:lpstr>
      <vt:lpstr>Apresentação do PowerPoint</vt:lpstr>
      <vt:lpstr>POCOTECH – SANOFI 2024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Guilherme Macario</dc:creator>
  <cp:lastModifiedBy>Guilherme Macario</cp:lastModifiedBy>
  <cp:revision>5</cp:revision>
  <dcterms:created xsi:type="dcterms:W3CDTF">2024-05-18T22:22:41Z</dcterms:created>
  <dcterms:modified xsi:type="dcterms:W3CDTF">2024-09-29T20:01:06Z</dcterms:modified>
</cp:coreProperties>
</file>